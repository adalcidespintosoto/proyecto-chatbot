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6" r:id="rId3"/>
    <p:sldId id="267" r:id="rId4"/>
    <p:sldId id="268" r:id="rId5"/>
    <p:sldId id="269" r:id="rId6"/>
    <p:sldId id="258" r:id="rId7"/>
    <p:sldId id="257" r:id="rId8"/>
    <p:sldId id="259" r:id="rId9"/>
    <p:sldId id="271" r:id="rId10"/>
    <p:sldId id="270" r:id="rId11"/>
    <p:sldId id="272" r:id="rId12"/>
    <p:sldId id="273" r:id="rId13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DAA600"/>
    <a:srgbClr val="36A1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8636" autoAdjust="0"/>
  </p:normalViewPr>
  <p:slideViewPr>
    <p:cSldViewPr snapToGrid="0" snapToObjects="1" showGuides="1">
      <p:cViewPr>
        <p:scale>
          <a:sx n="75" d="100"/>
          <a:sy n="75" d="100"/>
        </p:scale>
        <p:origin x="-100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097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617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516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96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798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758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510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134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82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275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0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12/10/2018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12/10/2018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PORTAL DE ESTUDIANTES</a:t>
            </a:r>
            <a:endParaRPr lang="es-CO" sz="2800" b="1" dirty="0">
              <a:solidFill>
                <a:prstClr val="black">
                  <a:lumMod val="85000"/>
                  <a:lumOff val="15000"/>
                </a:prst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prstClr val="black">
                  <a:lumMod val="85000"/>
                  <a:lumOff val="15000"/>
                </a:prst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</a:t>
            </a:r>
            <a:r>
              <a:rPr lang="es-CO" sz="2800" b="1" dirty="0" smtClean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REALIZAR PAGOS EN LÍNEA</a:t>
            </a:r>
            <a:endParaRPr lang="es-CO" sz="2800" b="1" dirty="0" smtClean="0">
              <a:solidFill>
                <a:prstClr val="black">
                  <a:lumMod val="85000"/>
                  <a:lumOff val="15000"/>
                </a:prst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546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>
                <a:solidFill>
                  <a:prstClr val="black"/>
                </a:solidFill>
              </a:rPr>
              <a:t>Acceso</a:t>
            </a:r>
            <a:endParaRPr lang="es-CO" sz="2200" b="1" dirty="0">
              <a:solidFill>
                <a:prstClr val="black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>
                <a:solidFill>
                  <a:prstClr val="black"/>
                </a:solidFill>
              </a:rPr>
              <a:t>Ingrese desde su navegador al sitio web de la Universidad: </a:t>
            </a:r>
            <a:r>
              <a:rPr lang="es-CO" sz="1600" dirty="0" smtClean="0">
                <a:solidFill>
                  <a:prstClr val="black"/>
                </a:solidFill>
                <a:hlinkClick r:id="rId3"/>
              </a:rPr>
              <a:t>http://www.unisimon.edu.co/</a:t>
            </a:r>
            <a:r>
              <a:rPr lang="es-CO" sz="1600" dirty="0">
                <a:solidFill>
                  <a:prstClr val="black"/>
                </a:solidFill>
              </a:rPr>
              <a:t> y </a:t>
            </a:r>
            <a:r>
              <a:rPr lang="es-CO" sz="1600" dirty="0" smtClean="0">
                <a:solidFill>
                  <a:prstClr val="black"/>
                </a:solidFill>
              </a:rPr>
              <a:t>seleccionar en menú </a:t>
            </a:r>
            <a:r>
              <a:rPr lang="es-CO" sz="1600" dirty="0">
                <a:solidFill>
                  <a:prstClr val="black"/>
                </a:solidFill>
              </a:rPr>
              <a:t>principal la opción </a:t>
            </a:r>
            <a:r>
              <a:rPr lang="es-CO" sz="1600" dirty="0" smtClean="0">
                <a:solidFill>
                  <a:prstClr val="black"/>
                </a:solidFill>
              </a:rPr>
              <a:t>«Portales»</a:t>
            </a:r>
            <a:endParaRPr lang="es-CO" sz="1600" dirty="0">
              <a:solidFill>
                <a:prstClr val="black"/>
              </a:solidFill>
            </a:endParaRPr>
          </a:p>
          <a:p>
            <a:pPr algn="ctr"/>
            <a:endParaRPr lang="es-CO" sz="1600" dirty="0">
              <a:solidFill>
                <a:prstClr val="black"/>
              </a:solidFill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prstClr val="black"/>
              </a:solidFill>
            </a:endParaRPr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572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>
                <a:solidFill>
                  <a:prstClr val="black"/>
                </a:solidFill>
              </a:rPr>
              <a:t>Dirigirse a la sección «Portal Estudiantes»</a:t>
            </a:r>
            <a:endParaRPr lang="es-CO" sz="1600" dirty="0">
              <a:solidFill>
                <a:prstClr val="black"/>
              </a:solidFill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642996" y="393175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prstClr val="black"/>
              </a:solidFill>
            </a:endParaRPr>
          </a:p>
        </p:txBody>
      </p:sp>
      <p:grpSp>
        <p:nvGrpSpPr>
          <p:cNvPr id="6" name="5 Grupo"/>
          <p:cNvGrpSpPr/>
          <p:nvPr/>
        </p:nvGrpSpPr>
        <p:grpSpPr>
          <a:xfrm>
            <a:off x="3169213" y="1590261"/>
            <a:ext cx="1402787" cy="3269974"/>
            <a:chOff x="5729176" y="1775902"/>
            <a:chExt cx="1191284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961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53" y="2047108"/>
            <a:ext cx="8411375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>
                <a:solidFill>
                  <a:prstClr val="black"/>
                </a:solidFill>
              </a:rPr>
              <a:t>Digite su </a:t>
            </a:r>
            <a:r>
              <a:rPr lang="es-CO" sz="1600" dirty="0">
                <a:solidFill>
                  <a:prstClr val="black"/>
                </a:solidFill>
              </a:rPr>
              <a:t>usuario y contraseña para acceder al sistema y luego presione sobre el botón </a:t>
            </a:r>
            <a:r>
              <a:rPr lang="es-CO" sz="1600" dirty="0" smtClean="0">
                <a:solidFill>
                  <a:prstClr val="black"/>
                </a:solidFill>
              </a:rPr>
              <a:t>«Acceder»</a:t>
            </a:r>
            <a:endParaRPr lang="es-CO" sz="1600" dirty="0">
              <a:solidFill>
                <a:prstClr val="black"/>
              </a:solidFill>
            </a:endParaRPr>
          </a:p>
          <a:p>
            <a:pPr algn="ctr"/>
            <a:endParaRPr lang="es-CO" sz="1600" dirty="0">
              <a:solidFill>
                <a:prstClr val="black"/>
              </a:solidFill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prstClr val="black"/>
              </a:solidFill>
            </a:endParaRPr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955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20" y="2083921"/>
            <a:ext cx="8727650" cy="39305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Matrícula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38411" y="1312540"/>
            <a:ext cx="8254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ingresar al módulo presionar el icono </a:t>
            </a:r>
            <a:r>
              <a:rPr lang="es-CO" sz="1600" dirty="0" smtClean="0"/>
              <a:t>«Pagos en línea»</a:t>
            </a:r>
            <a:endParaRPr lang="es-CO" sz="1600" dirty="0" smtClean="0"/>
          </a:p>
        </p:txBody>
      </p:sp>
      <p:sp>
        <p:nvSpPr>
          <p:cNvPr id="13" name="12 Rectángulo redondeado"/>
          <p:cNvSpPr/>
          <p:nvPr/>
        </p:nvSpPr>
        <p:spPr>
          <a:xfrm>
            <a:off x="4915987" y="4552075"/>
            <a:ext cx="1317389" cy="910955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 flipH="1">
            <a:off x="4443662" y="1685925"/>
            <a:ext cx="472324" cy="3321627"/>
            <a:chOff x="5729176" y="1771710"/>
            <a:chExt cx="1193027" cy="1140874"/>
          </a:xfrm>
        </p:grpSpPr>
        <p:cxnSp>
          <p:nvCxnSpPr>
            <p:cNvPr id="15" name="14 Conector recto de flecha"/>
            <p:cNvCxnSpPr/>
            <p:nvPr/>
          </p:nvCxnSpPr>
          <p:spPr>
            <a:xfrm>
              <a:off x="6922203" y="1771710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3 Rectángulo"/>
          <p:cNvSpPr/>
          <p:nvPr/>
        </p:nvSpPr>
        <p:spPr>
          <a:xfrm>
            <a:off x="7989732" y="2126370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11 Rectángulo"/>
          <p:cNvSpPr/>
          <p:nvPr/>
        </p:nvSpPr>
        <p:spPr>
          <a:xfrm>
            <a:off x="5805084" y="2318353"/>
            <a:ext cx="1304054" cy="1305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29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/>
          <p:nvPr/>
        </p:nvPicPr>
        <p:blipFill rotWithShape="1">
          <a:blip r:embed="rId2"/>
          <a:srcRect t="10811"/>
          <a:stretch/>
        </p:blipFill>
        <p:spPr>
          <a:xfrm>
            <a:off x="502087" y="1827072"/>
            <a:ext cx="8187309" cy="45638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Pagos en línea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0" y="1255390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comenzar el proceso, verifique los datos mostrados en el formulario y presione el bot</a:t>
            </a:r>
            <a:r>
              <a:rPr lang="es-CO" sz="1600" dirty="0" smtClean="0"/>
              <a:t>ón «Continuar Pago»</a:t>
            </a:r>
            <a:endParaRPr lang="es-CO" sz="1600" dirty="0" smtClean="0"/>
          </a:p>
        </p:txBody>
      </p:sp>
      <p:sp>
        <p:nvSpPr>
          <p:cNvPr id="4" name="3 Rectángulo redondeado"/>
          <p:cNvSpPr/>
          <p:nvPr/>
        </p:nvSpPr>
        <p:spPr>
          <a:xfrm>
            <a:off x="2924174" y="1862542"/>
            <a:ext cx="3429001" cy="3395258"/>
          </a:xfrm>
          <a:prstGeom prst="roundRect">
            <a:avLst>
              <a:gd name="adj" fmla="val 354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3272874" y="1683342"/>
            <a:ext cx="0" cy="1623529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9" name="8 Imagen"/>
          <p:cNvPicPr/>
          <p:nvPr/>
        </p:nvPicPr>
        <p:blipFill rotWithShape="1">
          <a:blip r:embed="rId2"/>
          <a:srcRect l="47022" t="24545" r="38191" b="73634"/>
          <a:stretch/>
        </p:blipFill>
        <p:spPr>
          <a:xfrm>
            <a:off x="3891914" y="2550060"/>
            <a:ext cx="1210699" cy="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pic>
        <p:nvPicPr>
          <p:cNvPr id="10" name="9 Imagen"/>
          <p:cNvPicPr/>
          <p:nvPr/>
        </p:nvPicPr>
        <p:blipFill rotWithShape="1">
          <a:blip r:embed="rId2"/>
          <a:srcRect l="47022" t="24545" r="38191" b="73634"/>
          <a:stretch/>
        </p:blipFill>
        <p:spPr>
          <a:xfrm>
            <a:off x="3907154" y="2793900"/>
            <a:ext cx="1210699" cy="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pic>
        <p:nvPicPr>
          <p:cNvPr id="11" name="10 Imagen"/>
          <p:cNvPicPr/>
          <p:nvPr/>
        </p:nvPicPr>
        <p:blipFill rotWithShape="1">
          <a:blip r:embed="rId2"/>
          <a:srcRect l="47022" t="24545" r="38191" b="73634"/>
          <a:stretch/>
        </p:blipFill>
        <p:spPr>
          <a:xfrm>
            <a:off x="3907154" y="3260271"/>
            <a:ext cx="1210699" cy="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pic>
        <p:nvPicPr>
          <p:cNvPr id="12" name="11 Imagen"/>
          <p:cNvPicPr/>
          <p:nvPr/>
        </p:nvPicPr>
        <p:blipFill rotWithShape="1">
          <a:blip r:embed="rId2"/>
          <a:srcRect l="47022" t="24545" r="38191" b="73634"/>
          <a:stretch/>
        </p:blipFill>
        <p:spPr>
          <a:xfrm>
            <a:off x="4048564" y="3505951"/>
            <a:ext cx="1210699" cy="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sp>
        <p:nvSpPr>
          <p:cNvPr id="15" name="14 Rectángulo"/>
          <p:cNvSpPr/>
          <p:nvPr/>
        </p:nvSpPr>
        <p:spPr>
          <a:xfrm>
            <a:off x="3902153" y="4798087"/>
            <a:ext cx="656070" cy="8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6" name="15 Imagen"/>
          <p:cNvPicPr/>
          <p:nvPr/>
        </p:nvPicPr>
        <p:blipFill rotWithShape="1">
          <a:blip r:embed="rId2"/>
          <a:srcRect l="58366" t="63710" r="30648" b="34469"/>
          <a:stretch/>
        </p:blipFill>
        <p:spPr>
          <a:xfrm>
            <a:off x="3891914" y="4557511"/>
            <a:ext cx="1367349" cy="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9 Imagen"/>
          <p:cNvPicPr/>
          <p:nvPr/>
        </p:nvPicPr>
        <p:blipFill rotWithShape="1">
          <a:blip r:embed="rId2"/>
          <a:srcRect t="9997"/>
          <a:stretch/>
        </p:blipFill>
        <p:spPr>
          <a:xfrm>
            <a:off x="530984" y="1875737"/>
            <a:ext cx="8129516" cy="4572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290769" y="1312540"/>
            <a:ext cx="8853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siguiente ventana, seleccione el medio de pago que desea utilizar</a:t>
            </a:r>
            <a:endParaRPr lang="es-CO" sz="1600" dirty="0" smtClean="0"/>
          </a:p>
        </p:txBody>
      </p:sp>
      <p:sp>
        <p:nvSpPr>
          <p:cNvPr id="4" name="3 Rectángulo redondeado"/>
          <p:cNvSpPr/>
          <p:nvPr/>
        </p:nvSpPr>
        <p:spPr>
          <a:xfrm>
            <a:off x="890017" y="4749800"/>
            <a:ext cx="5231384" cy="16002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526618" y="1659786"/>
            <a:ext cx="0" cy="307731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"/>
          <p:cNvSpPr/>
          <p:nvPr/>
        </p:nvSpPr>
        <p:spPr>
          <a:xfrm>
            <a:off x="7926456" y="2139249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11 Rectángulo"/>
          <p:cNvSpPr/>
          <p:nvPr/>
        </p:nvSpPr>
        <p:spPr>
          <a:xfrm>
            <a:off x="1724978" y="4081463"/>
            <a:ext cx="1379220" cy="80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12 Rectángulo"/>
          <p:cNvSpPr/>
          <p:nvPr/>
        </p:nvSpPr>
        <p:spPr>
          <a:xfrm>
            <a:off x="1567816" y="4000843"/>
            <a:ext cx="1379220" cy="80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4" name="13 Rectángulo"/>
          <p:cNvSpPr/>
          <p:nvPr/>
        </p:nvSpPr>
        <p:spPr>
          <a:xfrm>
            <a:off x="1239203" y="4330981"/>
            <a:ext cx="1379220" cy="80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14 Rectángulo"/>
          <p:cNvSpPr/>
          <p:nvPr/>
        </p:nvSpPr>
        <p:spPr>
          <a:xfrm>
            <a:off x="1286828" y="4411601"/>
            <a:ext cx="1379220" cy="117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2745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/>
          <p:nvPr/>
        </p:nvPicPr>
        <p:blipFill rotWithShape="1">
          <a:blip r:embed="rId2"/>
          <a:srcRect t="10181"/>
          <a:stretch/>
        </p:blipFill>
        <p:spPr>
          <a:xfrm>
            <a:off x="290769" y="2089306"/>
            <a:ext cx="8369731" cy="42931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290769" y="1312540"/>
            <a:ext cx="8853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sus credenciales del PSE, de lo contrario regístrese en el portal.</a:t>
            </a:r>
          </a:p>
          <a:p>
            <a:pPr algn="ctr"/>
            <a:r>
              <a:rPr lang="es-CO" sz="1600" dirty="0" smtClean="0"/>
              <a:t>L</a:t>
            </a:r>
            <a:r>
              <a:rPr lang="es-CO" sz="1600" dirty="0" smtClean="0"/>
              <a:t>uego de ingresar al portal, acceda a su banco y efectúe el pago.</a:t>
            </a:r>
            <a:endParaRPr lang="es-CO" sz="1600" dirty="0" smtClean="0"/>
          </a:p>
        </p:txBody>
      </p:sp>
      <p:sp>
        <p:nvSpPr>
          <p:cNvPr id="4" name="3 Rectángulo redondeado"/>
          <p:cNvSpPr/>
          <p:nvPr/>
        </p:nvSpPr>
        <p:spPr>
          <a:xfrm>
            <a:off x="2980822" y="2984500"/>
            <a:ext cx="2848478" cy="16002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526618" y="2089306"/>
            <a:ext cx="0" cy="89519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"/>
          <p:cNvSpPr/>
          <p:nvPr/>
        </p:nvSpPr>
        <p:spPr>
          <a:xfrm>
            <a:off x="7926456" y="2139249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8 Rectángulo"/>
          <p:cNvSpPr/>
          <p:nvPr/>
        </p:nvSpPr>
        <p:spPr>
          <a:xfrm>
            <a:off x="3420630" y="4409467"/>
            <a:ext cx="656070" cy="8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8547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75"/>
          <a:stretch/>
        </p:blipFill>
        <p:spPr bwMode="auto">
          <a:xfrm>
            <a:off x="783770" y="2188745"/>
            <a:ext cx="7703565" cy="43161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290769" y="1312540"/>
            <a:ext cx="8853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a la confirmación del pago del banco, se desplegara la siguiente ventana indicando el estado de su pago. </a:t>
            </a:r>
            <a:r>
              <a:rPr lang="es-CO" sz="1600" dirty="0" smtClean="0"/>
              <a:t>En esta ventana podrá imprimir su comprobante.</a:t>
            </a:r>
            <a:endParaRPr lang="es-CO" sz="1600" dirty="0" smtClean="0"/>
          </a:p>
        </p:txBody>
      </p:sp>
      <p:sp>
        <p:nvSpPr>
          <p:cNvPr id="4" name="3 Rectángulo redondeado"/>
          <p:cNvSpPr/>
          <p:nvPr/>
        </p:nvSpPr>
        <p:spPr>
          <a:xfrm>
            <a:off x="2333122" y="3213100"/>
            <a:ext cx="4613778" cy="3291750"/>
          </a:xfrm>
          <a:prstGeom prst="roundRect">
            <a:avLst>
              <a:gd name="adj" fmla="val 680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697402" y="1862986"/>
            <a:ext cx="0" cy="132471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"/>
          <p:cNvSpPr/>
          <p:nvPr/>
        </p:nvSpPr>
        <p:spPr>
          <a:xfrm>
            <a:off x="7926456" y="2139249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3012107" y="3997900"/>
            <a:ext cx="1110313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11 Rectángulo"/>
          <p:cNvSpPr/>
          <p:nvPr/>
        </p:nvSpPr>
        <p:spPr>
          <a:xfrm>
            <a:off x="4891540" y="4114798"/>
            <a:ext cx="320540" cy="8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12 Rectángulo"/>
          <p:cNvSpPr/>
          <p:nvPr/>
        </p:nvSpPr>
        <p:spPr>
          <a:xfrm>
            <a:off x="5935480" y="4003007"/>
            <a:ext cx="320540" cy="8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4" name="13 Rectángulo"/>
          <p:cNvSpPr/>
          <p:nvPr/>
        </p:nvSpPr>
        <p:spPr>
          <a:xfrm>
            <a:off x="5782830" y="4119907"/>
            <a:ext cx="320540" cy="8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14 Rectángulo"/>
          <p:cNvSpPr/>
          <p:nvPr/>
        </p:nvSpPr>
        <p:spPr>
          <a:xfrm>
            <a:off x="2691566" y="4127527"/>
            <a:ext cx="676473" cy="787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15 Rectángulo"/>
          <p:cNvSpPr/>
          <p:nvPr/>
        </p:nvSpPr>
        <p:spPr>
          <a:xfrm>
            <a:off x="3184909" y="4516147"/>
            <a:ext cx="320540" cy="8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16 Rectángulo"/>
          <p:cNvSpPr/>
          <p:nvPr/>
        </p:nvSpPr>
        <p:spPr>
          <a:xfrm>
            <a:off x="3012107" y="5621047"/>
            <a:ext cx="320540" cy="8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17 Rectángulo"/>
          <p:cNvSpPr/>
          <p:nvPr/>
        </p:nvSpPr>
        <p:spPr>
          <a:xfrm>
            <a:off x="6065020" y="5262907"/>
            <a:ext cx="320540" cy="8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056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/>
          <p:nvPr/>
        </p:nvPicPr>
        <p:blipFill rotWithShape="1">
          <a:blip r:embed="rId2"/>
          <a:srcRect t="9922"/>
          <a:stretch/>
        </p:blipFill>
        <p:spPr>
          <a:xfrm>
            <a:off x="783770" y="2139249"/>
            <a:ext cx="7714186" cy="43427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290769" y="1312540"/>
            <a:ext cx="8853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nuevamente a su portal, para consultar el historial de transacciones</a:t>
            </a:r>
            <a:endParaRPr lang="es-CO" sz="1600" dirty="0" smtClean="0"/>
          </a:p>
        </p:txBody>
      </p:sp>
      <p:sp>
        <p:nvSpPr>
          <p:cNvPr id="4" name="3 Rectángulo redondeado"/>
          <p:cNvSpPr/>
          <p:nvPr/>
        </p:nvSpPr>
        <p:spPr>
          <a:xfrm>
            <a:off x="3037972" y="2177348"/>
            <a:ext cx="3305678" cy="3397951"/>
          </a:xfrm>
          <a:prstGeom prst="roundRect">
            <a:avLst>
              <a:gd name="adj" fmla="val 680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697402" y="1672486"/>
            <a:ext cx="0" cy="66235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8 Rectángulo"/>
          <p:cNvSpPr/>
          <p:nvPr/>
        </p:nvSpPr>
        <p:spPr>
          <a:xfrm>
            <a:off x="3669634" y="3053020"/>
            <a:ext cx="315626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9 Rectángulo"/>
          <p:cNvSpPr/>
          <p:nvPr/>
        </p:nvSpPr>
        <p:spPr>
          <a:xfrm>
            <a:off x="4292267" y="2793940"/>
            <a:ext cx="127333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4281940" y="3053020"/>
            <a:ext cx="127333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223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/>
          <p:nvPr/>
        </p:nvPicPr>
        <p:blipFill rotWithShape="1">
          <a:blip r:embed="rId2"/>
          <a:srcRect l="3539" t="10761" r="3681"/>
          <a:stretch/>
        </p:blipFill>
        <p:spPr>
          <a:xfrm>
            <a:off x="627663" y="1796629"/>
            <a:ext cx="8026400" cy="48247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290769" y="1134740"/>
            <a:ext cx="8700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s-CO" sz="1600" dirty="0" smtClean="0"/>
              <a:t>Para finalizar el proceso descargue su comprobante de pago generado desde el portal de estudiantes</a:t>
            </a:r>
            <a:endParaRPr lang="es-CO" sz="1600" dirty="0" smtClean="0"/>
          </a:p>
        </p:txBody>
      </p:sp>
      <p:sp>
        <p:nvSpPr>
          <p:cNvPr id="4" name="3 Rectángulo redondeado"/>
          <p:cNvSpPr/>
          <p:nvPr/>
        </p:nvSpPr>
        <p:spPr>
          <a:xfrm>
            <a:off x="2580772" y="2672649"/>
            <a:ext cx="4035928" cy="3207452"/>
          </a:xfrm>
          <a:prstGeom prst="roundRect">
            <a:avLst>
              <a:gd name="adj" fmla="val 482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697402" y="1672486"/>
            <a:ext cx="0" cy="66235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4 Rectángulo"/>
          <p:cNvSpPr/>
          <p:nvPr/>
        </p:nvSpPr>
        <p:spPr>
          <a:xfrm>
            <a:off x="3749040" y="3439043"/>
            <a:ext cx="1379220" cy="513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9 Rectángulo"/>
          <p:cNvSpPr/>
          <p:nvPr/>
        </p:nvSpPr>
        <p:spPr>
          <a:xfrm>
            <a:off x="4004914" y="4500820"/>
            <a:ext cx="1379220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4210654" y="4942780"/>
            <a:ext cx="1379220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11 Rectángulo"/>
          <p:cNvSpPr/>
          <p:nvPr/>
        </p:nvSpPr>
        <p:spPr>
          <a:xfrm>
            <a:off x="4054510" y="5006336"/>
            <a:ext cx="1379220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12 Rectángulo"/>
          <p:cNvSpPr/>
          <p:nvPr/>
        </p:nvSpPr>
        <p:spPr>
          <a:xfrm>
            <a:off x="6297264" y="2836973"/>
            <a:ext cx="205438" cy="86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2478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EC0D1350-B410-4443-8B98-D22C8FA0AC71}"/>
</file>

<file path=customXml/itemProps2.xml><?xml version="1.0" encoding="utf-8"?>
<ds:datastoreItem xmlns:ds="http://schemas.openxmlformats.org/officeDocument/2006/customXml" ds:itemID="{EAE3882B-843F-4973-B65B-9403199525CA}"/>
</file>

<file path=customXml/itemProps3.xml><?xml version="1.0" encoding="utf-8"?>
<ds:datastoreItem xmlns:ds="http://schemas.openxmlformats.org/officeDocument/2006/customXml" ds:itemID="{DE08E39E-A706-47B4-A90E-E651A4FCA4F9}"/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195</Words>
  <Application>Microsoft Office PowerPoint</Application>
  <PresentationFormat>Presentación en pantalla (4:3)</PresentationFormat>
  <Paragraphs>17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Andrea Pastori Rojas</dc:creator>
  <cp:keywords>Pagos en linea</cp:keywords>
  <cp:lastModifiedBy>Richard Sarmiento</cp:lastModifiedBy>
  <cp:revision>25</cp:revision>
  <dcterms:created xsi:type="dcterms:W3CDTF">2017-01-26T20:10:20Z</dcterms:created>
  <dcterms:modified xsi:type="dcterms:W3CDTF">2018-10-12T21:30:29Z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