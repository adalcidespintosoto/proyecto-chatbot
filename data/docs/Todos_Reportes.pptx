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17/08/2018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17/08/2018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INFORMES DE INSCRIPCIONES Y MATRICULAS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45265"/>
            <a:ext cx="8483600" cy="41672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Informe - Estudiantes Nuevos Pregrado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</a:t>
            </a:r>
            <a:r>
              <a:rPr lang="es-CO" sz="1600" dirty="0" smtClean="0"/>
              <a:t>el icono correspondiente al informe que desea generar.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831680" y="180443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859535" y="2726927"/>
            <a:ext cx="7380003" cy="1884830"/>
          </a:xfrm>
          <a:prstGeom prst="roundRect">
            <a:avLst>
              <a:gd name="adj" fmla="val 853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03491" y="1703364"/>
            <a:ext cx="0" cy="100368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300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4395" y="2944243"/>
            <a:ext cx="6741536" cy="534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329160" y="1750876"/>
            <a:ext cx="0" cy="11436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80CD37F7-A199-4101-87DC-D92676561D3D}"/>
</file>

<file path=customXml/itemProps2.xml><?xml version="1.0" encoding="utf-8"?>
<ds:datastoreItem xmlns:ds="http://schemas.openxmlformats.org/officeDocument/2006/customXml" ds:itemID="{7E1FD1EB-F858-4313-9AFB-3F4978308399}"/>
</file>

<file path=customXml/itemProps3.xml><?xml version="1.0" encoding="utf-8"?>
<ds:datastoreItem xmlns:ds="http://schemas.openxmlformats.org/officeDocument/2006/customXml" ds:itemID="{6FF164B4-D3E4-480C-91C1-39A5BB5F85E4}"/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134</Words>
  <Application>Microsoft Office PowerPoint</Application>
  <PresentationFormat>Presentación en pantalla (4:3)</PresentationFormat>
  <Paragraphs>12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reportes_rectoria</dc:title>
  <dc:creator>Ing. Andrea Pastori R.</dc:creator>
  <cp:lastModifiedBy>Andrea Pastori Rojas</cp:lastModifiedBy>
  <cp:revision>53</cp:revision>
  <dcterms:created xsi:type="dcterms:W3CDTF">2017-01-26T20:10:20Z</dcterms:created>
  <dcterms:modified xsi:type="dcterms:W3CDTF">2018-08-17T19:42:06Z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