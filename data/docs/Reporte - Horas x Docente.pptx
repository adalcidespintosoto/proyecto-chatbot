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9" r:id="rId2"/>
    <p:sldId id="265" r:id="rId3"/>
    <p:sldId id="266" r:id="rId4"/>
    <p:sldId id="267" r:id="rId5"/>
    <p:sldId id="262" r:id="rId6"/>
    <p:sldId id="264" r:id="rId7"/>
    <p:sldId id="263" r:id="rId8"/>
  </p:sldIdLst>
  <p:sldSz cx="9144000" cy="6858000" type="screen4x3"/>
  <p:notesSz cx="6858000" cy="9144000"/>
  <p:defaultTextStyle>
    <a:defPPr>
      <a:defRPr lang="es-ES_tradn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A713"/>
    <a:srgbClr val="36A1B0"/>
    <a:srgbClr val="DAA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8669" autoAdjust="0"/>
  </p:normalViewPr>
  <p:slideViewPr>
    <p:cSldViewPr snapToGrid="0" snapToObjects="1" showGuides="1">
      <p:cViewPr varScale="1">
        <p:scale>
          <a:sx n="96" d="100"/>
          <a:sy n="96" d="100"/>
        </p:scale>
        <p:origin x="-81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9A2449-1130-4ACF-ADCA-85FECFA74E72}" type="datetimeFigureOut">
              <a:rPr lang="es-CO" smtClean="0"/>
              <a:t>07/10/2017</a:t>
            </a:fld>
            <a:endParaRPr lang="es-CO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4FC2F0-45E8-461B-87BF-1D692BC061F3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465125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1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 smtClean="0"/>
              <a:t>Haga clic para modificar el estilo de subtítulo del patrón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07/10/2017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07/10/2017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07/10/2017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07/10/2017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07/10/2017</a:t>
            </a:fld>
            <a:endParaRPr lang="es-ES_tradnl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07/10/2017</a:t>
            </a:fld>
            <a:endParaRPr lang="es-ES_tradnl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07/10/2017</a:t>
            </a:fld>
            <a:endParaRPr lang="es-ES_tradnl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07/10/2017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07/10/2017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07/10/2017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07/10/2017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1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1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61042-ED87-624F-A482-39FD6CCADDD3}" type="datetimeFigureOut">
              <a:rPr lang="es-ES_tradnl" smtClean="0"/>
              <a:t>07/10/2017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unisimon.edu.co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1"/>
          <p:cNvSpPr txBox="1"/>
          <p:nvPr/>
        </p:nvSpPr>
        <p:spPr>
          <a:xfrm>
            <a:off x="977900" y="2357742"/>
            <a:ext cx="7416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SIAAF WEB</a:t>
            </a:r>
            <a:endParaRPr lang="es-CO" sz="2800" b="1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endParaRPr lang="es-CO" sz="2800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INSTRUCTIVO PARA GENERAR REPORTE DE HORAS X DOCENTES</a:t>
            </a:r>
          </a:p>
        </p:txBody>
      </p:sp>
    </p:spTree>
    <p:extLst>
      <p:ext uri="{BB962C8B-B14F-4D97-AF65-F5344CB8AC3E}">
        <p14:creationId xmlns:p14="http://schemas.microsoft.com/office/powerpoint/2010/main" val="33143797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271" y="1773127"/>
            <a:ext cx="8289458" cy="464555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Acceso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Ingrese desde su navegador al sitio web de la Universidad: </a:t>
            </a:r>
            <a:r>
              <a:rPr lang="es-CO" sz="1600" dirty="0" smtClean="0">
                <a:hlinkClick r:id="rId3"/>
              </a:rPr>
              <a:t>http://www.unisimon.edu.co/</a:t>
            </a:r>
            <a:r>
              <a:rPr lang="es-CO" sz="1600" dirty="0"/>
              <a:t> y </a:t>
            </a:r>
            <a:r>
              <a:rPr lang="es-CO" sz="1600" dirty="0" smtClean="0"/>
              <a:t>seleccionar en menú </a:t>
            </a:r>
            <a:r>
              <a:rPr lang="es-CO" sz="1600" dirty="0"/>
              <a:t>principal la opción </a:t>
            </a:r>
            <a:r>
              <a:rPr lang="es-CO" sz="1600" dirty="0" smtClean="0"/>
              <a:t>“Portales”</a:t>
            </a:r>
            <a:endParaRPr lang="es-CO" sz="1600" dirty="0"/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869310" y="2290119"/>
            <a:ext cx="472299" cy="324000"/>
          </a:xfrm>
          <a:prstGeom prst="roundRect">
            <a:avLst/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508500" y="1721434"/>
            <a:ext cx="2322710" cy="738000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6364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529" y="1773127"/>
            <a:ext cx="8331200" cy="466894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Dirigirse a la sección «Profesores y </a:t>
            </a:r>
            <a:r>
              <a:rPr lang="es-CO" sz="1600" smtClean="0"/>
              <a:t>Administrativos», </a:t>
            </a:r>
            <a:r>
              <a:rPr lang="es-CO" sz="1600" dirty="0" smtClean="0"/>
              <a:t>digite su </a:t>
            </a:r>
            <a:r>
              <a:rPr lang="es-CO" sz="1600" dirty="0"/>
              <a:t>usuario y contraseña para acceder al sistema y luego presione sobre el botón “Ingresar”</a:t>
            </a:r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332110" y="4572000"/>
            <a:ext cx="3468490" cy="125730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>
            <a:off x="4824279" y="1811227"/>
            <a:ext cx="773691" cy="3408473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72675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529" y="1765232"/>
            <a:ext cx="8322624" cy="466413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Módulo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Luego de ingresar deberá seleccionar el módulo “Asignación Académica</a:t>
            </a:r>
            <a:r>
              <a:rPr lang="es-CO" sz="1600" dirty="0" smtClean="0"/>
              <a:t>”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078351" y="2886813"/>
            <a:ext cx="991749" cy="8469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>
            <a:off x="2171700" y="1504791"/>
            <a:ext cx="2375141" cy="1805516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9" name="7 Rectángulo"/>
          <p:cNvSpPr/>
          <p:nvPr/>
        </p:nvSpPr>
        <p:spPr>
          <a:xfrm>
            <a:off x="7752168" y="1816032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/>
          </a:p>
        </p:txBody>
      </p:sp>
      <p:sp>
        <p:nvSpPr>
          <p:cNvPr id="10" name="7 Rectángulo"/>
          <p:cNvSpPr/>
          <p:nvPr/>
        </p:nvSpPr>
        <p:spPr>
          <a:xfrm>
            <a:off x="5906251" y="1980198"/>
            <a:ext cx="1011384" cy="9478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54507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529" y="1790632"/>
            <a:ext cx="8322624" cy="466413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Se debe seleccionar el </a:t>
            </a:r>
            <a:r>
              <a:rPr lang="es-CO" sz="1600" dirty="0" smtClean="0"/>
              <a:t>año </a:t>
            </a:r>
            <a:r>
              <a:rPr lang="es-CO" sz="1600" dirty="0"/>
              <a:t>y </a:t>
            </a:r>
            <a:r>
              <a:rPr lang="es-CO" sz="1600" dirty="0" smtClean="0"/>
              <a:t>período </a:t>
            </a:r>
            <a:r>
              <a:rPr lang="es-CO" sz="1600" dirty="0"/>
              <a:t>en el cual se trabajará, por defecto se mostrará el período actual. Este periodo es el que le indicará al sistema la información que mostrará en todo el módulo.</a:t>
            </a:r>
          </a:p>
        </p:txBody>
      </p:sp>
      <p:sp>
        <p:nvSpPr>
          <p:cNvPr id="15" name="14 Rectángulo redondeado"/>
          <p:cNvSpPr/>
          <p:nvPr/>
        </p:nvSpPr>
        <p:spPr>
          <a:xfrm>
            <a:off x="1865751" y="2785213"/>
            <a:ext cx="2972949" cy="3135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>
            <a:off x="4876801" y="1751010"/>
            <a:ext cx="914400" cy="1182641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8" name="7 Rectángulo"/>
          <p:cNvSpPr/>
          <p:nvPr/>
        </p:nvSpPr>
        <p:spPr>
          <a:xfrm>
            <a:off x="7674311" y="1840327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0146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263" y="1790632"/>
            <a:ext cx="8346889" cy="467773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165100" y="1166236"/>
            <a:ext cx="42037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Luego de definir el período, se deberá seleccionar en el menú la opción: </a:t>
            </a:r>
            <a:r>
              <a:rPr lang="es-CO" sz="1600" dirty="0" smtClean="0"/>
              <a:t>«Reporte»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379277" y="4410813"/>
            <a:ext cx="1373324" cy="3135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8" name="17 Conector recto de flecha"/>
          <p:cNvCxnSpPr/>
          <p:nvPr/>
        </p:nvCxnSpPr>
        <p:spPr>
          <a:xfrm>
            <a:off x="1076070" y="1752532"/>
            <a:ext cx="0" cy="2582081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9" name="8 Rectángulo redondeado"/>
          <p:cNvSpPr/>
          <p:nvPr/>
        </p:nvSpPr>
        <p:spPr>
          <a:xfrm>
            <a:off x="4085340" y="3549135"/>
            <a:ext cx="2186430" cy="81280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0" name="CuadroTexto 2"/>
          <p:cNvSpPr txBox="1"/>
          <p:nvPr/>
        </p:nvSpPr>
        <p:spPr>
          <a:xfrm>
            <a:off x="4648200" y="1142357"/>
            <a:ext cx="4318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Posteriormente seleccionar </a:t>
            </a:r>
            <a:r>
              <a:rPr lang="es-CO" sz="1600" dirty="0"/>
              <a:t>dentro de las opciones, el reporte </a:t>
            </a:r>
            <a:r>
              <a:rPr lang="es-CO" sz="1600" dirty="0" smtClean="0"/>
              <a:t>«Horas x Docentes»</a:t>
            </a:r>
            <a:endParaRPr lang="es-CO" sz="1600" dirty="0"/>
          </a:p>
        </p:txBody>
      </p:sp>
      <p:grpSp>
        <p:nvGrpSpPr>
          <p:cNvPr id="11" name="10 Grupo"/>
          <p:cNvGrpSpPr/>
          <p:nvPr/>
        </p:nvGrpSpPr>
        <p:grpSpPr>
          <a:xfrm>
            <a:off x="6297170" y="1727132"/>
            <a:ext cx="903730" cy="2228403"/>
            <a:chOff x="5729176" y="1775902"/>
            <a:chExt cx="1191284" cy="1140874"/>
          </a:xfrm>
        </p:grpSpPr>
        <p:cxnSp>
          <p:nvCxnSpPr>
            <p:cNvPr id="12" name="11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3" name="12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4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Horas x Docentes</a:t>
            </a:r>
            <a:endParaRPr lang="es-CO" sz="2200" b="1" dirty="0"/>
          </a:p>
        </p:txBody>
      </p:sp>
      <p:sp>
        <p:nvSpPr>
          <p:cNvPr id="16" name="15 Rectángulo"/>
          <p:cNvSpPr/>
          <p:nvPr/>
        </p:nvSpPr>
        <p:spPr>
          <a:xfrm>
            <a:off x="7664372" y="1840327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90799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262" y="1790632"/>
            <a:ext cx="8346890" cy="467773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9" name="8 Rectángulo redondeado"/>
          <p:cNvSpPr/>
          <p:nvPr/>
        </p:nvSpPr>
        <p:spPr>
          <a:xfrm>
            <a:off x="1826770" y="2794001"/>
            <a:ext cx="1272030" cy="304800"/>
          </a:xfrm>
          <a:prstGeom prst="roundRect">
            <a:avLst>
              <a:gd name="adj" fmla="val 8926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8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El reporte se puede imprimir y generar en Excel con los botones correspondientes</a:t>
            </a:r>
            <a:endParaRPr lang="es-CO" sz="1600" dirty="0"/>
          </a:p>
        </p:txBody>
      </p:sp>
      <p:grpSp>
        <p:nvGrpSpPr>
          <p:cNvPr id="10" name="9 Grupo"/>
          <p:cNvGrpSpPr/>
          <p:nvPr/>
        </p:nvGrpSpPr>
        <p:grpSpPr>
          <a:xfrm>
            <a:off x="3154501" y="1555800"/>
            <a:ext cx="1417499" cy="1390601"/>
            <a:chOff x="5729176" y="1775902"/>
            <a:chExt cx="1191284" cy="1140874"/>
          </a:xfrm>
        </p:grpSpPr>
        <p:cxnSp>
          <p:nvCxnSpPr>
            <p:cNvPr id="11" name="10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2" name="11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4" name="13 Rectángulo"/>
          <p:cNvSpPr/>
          <p:nvPr/>
        </p:nvSpPr>
        <p:spPr>
          <a:xfrm>
            <a:off x="7674312" y="1830388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64867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1F020BE888BB4AB316B9373C8B4F2E" ma:contentTypeVersion="16" ma:contentTypeDescription="Create a new document." ma:contentTypeScope="" ma:versionID="d4dd329fb7aefe8f0833961973de1dd5">
  <xsd:schema xmlns:xsd="http://www.w3.org/2001/XMLSchema" xmlns:xs="http://www.w3.org/2001/XMLSchema" xmlns:p="http://schemas.microsoft.com/office/2006/metadata/properties" xmlns:ns2="d5c1a6a5-0428-459c-81cd-cf402d4ff623" xmlns:ns3="4b5fc4ab-1594-4dd7-8d7e-2e0a7577b23f" targetNamespace="http://schemas.microsoft.com/office/2006/metadata/properties" ma:root="true" ma:fieldsID="566a881b36aa1cdccae23e7b73ffdaca" ns2:_="" ns3:_="">
    <xsd:import namespace="d5c1a6a5-0428-459c-81cd-cf402d4ff623"/>
    <xsd:import namespace="4b5fc4ab-1594-4dd7-8d7e-2e0a7577b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c1a6a5-0428-459c-81cd-cf402d4ff6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addd62e-4cdf-4ab6-87d1-e7567672f2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fc4ab-1594-4dd7-8d7e-2e0a7577b23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9790768-eeed-4a9d-bea6-26e76a0d1d82}" ma:internalName="TaxCatchAll" ma:showField="CatchAllData" ma:web="4b5fc4ab-1594-4dd7-8d7e-2e0a7577b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c1a6a5-0428-459c-81cd-cf402d4ff623">
      <Terms xmlns="http://schemas.microsoft.com/office/infopath/2007/PartnerControls"/>
    </lcf76f155ced4ddcb4097134ff3c332f>
    <TaxCatchAll xmlns="4b5fc4ab-1594-4dd7-8d7e-2e0a7577b23f" xsi:nil="true"/>
  </documentManagement>
</p:properties>
</file>

<file path=customXml/itemProps1.xml><?xml version="1.0" encoding="utf-8"?>
<ds:datastoreItem xmlns:ds="http://schemas.openxmlformats.org/officeDocument/2006/customXml" ds:itemID="{C36EDB88-A695-4660-AB50-0C900835912B}"/>
</file>

<file path=customXml/itemProps2.xml><?xml version="1.0" encoding="utf-8"?>
<ds:datastoreItem xmlns:ds="http://schemas.openxmlformats.org/officeDocument/2006/customXml" ds:itemID="{86ABB277-8789-4291-8205-31531EC9E44A}"/>
</file>

<file path=customXml/itemProps3.xml><?xml version="1.0" encoding="utf-8"?>
<ds:datastoreItem xmlns:ds="http://schemas.openxmlformats.org/officeDocument/2006/customXml" ds:itemID="{85E751F3-3B06-4A07-AAFF-639A3219F584}"/>
</file>

<file path=docProps/app.xml><?xml version="1.0" encoding="utf-8"?>
<Properties xmlns="http://schemas.openxmlformats.org/officeDocument/2006/extended-properties" xmlns:vt="http://schemas.openxmlformats.org/officeDocument/2006/docPropsVTypes">
  <TotalTime>547</TotalTime>
  <Words>162</Words>
  <Application>Microsoft Office PowerPoint</Application>
  <PresentationFormat>Presentación en pantalla (4:3)</PresentationFormat>
  <Paragraphs>13</Paragraphs>
  <Slides>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8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usb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S3-COMORG-JOAQUIN</dc:creator>
  <cp:lastModifiedBy>Andrea Pastori Rojas</cp:lastModifiedBy>
  <cp:revision>31</cp:revision>
  <dcterms:created xsi:type="dcterms:W3CDTF">2017-01-26T20:10:20Z</dcterms:created>
  <dcterms:modified xsi:type="dcterms:W3CDTF">2017-10-07T15:50:34Z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0x010100F71F020BE888BB4AB316B9373C8B4F2E</vt:lpwstr>
  </property>
  <property fmtid="{D5CDD505-2E9C-101B-9397-08002B2CF9AE}" pid="3" name="MediaServiceImageTags">
    <vt:lpwstr/>
  </property>
</Properties>
</file>