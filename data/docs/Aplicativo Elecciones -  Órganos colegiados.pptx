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62" r:id="rId6"/>
    <p:sldId id="263" r:id="rId7"/>
    <p:sldId id="267" r:id="rId8"/>
    <p:sldId id="264" r:id="rId9"/>
    <p:sldId id="265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fS06BVwugQ9PqqWd7ffOG6o75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BAAC45-2D9B-4E6B-A056-5A49F1520FE2}" v="329" dt="2022-11-01T21:25:32.222"/>
    <p1510:client id="{2AA7177A-31BD-4045-B339-C332D7F45BB4}" v="100" vWet="101" dt="2022-11-01T21:18:59.252"/>
    <p1510:client id="{929E606C-020A-4BF0-9C46-BD9C957C37A3}" v="58" dt="2022-11-01T21:29:20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20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PATRICIA PASTORI ROJAS" userId="S::andrea.pastori@unisimon.edu.co::62588e05-5874-4b1f-bb98-2372ec742878" providerId="AD" clId="Web-{929E606C-020A-4BF0-9C46-BD9C957C37A3}"/>
    <pc:docChg chg="modSld">
      <pc:chgData name="ANDREA PATRICIA PASTORI ROJAS" userId="S::andrea.pastori@unisimon.edu.co::62588e05-5874-4b1f-bb98-2372ec742878" providerId="AD" clId="Web-{929E606C-020A-4BF0-9C46-BD9C957C37A3}" dt="2022-11-01T21:29:20.402" v="28" actId="20577"/>
      <pc:docMkLst>
        <pc:docMk/>
      </pc:docMkLst>
      <pc:sldChg chg="modSp">
        <pc:chgData name="ANDREA PATRICIA PASTORI ROJAS" userId="S::andrea.pastori@unisimon.edu.co::62588e05-5874-4b1f-bb98-2372ec742878" providerId="AD" clId="Web-{929E606C-020A-4BF0-9C46-BD9C957C37A3}" dt="2022-11-01T21:28:56.431" v="16" actId="20577"/>
        <pc:sldMkLst>
          <pc:docMk/>
          <pc:sldMk cId="0" sldId="263"/>
        </pc:sldMkLst>
        <pc:spChg chg="mod">
          <ac:chgData name="ANDREA PATRICIA PASTORI ROJAS" userId="S::andrea.pastori@unisimon.edu.co::62588e05-5874-4b1f-bb98-2372ec742878" providerId="AD" clId="Web-{929E606C-020A-4BF0-9C46-BD9C957C37A3}" dt="2022-11-01T21:28:56.431" v="16" actId="20577"/>
          <ac:spMkLst>
            <pc:docMk/>
            <pc:sldMk cId="0" sldId="263"/>
            <ac:spMk id="140" creationId="{00000000-0000-0000-0000-000000000000}"/>
          </ac:spMkLst>
        </pc:spChg>
      </pc:sldChg>
      <pc:sldChg chg="modSp">
        <pc:chgData name="ANDREA PATRICIA PASTORI ROJAS" userId="S::andrea.pastori@unisimon.edu.co::62588e05-5874-4b1f-bb98-2372ec742878" providerId="AD" clId="Web-{929E606C-020A-4BF0-9C46-BD9C957C37A3}" dt="2022-11-01T21:29:20.402" v="28" actId="20577"/>
        <pc:sldMkLst>
          <pc:docMk/>
          <pc:sldMk cId="3230258820" sldId="264"/>
        </pc:sldMkLst>
        <pc:spChg chg="mod">
          <ac:chgData name="ANDREA PATRICIA PASTORI ROJAS" userId="S::andrea.pastori@unisimon.edu.co::62588e05-5874-4b1f-bb98-2372ec742878" providerId="AD" clId="Web-{929E606C-020A-4BF0-9C46-BD9C957C37A3}" dt="2022-11-01T21:29:20.402" v="28" actId="20577"/>
          <ac:spMkLst>
            <pc:docMk/>
            <pc:sldMk cId="3230258820" sldId="264"/>
            <ac:spMk id="140" creationId="{00000000-0000-0000-0000-000000000000}"/>
          </ac:spMkLst>
        </pc:spChg>
      </pc:sldChg>
    </pc:docChg>
  </pc:docChgLst>
  <pc:docChgLst>
    <pc:chgData name="HECTOR JUNIOR MARTINEZ CERVANTES" userId="0b86bddd-61ba-40f6-b111-41933449d4ea" providerId="ADAL" clId="{09BAAC45-2D9B-4E6B-A056-5A49F1520FE2}"/>
    <pc:docChg chg="undo redo custSel addSld delSld modSld">
      <pc:chgData name="HECTOR JUNIOR MARTINEZ CERVANTES" userId="0b86bddd-61ba-40f6-b111-41933449d4ea" providerId="ADAL" clId="{09BAAC45-2D9B-4E6B-A056-5A49F1520FE2}" dt="2022-11-01T21:25:32.222" v="350" actId="20577"/>
      <pc:docMkLst>
        <pc:docMk/>
      </pc:docMkLst>
      <pc:sldChg chg="addSp delSp modSp mod">
        <pc:chgData name="HECTOR JUNIOR MARTINEZ CERVANTES" userId="0b86bddd-61ba-40f6-b111-41933449d4ea" providerId="ADAL" clId="{09BAAC45-2D9B-4E6B-A056-5A49F1520FE2}" dt="2022-11-01T21:25:32.222" v="350" actId="20577"/>
        <pc:sldMkLst>
          <pc:docMk/>
          <pc:sldMk cId="0" sldId="263"/>
        </pc:sldMkLst>
        <pc:spChg chg="del mod">
          <ac:chgData name="HECTOR JUNIOR MARTINEZ CERVANTES" userId="0b86bddd-61ba-40f6-b111-41933449d4ea" providerId="ADAL" clId="{09BAAC45-2D9B-4E6B-A056-5A49F1520FE2}" dt="2022-11-01T21:21:18.556" v="26" actId="478"/>
          <ac:spMkLst>
            <pc:docMk/>
            <pc:sldMk cId="0" sldId="263"/>
            <ac:spMk id="11" creationId="{547C0CD7-BCCC-4A24-A8CD-20C1EAE36040}"/>
          </ac:spMkLst>
        </pc:spChg>
        <pc:spChg chg="mod">
          <ac:chgData name="HECTOR JUNIOR MARTINEZ CERVANTES" userId="0b86bddd-61ba-40f6-b111-41933449d4ea" providerId="ADAL" clId="{09BAAC45-2D9B-4E6B-A056-5A49F1520FE2}" dt="2022-11-01T21:22:27.180" v="34" actId="20577"/>
          <ac:spMkLst>
            <pc:docMk/>
            <pc:sldMk cId="0" sldId="263"/>
            <ac:spMk id="139" creationId="{00000000-0000-0000-0000-000000000000}"/>
          </ac:spMkLst>
        </pc:spChg>
        <pc:spChg chg="mod">
          <ac:chgData name="HECTOR JUNIOR MARTINEZ CERVANTES" userId="0b86bddd-61ba-40f6-b111-41933449d4ea" providerId="ADAL" clId="{09BAAC45-2D9B-4E6B-A056-5A49F1520FE2}" dt="2022-11-01T21:25:32.222" v="350" actId="20577"/>
          <ac:spMkLst>
            <pc:docMk/>
            <pc:sldMk cId="0" sldId="263"/>
            <ac:spMk id="140" creationId="{00000000-0000-0000-0000-000000000000}"/>
          </ac:spMkLst>
        </pc:spChg>
        <pc:picChg chg="del mod modCrop">
          <ac:chgData name="HECTOR JUNIOR MARTINEZ CERVANTES" userId="0b86bddd-61ba-40f6-b111-41933449d4ea" providerId="ADAL" clId="{09BAAC45-2D9B-4E6B-A056-5A49F1520FE2}" dt="2022-11-01T21:23:53.500" v="122" actId="478"/>
          <ac:picMkLst>
            <pc:docMk/>
            <pc:sldMk cId="0" sldId="263"/>
            <ac:picMk id="3" creationId="{0F013258-CCC3-4D44-BAA1-CEF2A96AF919}"/>
          </ac:picMkLst>
        </pc:picChg>
        <pc:picChg chg="add mod modCrop">
          <ac:chgData name="HECTOR JUNIOR MARTINEZ CERVANTES" userId="0b86bddd-61ba-40f6-b111-41933449d4ea" providerId="ADAL" clId="{09BAAC45-2D9B-4E6B-A056-5A49F1520FE2}" dt="2022-11-01T21:25:18.817" v="339" actId="1036"/>
          <ac:picMkLst>
            <pc:docMk/>
            <pc:sldMk cId="0" sldId="263"/>
            <ac:picMk id="4" creationId="{A715ABF8-6CA7-94E1-7D27-CC0C583BC89C}"/>
          </ac:picMkLst>
        </pc:picChg>
      </pc:sldChg>
      <pc:sldChg chg="delSp modSp mod">
        <pc:chgData name="HECTOR JUNIOR MARTINEZ CERVANTES" userId="0b86bddd-61ba-40f6-b111-41933449d4ea" providerId="ADAL" clId="{09BAAC45-2D9B-4E6B-A056-5A49F1520FE2}" dt="2022-11-01T21:21:14.771" v="25" actId="478"/>
        <pc:sldMkLst>
          <pc:docMk/>
          <pc:sldMk cId="3928012548" sldId="265"/>
        </pc:sldMkLst>
        <pc:spChg chg="del mod topLvl">
          <ac:chgData name="HECTOR JUNIOR MARTINEZ CERVANTES" userId="0b86bddd-61ba-40f6-b111-41933449d4ea" providerId="ADAL" clId="{09BAAC45-2D9B-4E6B-A056-5A49F1520FE2}" dt="2022-11-01T21:21:14.771" v="25" actId="478"/>
          <ac:spMkLst>
            <pc:docMk/>
            <pc:sldMk cId="3928012548" sldId="265"/>
            <ac:spMk id="7" creationId="{4C10ABE8-83D0-4069-ABFE-20F0321D0A22}"/>
          </ac:spMkLst>
        </pc:spChg>
        <pc:grpChg chg="del mod">
          <ac:chgData name="HECTOR JUNIOR MARTINEZ CERVANTES" userId="0b86bddd-61ba-40f6-b111-41933449d4ea" providerId="ADAL" clId="{09BAAC45-2D9B-4E6B-A056-5A49F1520FE2}" dt="2022-11-01T21:21:14.771" v="25" actId="478"/>
          <ac:grpSpMkLst>
            <pc:docMk/>
            <pc:sldMk cId="3928012548" sldId="265"/>
            <ac:grpSpMk id="5" creationId="{D61BF375-D4F2-478A-A509-06710FB53F66}"/>
          </ac:grpSpMkLst>
        </pc:grpChg>
        <pc:picChg chg="mod topLvl modCrop">
          <ac:chgData name="HECTOR JUNIOR MARTINEZ CERVANTES" userId="0b86bddd-61ba-40f6-b111-41933449d4ea" providerId="ADAL" clId="{09BAAC45-2D9B-4E6B-A056-5A49F1520FE2}" dt="2022-11-01T21:21:14.771" v="25" actId="478"/>
          <ac:picMkLst>
            <pc:docMk/>
            <pc:sldMk cId="3928012548" sldId="265"/>
            <ac:picMk id="3" creationId="{82F92E20-10CF-4D97-9E6F-9EFC0A2F4F0D}"/>
          </ac:picMkLst>
        </pc:picChg>
      </pc:sldChg>
      <pc:sldChg chg="del">
        <pc:chgData name="HECTOR JUNIOR MARTINEZ CERVANTES" userId="0b86bddd-61ba-40f6-b111-41933449d4ea" providerId="ADAL" clId="{09BAAC45-2D9B-4E6B-A056-5A49F1520FE2}" dt="2022-11-01T21:25:24.534" v="340" actId="2696"/>
        <pc:sldMkLst>
          <pc:docMk/>
          <pc:sldMk cId="3964891721" sldId="266"/>
        </pc:sldMkLst>
      </pc:sldChg>
      <pc:sldChg chg="add">
        <pc:chgData name="HECTOR JUNIOR MARTINEZ CERVANTES" userId="0b86bddd-61ba-40f6-b111-41933449d4ea" providerId="ADAL" clId="{09BAAC45-2D9B-4E6B-A056-5A49F1520FE2}" dt="2022-11-01T21:22:20.300" v="27" actId="2890"/>
        <pc:sldMkLst>
          <pc:docMk/>
          <pc:sldMk cId="2338844330" sldId="267"/>
        </pc:sldMkLst>
      </pc:sldChg>
      <pc:sldMasterChg chg="delSldLayout">
        <pc:chgData name="HECTOR JUNIOR MARTINEZ CERVANTES" userId="0b86bddd-61ba-40f6-b111-41933449d4ea" providerId="ADAL" clId="{09BAAC45-2D9B-4E6B-A056-5A49F1520FE2}" dt="2022-11-01T21:25:24.534" v="340" actId="2696"/>
        <pc:sldMasterMkLst>
          <pc:docMk/>
          <pc:sldMasterMk cId="0" sldId="2147483648"/>
        </pc:sldMasterMkLst>
        <pc:sldLayoutChg chg="del">
          <pc:chgData name="HECTOR JUNIOR MARTINEZ CERVANTES" userId="0b86bddd-61ba-40f6-b111-41933449d4ea" providerId="ADAL" clId="{09BAAC45-2D9B-4E6B-A056-5A49F1520FE2}" dt="2022-11-01T21:25:24.534" v="340" actId="2696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  <pc:docChgLst>
    <pc:chgData name="ANDREA PATRICIA PASTORI ROJAS" userId="S::andrea.pastori@unisimon.edu.co::62588e05-5874-4b1f-bb98-2372ec742878" providerId="AD" clId="Web-{2AA7177A-31BD-4045-B339-C332D7F45BB4}"/>
    <pc:docChg chg="addSld modSld">
      <pc:chgData name="ANDREA PATRICIA PASTORI ROJAS" userId="S::andrea.pastori@unisimon.edu.co::62588e05-5874-4b1f-bb98-2372ec742878" providerId="AD" clId="Web-{2AA7177A-31BD-4045-B339-C332D7F45BB4}" dt="2022-11-01T21:18:57.674" v="61" actId="20577"/>
      <pc:docMkLst>
        <pc:docMk/>
      </pc:docMkLst>
      <pc:sldChg chg="modSp">
        <pc:chgData name="ANDREA PATRICIA PASTORI ROJAS" userId="S::andrea.pastori@unisimon.edu.co::62588e05-5874-4b1f-bb98-2372ec742878" providerId="AD" clId="Web-{2AA7177A-31BD-4045-B339-C332D7F45BB4}" dt="2022-11-01T21:18:46.939" v="44" actId="20577"/>
        <pc:sldMkLst>
          <pc:docMk/>
          <pc:sldMk cId="0" sldId="256"/>
        </pc:sldMkLst>
        <pc:spChg chg="mod">
          <ac:chgData name="ANDREA PATRICIA PASTORI ROJAS" userId="S::andrea.pastori@unisimon.edu.co::62588e05-5874-4b1f-bb98-2372ec742878" providerId="AD" clId="Web-{2AA7177A-31BD-4045-B339-C332D7F45BB4}" dt="2022-11-01T21:18:46.939" v="44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 new">
        <pc:chgData name="ANDREA PATRICIA PASTORI ROJAS" userId="S::andrea.pastori@unisimon.edu.co::62588e05-5874-4b1f-bb98-2372ec742878" providerId="AD" clId="Web-{2AA7177A-31BD-4045-B339-C332D7F45BB4}" dt="2022-11-01T21:18:57.674" v="61" actId="20577"/>
        <pc:sldMkLst>
          <pc:docMk/>
          <pc:sldMk cId="3964891721" sldId="266"/>
        </pc:sldMkLst>
        <pc:spChg chg="mod">
          <ac:chgData name="ANDREA PATRICIA PASTORI ROJAS" userId="S::andrea.pastori@unisimon.edu.co::62588e05-5874-4b1f-bb98-2372ec742878" providerId="AD" clId="Web-{2AA7177A-31BD-4045-B339-C332D7F45BB4}" dt="2022-11-01T21:18:57.674" v="61" actId="20577"/>
          <ac:spMkLst>
            <pc:docMk/>
            <pc:sldMk cId="3964891721" sldId="266"/>
            <ac:spMk id="2" creationId="{ECC6B754-0FAD-EDCA-95F4-1DEC1149ACB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9024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91057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6" name="Google Shape;13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2556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lecciones.unisimon.edu.c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53143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313000" y="1874778"/>
            <a:ext cx="7105800" cy="5693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ELECCIONES</a:t>
            </a:r>
            <a:r>
              <a:rPr lang="es-CO" sz="4800" b="1">
                <a:solidFill>
                  <a:schemeClr val="lt1"/>
                </a:solidFill>
              </a:rPr>
              <a:t> – Órganos colegiados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4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INSTRUCTIVO</a:t>
            </a: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buSzPts val="2800"/>
            </a:pP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s-CO" sz="2800" b="0" i="0" u="none" strike="noStrike" cap="none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r>
              <a:rPr lang="es-CO" sz="2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60 en negrita alineado a la izquierda)</a:t>
            </a:r>
            <a:r>
              <a:rPr lang="es-CO" sz="2800">
                <a:solidFill>
                  <a:schemeClr val="lt1"/>
                </a:solidFill>
              </a:rPr>
              <a:t> </a:t>
            </a:r>
            <a:endParaRPr lang="es-CO"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36578" y="237622"/>
            <a:ext cx="429260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0" y="5081700"/>
            <a:ext cx="12179299" cy="165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322430" y="2244060"/>
            <a:ext cx="71058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s-CO"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¿Cómo votar?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Acceder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CO" sz="2000" dirty="0">
                <a:solidFill>
                  <a:schemeClr val="dk1"/>
                </a:solidFill>
              </a:rPr>
              <a:t>Se debe ingresar al enlace </a:t>
            </a:r>
            <a:r>
              <a:rPr lang="es-CO" sz="2000" dirty="0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https://elecciones.unisimon.edu.co/</a:t>
            </a:r>
            <a:r>
              <a:rPr lang="es-CO" sz="2000" dirty="0">
                <a:solidFill>
                  <a:schemeClr val="dk1"/>
                </a:solidFill>
              </a:rPr>
              <a:t>, digite su nombre de usuario y contraseña institucional y luego clic en </a:t>
            </a:r>
            <a:r>
              <a:rPr lang="es-CO" sz="2000" b="1" dirty="0">
                <a:solidFill>
                  <a:schemeClr val="dk1"/>
                </a:solidFill>
              </a:rPr>
              <a:t>“Iniciar sesión”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15ABF8-6CA7-94E1-7D27-CC0C583BC8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565"/>
          <a:stretch/>
        </p:blipFill>
        <p:spPr>
          <a:xfrm>
            <a:off x="1533019" y="2487168"/>
            <a:ext cx="8255104" cy="39136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013258-CCC3-4D44-BAA1-CEF2A96AF91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738"/>
          <a:stretch/>
        </p:blipFill>
        <p:spPr>
          <a:xfrm>
            <a:off x="1028136" y="2816613"/>
            <a:ext cx="9809357" cy="3772806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1051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ingresar podrá visualizar un listado con todas las elecciones en las que podrá participar según su rol dentro de la institución. Para iniciar, seleccione el botón “</a:t>
            </a:r>
            <a:r>
              <a:rPr lang="es-CO"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Votar</a:t>
            </a: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de la elección en la que desea participar.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3884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835C96B-43EF-46BD-863B-FD45E15C6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00" y="2937510"/>
            <a:ext cx="10972800" cy="3371850"/>
          </a:xfrm>
          <a:prstGeom prst="rect">
            <a:avLst/>
          </a:prstGeom>
        </p:spPr>
      </p:pic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buSzPts val="1100"/>
            </a:pP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Haga clic sobre </a:t>
            </a:r>
            <a:r>
              <a:rPr lang="es-CO" sz="2000" dirty="0">
                <a:solidFill>
                  <a:schemeClr val="dk1"/>
                </a:solidFill>
              </a:rPr>
              <a:t>el nombre o la </a:t>
            </a:r>
            <a:r>
              <a:rPr lang="es-CO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foto del candidato por el que desea votar, el sistema le solicitará confirmación de la acción.</a:t>
            </a:r>
            <a:r>
              <a:rPr lang="es-CO" sz="2000" dirty="0">
                <a:solidFill>
                  <a:schemeClr val="dk1"/>
                </a:solidFill>
              </a:rPr>
              <a:t> 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25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435899" y="952110"/>
            <a:ext cx="6715527" cy="72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360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Votación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43530" y="1681500"/>
            <a:ext cx="11178570" cy="774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-CO"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 finalizar, el sistema automáticamente volverá a la pantalla de inicio, indicándole que su voto ha sido enviado con éxito.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F92E20-10CF-4D97-9E6F-9EFC0A2F4F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568" t="27545" b="6646"/>
          <a:stretch/>
        </p:blipFill>
        <p:spPr>
          <a:xfrm>
            <a:off x="1316736" y="2512972"/>
            <a:ext cx="8723376" cy="3777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0125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36D466-397F-406A-8001-3D76513733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4635A4-15C1-491B-BE87-9A6F894697F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BA26B1-84F4-44BB-8C1C-6D4C7FDEDC7E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6</Slides>
  <Notes>6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revision>6</cp:revision>
  <dcterms:created xsi:type="dcterms:W3CDTF">2021-08-30T16:06:06Z</dcterms:created>
  <dcterms:modified xsi:type="dcterms:W3CDTF">2022-11-01T21:29:22Z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