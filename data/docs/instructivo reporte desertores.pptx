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88" r:id="rId11"/>
    <p:sldId id="289" r:id="rId12"/>
    <p:sldId id="290" r:id="rId13"/>
    <p:sldId id="291" r:id="rId14"/>
    <p:sldId id="292" r:id="rId15"/>
    <p:sldId id="294" r:id="rId16"/>
    <p:sldId id="293" r:id="rId17"/>
    <p:sldId id="295" r:id="rId18"/>
    <p:sldId id="296" r:id="rId19"/>
    <p:sldId id="298" r:id="rId20"/>
    <p:sldId id="297" r:id="rId21"/>
    <p:sldId id="299" r:id="rId22"/>
    <p:sldId id="300" r:id="rId23"/>
    <p:sldId id="302" r:id="rId24"/>
    <p:sldId id="301" r:id="rId25"/>
    <p:sldId id="303" r:id="rId26"/>
    <p:sldId id="304" r:id="rId27"/>
    <p:sldId id="306" r:id="rId28"/>
    <p:sldId id="305" r:id="rId29"/>
    <p:sldId id="307" r:id="rId30"/>
    <p:sldId id="308" r:id="rId3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13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Reportes de desertores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Profesores y Administrativos»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" y="1769781"/>
            <a:ext cx="8653463" cy="417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sistema deberá seleccionar el módulo «Desertores»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4352098" y="1504790"/>
            <a:ext cx="859096" cy="235258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3134922" y="3257447"/>
            <a:ext cx="121717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04" y="1957021"/>
            <a:ext cx="8215096" cy="400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Seleccionar el icono “Reportes”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595194" y="1500684"/>
            <a:ext cx="462581" cy="2013255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2948609" y="3070633"/>
            <a:ext cx="1600199" cy="878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5950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26071"/>
            <a:ext cx="8610599" cy="409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 continuación, se mostrarán los reportes disponibles 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23900" y="2853663"/>
            <a:ext cx="7823752" cy="193037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7887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339101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por programa consolidado</a:t>
            </a:r>
          </a:p>
        </p:txBody>
      </p:sp>
    </p:spTree>
    <p:extLst>
      <p:ext uri="{BB962C8B-B14F-4D97-AF65-F5344CB8AC3E}">
        <p14:creationId xmlns:p14="http://schemas.microsoft.com/office/powerpoint/2010/main" val="173433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83" y="2055004"/>
            <a:ext cx="7823793" cy="363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Procedemos a completar todos los filtros, [año,periodo,tipo deserción, nivel, programa], posteriormente presionamos el boton buscar.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7183548" y="1458623"/>
            <a:ext cx="722055" cy="1840217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6020345" y="3023466"/>
            <a:ext cx="1121838" cy="4553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8612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243138"/>
            <a:ext cx="84486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Al presionar buscar se generará un aviso previo para generar el reporte, al presionar “Si” se generara automáticamente.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3161392" y="3720872"/>
            <a:ext cx="1483179" cy="73433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07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por factores</a:t>
            </a:r>
          </a:p>
        </p:txBody>
      </p:sp>
    </p:spTree>
    <p:extLst>
      <p:ext uri="{BB962C8B-B14F-4D97-AF65-F5344CB8AC3E}">
        <p14:creationId xmlns:p14="http://schemas.microsoft.com/office/powerpoint/2010/main" val="377271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26071"/>
            <a:ext cx="8610599" cy="409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Continuamos con el reporte por factores.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274471" y="1598910"/>
            <a:ext cx="722055" cy="184397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2981740" y="2893420"/>
            <a:ext cx="1292731" cy="878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19174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88225"/>
            <a:ext cx="8185355" cy="375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Procedemos a completar todos los filtros, [año,periodo,tipo deserción], posteriormente presionamos el boton buscar.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939704" y="3078240"/>
            <a:ext cx="1049200" cy="4553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0455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243138"/>
            <a:ext cx="84486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Al presionar buscar se generará un aviso previo para generar el reporte, al presionar “Si” se generará automáticamente.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3161392" y="3720872"/>
            <a:ext cx="1483179" cy="73433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06107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de Factores por semestre</a:t>
            </a:r>
          </a:p>
        </p:txBody>
      </p:sp>
    </p:spTree>
    <p:extLst>
      <p:ext uri="{BB962C8B-B14F-4D97-AF65-F5344CB8AC3E}">
        <p14:creationId xmlns:p14="http://schemas.microsoft.com/office/powerpoint/2010/main" val="4104729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26071"/>
            <a:ext cx="8610599" cy="409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Continuamos con el reporte por factores por semestre.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6485193" y="1504790"/>
            <a:ext cx="722055" cy="184397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4826922" y="2893420"/>
            <a:ext cx="1600199" cy="878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40567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51011"/>
            <a:ext cx="8401050" cy="391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Procedemos a completar todos los filtros, [año,periodo,tipo deserción], posteriormente presionamos el boton buscar.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990850" y="2811964"/>
            <a:ext cx="519112" cy="4553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19119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243138"/>
            <a:ext cx="84486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Al presionar buscar se generara un aviso previo para generar el reporte, al presionar “si” se generara automáticamente.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161392" y="3720872"/>
            <a:ext cx="1483179" cy="73433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59106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de Factores y Edad</a:t>
            </a:r>
          </a:p>
        </p:txBody>
      </p:sp>
    </p:spTree>
    <p:extLst>
      <p:ext uri="{BB962C8B-B14F-4D97-AF65-F5344CB8AC3E}">
        <p14:creationId xmlns:p14="http://schemas.microsoft.com/office/powerpoint/2010/main" val="531167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26071"/>
            <a:ext cx="8610599" cy="409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Continuamos con el reporte por factores y edad.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8452772" y="1488642"/>
            <a:ext cx="722055" cy="184397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6835351" y="2889659"/>
            <a:ext cx="1600199" cy="878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40018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7" y="2215468"/>
            <a:ext cx="7616825" cy="357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Procedemos a completar todos los filtros, [año,periodo,tipo deserción], posteriormente presionamos el boton buscar.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189854" y="3070264"/>
            <a:ext cx="519112" cy="4553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00091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243138"/>
            <a:ext cx="84486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Al presionar buscar se generara un aviso previo para generar el reporte, al presionar “si” y se generara automáticamente.</a:t>
            </a:r>
          </a:p>
        </p:txBody>
      </p:sp>
      <p:sp>
        <p:nvSpPr>
          <p:cNvPr id="5" name="4 Rectángulo redondeado"/>
          <p:cNvSpPr/>
          <p:nvPr/>
        </p:nvSpPr>
        <p:spPr>
          <a:xfrm>
            <a:off x="3161392" y="3720872"/>
            <a:ext cx="1483179" cy="73433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37871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Factores y Género</a:t>
            </a:r>
          </a:p>
        </p:txBody>
      </p:sp>
    </p:spTree>
    <p:extLst>
      <p:ext uri="{BB962C8B-B14F-4D97-AF65-F5344CB8AC3E}">
        <p14:creationId xmlns:p14="http://schemas.microsoft.com/office/powerpoint/2010/main" val="3911186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26071"/>
            <a:ext cx="8610599" cy="409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Continuamos con el reporte por factores y genero.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531165" y="1616766"/>
            <a:ext cx="2372138" cy="270344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773429" y="3908184"/>
            <a:ext cx="1600199" cy="878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54073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87" y="2065337"/>
            <a:ext cx="8601625" cy="3935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Procedemos a llenar todos los filtros, [año,periodo,tipo deserción], posteriormente presionamos el boton buscar.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007858" y="3070264"/>
            <a:ext cx="519112" cy="4553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53178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243138"/>
            <a:ext cx="84486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Al presionar buscar se generara un aviso previo para generar el reporte, al presionar que “si” y se generara automáticamente.</a:t>
            </a:r>
          </a:p>
        </p:txBody>
      </p:sp>
      <p:sp>
        <p:nvSpPr>
          <p:cNvPr id="5" name="4 Rectángulo redondeado"/>
          <p:cNvSpPr/>
          <p:nvPr/>
        </p:nvSpPr>
        <p:spPr>
          <a:xfrm>
            <a:off x="3161392" y="3720872"/>
            <a:ext cx="1483179" cy="73433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49081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5B58C1A-9E2F-4942-93C1-B86659D31F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E29041-4F8D-4846-A1D4-91D2DF3CB852}"/>
</file>

<file path=customXml/itemProps3.xml><?xml version="1.0" encoding="utf-8"?>
<ds:datastoreItem xmlns:ds="http://schemas.openxmlformats.org/officeDocument/2006/customXml" ds:itemID="{A2E9FAD8-D2B2-4E8A-ABF5-752D79C411D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4999</TotalTime>
  <Words>376</Words>
  <Application>Microsoft Office PowerPoint</Application>
  <PresentationFormat>Presentación en pantalla (4:3)</PresentationFormat>
  <Paragraphs>37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Patricia Pastori Rojas</cp:lastModifiedBy>
  <cp:revision>194</cp:revision>
  <dcterms:created xsi:type="dcterms:W3CDTF">2018-01-24T15:16:31Z</dcterms:created>
  <dcterms:modified xsi:type="dcterms:W3CDTF">2021-05-10T21:25:11Z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