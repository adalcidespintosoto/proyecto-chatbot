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73" r:id="rId8"/>
    <p:sldId id="260" r:id="rId9"/>
    <p:sldId id="264" r:id="rId10"/>
    <p:sldId id="274" r:id="rId11"/>
    <p:sldId id="275" r:id="rId12"/>
    <p:sldId id="278" r:id="rId13"/>
    <p:sldId id="277" r:id="rId14"/>
    <p:sldId id="276" r:id="rId15"/>
    <p:sldId id="279" r:id="rId16"/>
    <p:sldId id="268" r:id="rId17"/>
    <p:sldId id="280" r:id="rId18"/>
    <p:sldId id="281" r:id="rId19"/>
    <p:sldId id="284" r:id="rId20"/>
    <p:sldId id="285" r:id="rId21"/>
    <p:sldId id="287" r:id="rId22"/>
    <p:sldId id="288" r:id="rId23"/>
    <p:sldId id="289" r:id="rId24"/>
    <p:sldId id="290" r:id="rId25"/>
    <p:sldId id="291" r:id="rId26"/>
    <p:sldId id="292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5OeIb1CFjhuHIVeCvw8At5FDq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0F02C-9D86-4C64-880C-8A69F0A074BC}" v="4" dt="2021-11-23T19:32:02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 Angelica Barrios Perez" userId="S::rosa.barrios@unisimon.edu.co::61e37d19-e541-46a5-b81f-95b5523b9267" providerId="AD" clId="Web-{3420F02C-9D86-4C64-880C-8A69F0A074BC}"/>
    <pc:docChg chg="modSld">
      <pc:chgData name="Rosa Angelica Barrios Perez" userId="S::rosa.barrios@unisimon.edu.co::61e37d19-e541-46a5-b81f-95b5523b9267" providerId="AD" clId="Web-{3420F02C-9D86-4C64-880C-8A69F0A074BC}" dt="2021-11-23T19:32:02.040" v="2" actId="20577"/>
      <pc:docMkLst>
        <pc:docMk/>
      </pc:docMkLst>
      <pc:sldChg chg="modSp">
        <pc:chgData name="Rosa Angelica Barrios Perez" userId="S::rosa.barrios@unisimon.edu.co::61e37d19-e541-46a5-b81f-95b5523b9267" providerId="AD" clId="Web-{3420F02C-9D86-4C64-880C-8A69F0A074BC}" dt="2021-11-23T19:32:02.040" v="2" actId="20577"/>
        <pc:sldMkLst>
          <pc:docMk/>
          <pc:sldMk cId="0" sldId="256"/>
        </pc:sldMkLst>
        <pc:spChg chg="mod">
          <ac:chgData name="Rosa Angelica Barrios Perez" userId="S::rosa.barrios@unisimon.edu.co::61e37d19-e541-46a5-b81f-95b5523b9267" providerId="AD" clId="Web-{3420F02C-9D86-4C64-880C-8A69F0A074BC}" dt="2021-11-23T19:32:02.040" v="2" actId="20577"/>
          <ac:spMkLst>
            <pc:docMk/>
            <pc:sldMk cId="0" sldId="256"/>
            <ac:spMk id="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7c35cf46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f7c35cf46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7c35cf46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f7c35cf46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1368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914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751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8509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488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0663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6645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4032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051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5139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3436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6664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4142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1023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304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3202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7c35cf4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f7c35cf4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2167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portales/administrativo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402550" y="1037725"/>
            <a:ext cx="114333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</a:rPr>
              <a:t>BLOQUEOS, SANCIONES Y EXCEPCIONES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0800" marR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800"/>
            </a:pPr>
            <a:r>
              <a:rPr lang="es-CO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CO" sz="2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s-CO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60 en negrita alineado a la izquierda)</a:t>
            </a:r>
            <a:r>
              <a:rPr lang="es-CO" sz="2800" dirty="0">
                <a:solidFill>
                  <a:schemeClr val="lt1"/>
                </a:solidFill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2383412" y="74400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304400" y="1392625"/>
            <a:ext cx="11549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dirty="0">
                <a:solidFill>
                  <a:schemeClr val="dk1"/>
                </a:solidFill>
              </a:rPr>
              <a:t>Desde la página web de la universidad, en la sección de </a:t>
            </a:r>
            <a:r>
              <a:rPr lang="es-CO" sz="2000" b="1" dirty="0">
                <a:solidFill>
                  <a:schemeClr val="dk1"/>
                </a:solidFill>
              </a:rPr>
              <a:t>“Portales”</a:t>
            </a:r>
            <a:r>
              <a:rPr lang="es-CO" sz="2000" dirty="0">
                <a:solidFill>
                  <a:schemeClr val="dk1"/>
                </a:solidFill>
              </a:rPr>
              <a:t> (</a:t>
            </a:r>
            <a:r>
              <a:rPr lang="es-CO" sz="20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http://www.unisimon.edu.co/portales/administrativos</a:t>
            </a:r>
            <a:r>
              <a:rPr lang="es-CO" sz="2000" dirty="0">
                <a:solidFill>
                  <a:schemeClr val="dk1"/>
                </a:solidFill>
              </a:rPr>
              <a:t>), ingrese su usuario y contraseña, y presione el botón </a:t>
            </a:r>
            <a:r>
              <a:rPr lang="es-CO" sz="2000" b="1" dirty="0">
                <a:solidFill>
                  <a:schemeClr val="dk1"/>
                </a:solidFill>
              </a:rPr>
              <a:t>“Acceder</a:t>
            </a:r>
            <a:r>
              <a:rPr lang="es-CO" sz="2000" b="1" i="0" u="none" strike="noStrike" cap="none" dirty="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rPr>
              <a:t>”</a:t>
            </a:r>
            <a:endParaRPr sz="2000" b="1" dirty="0">
              <a:latin typeface="+mj-lt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 l="6096" r="8037"/>
          <a:stretch/>
        </p:blipFill>
        <p:spPr>
          <a:xfrm>
            <a:off x="877400" y="2560825"/>
            <a:ext cx="10206425" cy="33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7c35cf46a_0_11"/>
          <p:cNvSpPr/>
          <p:nvPr/>
        </p:nvSpPr>
        <p:spPr>
          <a:xfrm>
            <a:off x="2383412" y="74400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f7c35cf46a_0_11"/>
          <p:cNvSpPr txBox="1"/>
          <p:nvPr/>
        </p:nvSpPr>
        <p:spPr>
          <a:xfrm>
            <a:off x="700625" y="1527535"/>
            <a:ext cx="1079084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dirty="0">
                <a:solidFill>
                  <a:schemeClr val="dk1"/>
                </a:solidFill>
              </a:rPr>
              <a:t>Una vez que haya ingresado al Portal, seleccione la opción </a:t>
            </a:r>
            <a:r>
              <a:rPr lang="es-CO" sz="2000" b="1" dirty="0">
                <a:solidFill>
                  <a:schemeClr val="dk1"/>
                </a:solidFill>
              </a:rPr>
              <a:t>“Matrícula</a:t>
            </a:r>
            <a:r>
              <a:rPr lang="es-CO" sz="2000" b="1" i="0" u="none" strike="noStrike" cap="none" dirty="0">
                <a:solidFill>
                  <a:srgbClr val="000000"/>
                </a:solidFill>
                <a:latin typeface="+mn-lt"/>
                <a:ea typeface="Calibri"/>
                <a:cs typeface="Calibri"/>
                <a:sym typeface="Calibri"/>
              </a:rPr>
              <a:t>”</a:t>
            </a:r>
            <a:endParaRPr b="1" dirty="0">
              <a:latin typeface="+mn-lt"/>
            </a:endParaRPr>
          </a:p>
        </p:txBody>
      </p:sp>
      <p:pic>
        <p:nvPicPr>
          <p:cNvPr id="101" name="Google Shape;101;gf7c35cf46a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25" y="2560825"/>
            <a:ext cx="10790845" cy="41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58F07BA-F8D0-4F9A-88AA-611BEDD2BD55}"/>
              </a:ext>
            </a:extLst>
          </p:cNvPr>
          <p:cNvSpPr/>
          <p:nvPr/>
        </p:nvSpPr>
        <p:spPr>
          <a:xfrm>
            <a:off x="8829207" y="4032354"/>
            <a:ext cx="2053652" cy="116820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8C9CE4B-10B4-4BB4-A6AE-D51D9A6E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4" y="2133581"/>
            <a:ext cx="11197652" cy="4362071"/>
          </a:xfrm>
          <a:prstGeom prst="rect">
            <a:avLst/>
          </a:prstGeom>
        </p:spPr>
      </p:pic>
      <p:sp>
        <p:nvSpPr>
          <p:cNvPr id="99" name="Google Shape;99;gf7c35cf46a_0_11"/>
          <p:cNvSpPr/>
          <p:nvPr/>
        </p:nvSpPr>
        <p:spPr>
          <a:xfrm>
            <a:off x="2383412" y="74400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f7c35cf46a_0_11"/>
          <p:cNvSpPr txBox="1"/>
          <p:nvPr/>
        </p:nvSpPr>
        <p:spPr>
          <a:xfrm>
            <a:off x="700625" y="1527535"/>
            <a:ext cx="1079084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dirty="0">
                <a:solidFill>
                  <a:schemeClr val="dk1"/>
                </a:solidFill>
              </a:rPr>
              <a:t>Dentro del menú de Matrícula, seleccione la opción </a:t>
            </a:r>
            <a:r>
              <a:rPr lang="es-CO" sz="2000" b="1" dirty="0">
                <a:solidFill>
                  <a:schemeClr val="dk1"/>
                </a:solidFill>
              </a:rPr>
              <a:t>“Bloqueos, Sanciones y Excepciones”</a:t>
            </a:r>
            <a:endParaRPr b="1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58F07BA-F8D0-4F9A-88AA-611BEDD2BD55}"/>
              </a:ext>
            </a:extLst>
          </p:cNvPr>
          <p:cNvSpPr/>
          <p:nvPr/>
        </p:nvSpPr>
        <p:spPr>
          <a:xfrm>
            <a:off x="6340838" y="3957403"/>
            <a:ext cx="2263515" cy="1229194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7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7c35cf46a_0_0"/>
          <p:cNvSpPr txBox="1"/>
          <p:nvPr/>
        </p:nvSpPr>
        <p:spPr>
          <a:xfrm>
            <a:off x="435900" y="1054362"/>
            <a:ext cx="11086200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este módulo, podrá consultar, crear, anular y/o modificar los bloqueos, sanciones y/o excepciones asociadas a un estudiante.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la consulta, cuenta con diferentes criterios de búsqueda y adicionalmente podrá descargar reportes en formato Excel.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35900" y="5938548"/>
            <a:ext cx="10911654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6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600" dirty="0">
                <a:solidFill>
                  <a:schemeClr val="dk1"/>
                </a:solidFill>
                <a:ea typeface="Calibri"/>
              </a:rPr>
              <a:t>Las opciones (bloqueos, sanciones, excepciones) y acciones (crear, anular, modificar) habilitadas, dependerán de los permisos asociados a su usuario.</a:t>
            </a:r>
            <a:endParaRPr lang="es-CO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AC5C13-C6B7-4DA7-854D-DED1A2DD1A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121" r="63423" b="70371"/>
          <a:stretch/>
        </p:blipFill>
        <p:spPr>
          <a:xfrm>
            <a:off x="435899" y="2700996"/>
            <a:ext cx="11119695" cy="2700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Bloqueos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8A57529A-1A22-4E37-85E9-A8C22702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2888222"/>
            <a:ext cx="11226217" cy="1641210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1108620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Escoja 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Bloqueos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 </a:t>
            </a:r>
            <a:r>
              <a:rPr lang="es-CO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luego seleccione el botón “Nuevo”, en la ventana emergente que aparecerá, diligencie todos los campos. 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35900" y="5938548"/>
            <a:ext cx="1091165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659322" y="3198952"/>
            <a:ext cx="7718966" cy="1141863"/>
            <a:chOff x="647114" y="3103769"/>
            <a:chExt cx="7297188" cy="905523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7114" y="3263705"/>
              <a:ext cx="1955409" cy="745587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994972" y="3103769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6571381" y="3512111"/>
              <a:ext cx="1069145" cy="315682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7336751" y="3378550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54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5922697" cy="160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iniciar </a:t>
            </a:r>
            <a:r>
              <a:rPr lang="es-CO" sz="2000" dirty="0">
                <a:solidFill>
                  <a:schemeClr val="dk1"/>
                </a:solidFill>
              </a:rPr>
              <a:t>d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igite el número de identificación o </a:t>
            </a:r>
            <a:r>
              <a:rPr lang="es-CO" sz="2000" dirty="0">
                <a:solidFill>
                  <a:schemeClr val="dk1"/>
                </a:solidFill>
              </a:rPr>
              <a:t>código de estudiante, presione la tecla “</a:t>
            </a:r>
            <a:r>
              <a:rPr lang="es-CO" sz="2000" b="1" dirty="0" err="1">
                <a:solidFill>
                  <a:schemeClr val="dk1"/>
                </a:solidFill>
              </a:rPr>
              <a:t>enter</a:t>
            </a:r>
            <a:r>
              <a:rPr lang="es-CO" sz="2000" dirty="0">
                <a:solidFill>
                  <a:schemeClr val="dk1"/>
                </a:solidFill>
              </a:rPr>
              <a:t>” para que carguen los datos básicos del estudiante. Luego diligencie los demás campos y para finalizar, seleccione el botón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Guardar</a:t>
            </a:r>
            <a:r>
              <a:rPr lang="es-CO" sz="1800" b="1" dirty="0">
                <a:latin typeface="Calibri"/>
                <a:sym typeface="Calibri"/>
              </a:rPr>
              <a:t>.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18364" y="5782429"/>
            <a:ext cx="59226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1C95E0-D75A-43CD-B00C-55CA17DCF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432" y="610844"/>
            <a:ext cx="5040668" cy="6247156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6841486" y="1713924"/>
            <a:ext cx="4708799" cy="4405521"/>
            <a:chOff x="6477763" y="2063340"/>
            <a:chExt cx="4451502" cy="349367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77763" y="2186832"/>
              <a:ext cx="4451502" cy="61422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681799" y="2063340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6516547" y="3247727"/>
              <a:ext cx="4386072" cy="230929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7439869" y="3045821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7659910" y="6137670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6813300" y="6134448"/>
            <a:ext cx="1489277" cy="674096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6923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93182C1-2BA2-45F9-B7AE-5E4153C07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3334391"/>
            <a:ext cx="11086199" cy="2278617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Busque el registro que requiera editar, seleccionando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Bloqueos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”,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escoja</a:t>
            </a:r>
            <a:r>
              <a:rPr lang="es-CO" sz="1800" b="1" dirty="0">
                <a:latin typeface="Calibri"/>
                <a:sym typeface="Calibri"/>
              </a:rPr>
              <a:t>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alguna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las opciones del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“Tipo de búsqueda”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digite el texto que desee buscar en 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“Búsqueda”,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seleccione el botón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Buscar</a:t>
            </a:r>
            <a:r>
              <a:rPr lang="es-CO" sz="2000" dirty="0">
                <a:solidFill>
                  <a:schemeClr val="dk1"/>
                </a:solidFill>
              </a:rPr>
              <a:t>”.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editar el registro, seleccione el icono de edición y modifique los campos que sean necesarios en la ventana emergente que se abrirá.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18364" y="5937177"/>
            <a:ext cx="11103735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Editar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571425" y="3732987"/>
            <a:ext cx="5815305" cy="956538"/>
            <a:chOff x="643404" y="3776064"/>
            <a:chExt cx="5497547" cy="758556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3404" y="4044461"/>
              <a:ext cx="1875347" cy="46389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867655" y="3789553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2518751" y="4044461"/>
              <a:ext cx="3622200" cy="490159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5368410" y="3776064"/>
              <a:ext cx="58423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1019829" y="4938912"/>
            <a:ext cx="372874" cy="674096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1390237" y="4938912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3433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7DD4613-4728-44F2-A812-07609B646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386" y="550153"/>
            <a:ext cx="4638675" cy="5810250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5922697" cy="18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Modifique los campos necesarios y </a:t>
            </a:r>
            <a:r>
              <a:rPr lang="es-CO" sz="2000" dirty="0">
                <a:solidFill>
                  <a:schemeClr val="dk1"/>
                </a:solidFill>
              </a:rPr>
              <a:t>por último seleccione el botón </a:t>
            </a:r>
            <a:r>
              <a:rPr lang="es-CO" sz="2000" b="1" dirty="0">
                <a:solidFill>
                  <a:schemeClr val="dk1"/>
                </a:solidFill>
              </a:rPr>
              <a:t>“Guardar”.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s-CO" sz="2000" b="1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Solo pueden ser editados los registros cuyo estado sea “A”(Activo).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18364" y="5782429"/>
            <a:ext cx="59226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Editar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6833323" y="1713924"/>
            <a:ext cx="4708799" cy="4643464"/>
            <a:chOff x="6470046" y="2063340"/>
            <a:chExt cx="4451502" cy="3682372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70046" y="2500552"/>
              <a:ext cx="4451502" cy="283662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681799" y="2063340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6606416" y="5339568"/>
              <a:ext cx="833454" cy="34454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7330831" y="5211139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172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93182C1-2BA2-45F9-B7AE-5E4153C07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3334391"/>
            <a:ext cx="11086199" cy="2278617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Busque el registro que requiera anular, seleccionando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Bloqueos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”,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 escoja alguna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las opciones del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“Tipo de búsqueda”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digite el texto que desee buscar en 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“Búsqueda” ,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seleccione el botón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Buscar</a:t>
            </a:r>
            <a:r>
              <a:rPr lang="es-CO" sz="2000" dirty="0">
                <a:solidFill>
                  <a:schemeClr val="dk1"/>
                </a:solidFill>
              </a:rPr>
              <a:t>”.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editar el registro, seleccione el icono de anular y confirme la acción en la ventana emergente que se abrirá.</a:t>
            </a: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Anular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571425" y="3732987"/>
            <a:ext cx="5815305" cy="956538"/>
            <a:chOff x="643404" y="3776064"/>
            <a:chExt cx="5497547" cy="758556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3404" y="4044461"/>
              <a:ext cx="1875347" cy="46389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867655" y="3789553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2518751" y="4044461"/>
              <a:ext cx="3622200" cy="490159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5368410" y="3776064"/>
              <a:ext cx="58423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1301181" y="4938912"/>
            <a:ext cx="372874" cy="674096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669901" y="4938912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ADD77F4-A946-4C2D-929D-5A7078B53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117" y="4565269"/>
            <a:ext cx="2419350" cy="1504950"/>
          </a:xfrm>
          <a:prstGeom prst="rect">
            <a:avLst/>
          </a:prstGeom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DC8FF23-0AB6-4FC8-B762-0A28F132DCAC}"/>
              </a:ext>
            </a:extLst>
          </p:cNvPr>
          <p:cNvSpPr/>
          <p:nvPr/>
        </p:nvSpPr>
        <p:spPr>
          <a:xfrm>
            <a:off x="3344604" y="5600129"/>
            <a:ext cx="876668" cy="47009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EC1B675-C0A7-4AFF-9FFA-EFC71BFADA20}"/>
              </a:ext>
            </a:extLst>
          </p:cNvPr>
          <p:cNvSpPr/>
          <p:nvPr/>
        </p:nvSpPr>
        <p:spPr>
          <a:xfrm>
            <a:off x="4221272" y="5400653"/>
            <a:ext cx="612203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930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AB4161-3EA4-4EE5-8EA1-447989A2C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850"/>
          <a:stretch/>
        </p:blipFill>
        <p:spPr>
          <a:xfrm>
            <a:off x="435900" y="2568348"/>
            <a:ext cx="9344025" cy="1391060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crear un nuevo tipo de bloqueo,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seleccione el botón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Tipo de Bloqueos”, </a:t>
            </a:r>
            <a:r>
              <a:rPr lang="es-CO" sz="2000" dirty="0">
                <a:solidFill>
                  <a:schemeClr val="dk1"/>
                </a:solidFill>
              </a:rPr>
              <a:t> Luego seleccione el botón </a:t>
            </a:r>
            <a:r>
              <a:rPr lang="es-CO" sz="2000" b="1" dirty="0">
                <a:solidFill>
                  <a:schemeClr val="dk1"/>
                </a:solidFill>
              </a:rPr>
              <a:t>“Agregar” </a:t>
            </a:r>
            <a:r>
              <a:rPr lang="es-CO" sz="2000" dirty="0">
                <a:solidFill>
                  <a:schemeClr val="dk1"/>
                </a:solidFill>
              </a:rPr>
              <a:t>de la ventana emergente que aparecerá</a:t>
            </a:r>
            <a:r>
              <a:rPr lang="es-CO" sz="2000" b="1" dirty="0">
                <a:solidFill>
                  <a:schemeClr val="dk1"/>
                </a:solidFill>
              </a:rPr>
              <a:t>.</a:t>
            </a:r>
            <a:r>
              <a:rPr lang="es-CO" sz="2000" dirty="0">
                <a:solidFill>
                  <a:schemeClr val="dk1"/>
                </a:solidFill>
              </a:rPr>
              <a:t> En la siguiente ventana, diligencie los campos y por último seleccione el botón </a:t>
            </a:r>
            <a:r>
              <a:rPr lang="es-CO" sz="2000" b="1" dirty="0">
                <a:solidFill>
                  <a:schemeClr val="dk1"/>
                </a:solidFill>
              </a:rPr>
              <a:t>“Guardar”.</a:t>
            </a: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Bloqueos -  Crear Tipo de Bloqueo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8445316" y="3147402"/>
            <a:ext cx="1698661" cy="811999"/>
            <a:chOff x="8215171" y="4275106"/>
            <a:chExt cx="1605843" cy="643934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8215171" y="4526117"/>
              <a:ext cx="1261685" cy="392923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213463" y="4275106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58CBCD36-FFBD-42A6-AEA6-BFDF5F908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545" y="3187883"/>
            <a:ext cx="4794950" cy="3217831"/>
          </a:xfrm>
          <a:prstGeom prst="rect">
            <a:avLst/>
          </a:prstGeom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30AB6AB-486D-4BD0-8C79-C7B7CB514223}"/>
              </a:ext>
            </a:extLst>
          </p:cNvPr>
          <p:cNvSpPr/>
          <p:nvPr/>
        </p:nvSpPr>
        <p:spPr>
          <a:xfrm>
            <a:off x="994544" y="3412708"/>
            <a:ext cx="955572" cy="546693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4858BF7-3B7A-47E2-AA20-B3CE32E59212}"/>
              </a:ext>
            </a:extLst>
          </p:cNvPr>
          <p:cNvSpPr/>
          <p:nvPr/>
        </p:nvSpPr>
        <p:spPr>
          <a:xfrm>
            <a:off x="1641116" y="3429000"/>
            <a:ext cx="618000" cy="5766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75A0596-A3AA-4D69-8A14-A1D288BBE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604" y="3637496"/>
            <a:ext cx="2566715" cy="3189909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140B8DB-3B23-42F1-BCAF-7444EF4458E3}"/>
              </a:ext>
            </a:extLst>
          </p:cNvPr>
          <p:cNvSpPr/>
          <p:nvPr/>
        </p:nvSpPr>
        <p:spPr>
          <a:xfrm>
            <a:off x="5362363" y="3850356"/>
            <a:ext cx="2566715" cy="15430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F33BEDB-C03F-4727-A0BD-A053F39933ED}"/>
              </a:ext>
            </a:extLst>
          </p:cNvPr>
          <p:cNvSpPr/>
          <p:nvPr/>
        </p:nvSpPr>
        <p:spPr>
          <a:xfrm>
            <a:off x="7468436" y="3609076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14678A3-C426-4959-901C-ADCAF89251FC}"/>
              </a:ext>
            </a:extLst>
          </p:cNvPr>
          <p:cNvSpPr/>
          <p:nvPr/>
        </p:nvSpPr>
        <p:spPr>
          <a:xfrm>
            <a:off x="5232303" y="6434134"/>
            <a:ext cx="876668" cy="47009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E1F1EA8-8A89-4ACF-834C-61F6FE52558D}"/>
              </a:ext>
            </a:extLst>
          </p:cNvPr>
          <p:cNvSpPr/>
          <p:nvPr/>
        </p:nvSpPr>
        <p:spPr>
          <a:xfrm>
            <a:off x="6108971" y="6234658"/>
            <a:ext cx="612203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8701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Sanciones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577763-F1CA-409A-A77A-C0339E42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45" y="2963047"/>
            <a:ext cx="9905392" cy="1726735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1108620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Escoja 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Sanciones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 </a:t>
            </a:r>
            <a:r>
              <a:rPr lang="es-CO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luego seleccione el botón “Nuevo”, en la ventana emergente que aparecerá, diligencie todos los campos. 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35900" y="5938548"/>
            <a:ext cx="1091165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Sanciones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1158435" y="3591480"/>
            <a:ext cx="9336170" cy="1179771"/>
            <a:chOff x="1118954" y="3415053"/>
            <a:chExt cx="8826025" cy="935585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1118954" y="3574989"/>
              <a:ext cx="2588688" cy="745587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2466812" y="3415053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8508586" y="3816065"/>
              <a:ext cx="1132619" cy="449243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9337428" y="3816065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640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27BD620-8125-4CDF-8974-541FC948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168" y="555285"/>
            <a:ext cx="4880273" cy="6143284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5922697" cy="160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iniciar </a:t>
            </a:r>
            <a:r>
              <a:rPr lang="es-CO" sz="2000" dirty="0">
                <a:solidFill>
                  <a:schemeClr val="dk1"/>
                </a:solidFill>
              </a:rPr>
              <a:t>d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igite el número de identificación o </a:t>
            </a:r>
            <a:r>
              <a:rPr lang="es-CO" sz="2000" dirty="0">
                <a:solidFill>
                  <a:schemeClr val="dk1"/>
                </a:solidFill>
              </a:rPr>
              <a:t>código de estudiante, presione la tecla “</a:t>
            </a:r>
            <a:r>
              <a:rPr lang="es-CO" sz="2000" b="1" dirty="0" err="1">
                <a:solidFill>
                  <a:schemeClr val="dk1"/>
                </a:solidFill>
              </a:rPr>
              <a:t>enter</a:t>
            </a:r>
            <a:r>
              <a:rPr lang="es-CO" sz="2000" dirty="0">
                <a:solidFill>
                  <a:schemeClr val="dk1"/>
                </a:solidFill>
              </a:rPr>
              <a:t>” para que carguen los datos básicos del estudiante. Luego diligencie los demás campos y para finalizar, seleccione el botón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Guardar</a:t>
            </a:r>
            <a:r>
              <a:rPr lang="es-CO" sz="1800" b="1" dirty="0">
                <a:latin typeface="Calibri"/>
                <a:sym typeface="Calibri"/>
              </a:rPr>
              <a:t>.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18364" y="5782429"/>
            <a:ext cx="59226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Sanciones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6841486" y="1713924"/>
            <a:ext cx="4708799" cy="4405521"/>
            <a:chOff x="6477763" y="2063340"/>
            <a:chExt cx="4451502" cy="349367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77763" y="2186832"/>
              <a:ext cx="4451502" cy="61422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681799" y="2063340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6516547" y="3247727"/>
              <a:ext cx="4386072" cy="230929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7439869" y="3045821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6813300" y="6134448"/>
            <a:ext cx="1489277" cy="548254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7659910" y="6137670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5989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F54105-23CF-4FD9-A1DF-F8C0913576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4" r="1868"/>
          <a:stretch/>
        </p:blipFill>
        <p:spPr>
          <a:xfrm>
            <a:off x="464035" y="3372830"/>
            <a:ext cx="11549775" cy="2141629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Busque el registro que requiera anular, seleccionando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Sanciones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”,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 escoja alguna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las opciones del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“Tipo de búsqueda”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digite el texto que desee buscar en 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“Búsqueda” ,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seleccione el botón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Buscar</a:t>
            </a:r>
            <a:r>
              <a:rPr lang="es-CO" sz="2000" dirty="0">
                <a:solidFill>
                  <a:schemeClr val="dk1"/>
                </a:solidFill>
              </a:rPr>
              <a:t>”.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editar el registro, seleccione el icono de anular y confirme la acción en la ventana emergente que se abrirá.</a:t>
            </a: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Sanciones -  Anular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571425" y="3732987"/>
            <a:ext cx="5815305" cy="956538"/>
            <a:chOff x="643404" y="3776064"/>
            <a:chExt cx="5497547" cy="758556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3404" y="4044461"/>
              <a:ext cx="1875347" cy="46389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867655" y="3789553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2518751" y="4044461"/>
              <a:ext cx="3622200" cy="490159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5368410" y="3776064"/>
              <a:ext cx="58423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1033890" y="4938912"/>
            <a:ext cx="372874" cy="674096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1400039" y="4911964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ADD77F4-A946-4C2D-929D-5A7078B53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117" y="4565269"/>
            <a:ext cx="2419350" cy="1504950"/>
          </a:xfrm>
          <a:prstGeom prst="rect">
            <a:avLst/>
          </a:prstGeom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DC8FF23-0AB6-4FC8-B762-0A28F132DCAC}"/>
              </a:ext>
            </a:extLst>
          </p:cNvPr>
          <p:cNvSpPr/>
          <p:nvPr/>
        </p:nvSpPr>
        <p:spPr>
          <a:xfrm>
            <a:off x="3344604" y="5600129"/>
            <a:ext cx="876668" cy="47009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EC1B675-C0A7-4AFF-9FFA-EFC71BFADA20}"/>
              </a:ext>
            </a:extLst>
          </p:cNvPr>
          <p:cNvSpPr/>
          <p:nvPr/>
        </p:nvSpPr>
        <p:spPr>
          <a:xfrm>
            <a:off x="4221272" y="5400653"/>
            <a:ext cx="612203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9379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829CD19-8847-48B4-8AAA-755B080E10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53" r="24077"/>
          <a:stretch/>
        </p:blipFill>
        <p:spPr>
          <a:xfrm>
            <a:off x="858129" y="2503957"/>
            <a:ext cx="9257712" cy="18175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545C60-FDB2-4216-ABC5-2AE7924F3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80" y="3147402"/>
            <a:ext cx="4693824" cy="3152011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crear un nuevo tipo de sanción,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seleccione el botón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Tipo de Sanciones”, </a:t>
            </a:r>
            <a:r>
              <a:rPr lang="es-CO" sz="2000" dirty="0">
                <a:solidFill>
                  <a:schemeClr val="dk1"/>
                </a:solidFill>
              </a:rPr>
              <a:t> Luego seleccione el botón </a:t>
            </a:r>
            <a:r>
              <a:rPr lang="es-CO" sz="2000" b="1" dirty="0">
                <a:solidFill>
                  <a:schemeClr val="dk1"/>
                </a:solidFill>
              </a:rPr>
              <a:t>“Agregar” </a:t>
            </a:r>
            <a:r>
              <a:rPr lang="es-CO" sz="2000" dirty="0">
                <a:solidFill>
                  <a:schemeClr val="dk1"/>
                </a:solidFill>
              </a:rPr>
              <a:t>de la ventana emergente que aparecerá</a:t>
            </a:r>
            <a:r>
              <a:rPr lang="es-CO" sz="2000" b="1" dirty="0">
                <a:solidFill>
                  <a:schemeClr val="dk1"/>
                </a:solidFill>
              </a:rPr>
              <a:t>.</a:t>
            </a:r>
            <a:r>
              <a:rPr lang="es-CO" sz="2000" dirty="0">
                <a:solidFill>
                  <a:schemeClr val="dk1"/>
                </a:solidFill>
              </a:rPr>
              <a:t> En la siguiente ventana, diligencie los campos y por último seleccione el botón </a:t>
            </a:r>
            <a:r>
              <a:rPr lang="es-CO" sz="2000" b="1" dirty="0">
                <a:solidFill>
                  <a:schemeClr val="dk1"/>
                </a:solidFill>
              </a:rPr>
              <a:t>“Guardar”.</a:t>
            </a: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Sanciones -  Crear Tipo de Bloqueo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8445316" y="3147402"/>
            <a:ext cx="1698661" cy="811999"/>
            <a:chOff x="8215171" y="4275106"/>
            <a:chExt cx="1605843" cy="643934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8215171" y="4526117"/>
              <a:ext cx="1261685" cy="392923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213463" y="4275106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</p:grp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30AB6AB-486D-4BD0-8C79-C7B7CB514223}"/>
              </a:ext>
            </a:extLst>
          </p:cNvPr>
          <p:cNvSpPr/>
          <p:nvPr/>
        </p:nvSpPr>
        <p:spPr>
          <a:xfrm>
            <a:off x="469396" y="3391743"/>
            <a:ext cx="1208701" cy="546693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4858BF7-3B7A-47E2-AA20-B3CE32E59212}"/>
              </a:ext>
            </a:extLst>
          </p:cNvPr>
          <p:cNvSpPr/>
          <p:nvPr/>
        </p:nvSpPr>
        <p:spPr>
          <a:xfrm>
            <a:off x="1227204" y="3408805"/>
            <a:ext cx="618000" cy="5766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75A0596-A3AA-4D69-8A14-A1D288BBE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604" y="3637496"/>
            <a:ext cx="2566715" cy="3189909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140B8DB-3B23-42F1-BCAF-7444EF4458E3}"/>
              </a:ext>
            </a:extLst>
          </p:cNvPr>
          <p:cNvSpPr/>
          <p:nvPr/>
        </p:nvSpPr>
        <p:spPr>
          <a:xfrm>
            <a:off x="5362363" y="3850356"/>
            <a:ext cx="2566715" cy="15430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F33BEDB-C03F-4727-A0BD-A053F39933ED}"/>
              </a:ext>
            </a:extLst>
          </p:cNvPr>
          <p:cNvSpPr/>
          <p:nvPr/>
        </p:nvSpPr>
        <p:spPr>
          <a:xfrm>
            <a:off x="7468436" y="3609076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A14678A3-C426-4959-901C-ADCAF89251FC}"/>
              </a:ext>
            </a:extLst>
          </p:cNvPr>
          <p:cNvSpPr/>
          <p:nvPr/>
        </p:nvSpPr>
        <p:spPr>
          <a:xfrm>
            <a:off x="5232303" y="6434134"/>
            <a:ext cx="876668" cy="393271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2E1F1EA8-8A89-4ACF-834C-61F6FE52558D}"/>
              </a:ext>
            </a:extLst>
          </p:cNvPr>
          <p:cNvSpPr/>
          <p:nvPr/>
        </p:nvSpPr>
        <p:spPr>
          <a:xfrm>
            <a:off x="6108971" y="6234658"/>
            <a:ext cx="612203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049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7508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486CBEC-42C6-40C6-892E-2BB815CE9F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155"/>
          <a:stretch/>
        </p:blipFill>
        <p:spPr>
          <a:xfrm>
            <a:off x="510928" y="2988821"/>
            <a:ext cx="11150326" cy="1635319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1108620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Escoja 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Excepciones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 </a:t>
            </a:r>
            <a:r>
              <a:rPr lang="es-CO" sz="1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luego seleccione el botón “Nuevo”, en la ventana emergente que aparecerá, diligencie todos los campos. 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35900" y="5938548"/>
            <a:ext cx="1091165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Excepciones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530746" y="3454994"/>
            <a:ext cx="9358949" cy="1169146"/>
            <a:chOff x="525563" y="3306816"/>
            <a:chExt cx="8847559" cy="927159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525563" y="3466752"/>
              <a:ext cx="2588688" cy="745587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873421" y="3306816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7936728" y="3699402"/>
              <a:ext cx="1132619" cy="449243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8765571" y="3699402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20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B89C7C-23FA-4AC2-AA33-EA06FE380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300" y="525993"/>
            <a:ext cx="4942800" cy="6258140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849751"/>
            <a:ext cx="5922697" cy="160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iniciar </a:t>
            </a:r>
            <a:r>
              <a:rPr lang="es-CO" sz="2000" dirty="0">
                <a:solidFill>
                  <a:schemeClr val="dk1"/>
                </a:solidFill>
              </a:rPr>
              <a:t>d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igite el número de identificación o </a:t>
            </a:r>
            <a:r>
              <a:rPr lang="es-CO" sz="2000" dirty="0">
                <a:solidFill>
                  <a:schemeClr val="dk1"/>
                </a:solidFill>
              </a:rPr>
              <a:t>código de estudiante, presione la tecla “</a:t>
            </a:r>
            <a:r>
              <a:rPr lang="es-CO" sz="2000" b="1" dirty="0" err="1">
                <a:solidFill>
                  <a:schemeClr val="dk1"/>
                </a:solidFill>
              </a:rPr>
              <a:t>enter</a:t>
            </a:r>
            <a:r>
              <a:rPr lang="es-CO" sz="2000" dirty="0">
                <a:solidFill>
                  <a:schemeClr val="dk1"/>
                </a:solidFill>
              </a:rPr>
              <a:t>” para que carguen los datos básicos del estudiante. Luego diligencie los demás campos y para finalizar, seleccione el botón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Guardar</a:t>
            </a:r>
            <a:r>
              <a:rPr lang="es-CO" sz="1800" b="1" dirty="0">
                <a:latin typeface="Calibri"/>
                <a:sym typeface="Calibri"/>
              </a:rPr>
              <a:t>.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421135-4763-4712-B202-13E4A5D8639A}"/>
              </a:ext>
            </a:extLst>
          </p:cNvPr>
          <p:cNvSpPr txBox="1"/>
          <p:nvPr/>
        </p:nvSpPr>
        <p:spPr>
          <a:xfrm>
            <a:off x="418364" y="5782429"/>
            <a:ext cx="5922697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400" b="1" dirty="0">
                <a:solidFill>
                  <a:schemeClr val="dk1"/>
                </a:solidFill>
                <a:ea typeface="Calibri"/>
              </a:rPr>
              <a:t>Nota: </a:t>
            </a:r>
            <a:r>
              <a:rPr lang="es-CO" sz="1400" dirty="0">
                <a:solidFill>
                  <a:schemeClr val="dk1"/>
                </a:solidFill>
                <a:ea typeface="Calibri"/>
              </a:rPr>
              <a:t>Las opciones(bloqueos, sanciones, excepciones) y acciones(crear, anular, modificar) habilitadas, dependerán de los permisos asociados a su usuario.</a:t>
            </a:r>
            <a:endParaRPr lang="es-CO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Excepciones -  Crear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6841486" y="1713924"/>
            <a:ext cx="4708799" cy="4405521"/>
            <a:chOff x="6477763" y="2063340"/>
            <a:chExt cx="4451502" cy="349367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6477763" y="2186832"/>
              <a:ext cx="4451502" cy="61422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9681799" y="2063340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6516547" y="3247727"/>
              <a:ext cx="4386072" cy="2309290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7439869" y="3045821"/>
              <a:ext cx="607551" cy="53457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6813300" y="6134448"/>
            <a:ext cx="1489277" cy="548254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7659910" y="6137670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11502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935AC80-F358-4C75-8D93-1669C62665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8" t="69" r="3366" b="-69"/>
          <a:stretch/>
        </p:blipFill>
        <p:spPr>
          <a:xfrm>
            <a:off x="444512" y="3335770"/>
            <a:ext cx="11563643" cy="2241784"/>
          </a:xfrm>
          <a:prstGeom prst="rect">
            <a:avLst/>
          </a:prstGeom>
        </p:spPr>
      </p:pic>
      <p:sp>
        <p:nvSpPr>
          <p:cNvPr id="112" name="Google Shape;112;gf7c35cf46a_0_0"/>
          <p:cNvSpPr txBox="1"/>
          <p:nvPr/>
        </p:nvSpPr>
        <p:spPr>
          <a:xfrm>
            <a:off x="435900" y="1540256"/>
            <a:ext cx="11240285" cy="17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Busque el registro que requiera anular, seleccionando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opción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Excepciones</a:t>
            </a:r>
            <a:r>
              <a:rPr lang="es-CO" sz="1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del campo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Concepto</a:t>
            </a:r>
            <a:r>
              <a:rPr lang="es-CO" sz="1800" b="1" dirty="0">
                <a:latin typeface="Calibri"/>
                <a:sym typeface="Calibri"/>
              </a:rPr>
              <a:t>”,</a:t>
            </a:r>
            <a:r>
              <a:rPr lang="es-CO" sz="2000" dirty="0">
                <a:solidFill>
                  <a:schemeClr val="dk1"/>
                </a:solidFill>
                <a:sym typeface="Calibri"/>
              </a:rPr>
              <a:t> escoja alguna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las opciones del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“Tipo de búsqueda”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digite el texto que desee buscar en el campo 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“Búsqueda” , 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seleccione el botón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Buscar</a:t>
            </a:r>
            <a:r>
              <a:rPr lang="es-CO" sz="2000" dirty="0">
                <a:solidFill>
                  <a:schemeClr val="dk1"/>
                </a:solidFill>
              </a:rPr>
              <a:t>”. 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dirty="0">
                <a:solidFill>
                  <a:schemeClr val="dk1"/>
                </a:solidFill>
              </a:rPr>
              <a:t>Para editar el registro, seleccione el icono de anular y confirme la acción en la ventana emergente que se abrirá.</a:t>
            </a: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00215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Excepciones -  Anular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E6E659D-E500-481C-AEE1-0E84C0E564DA}"/>
              </a:ext>
            </a:extLst>
          </p:cNvPr>
          <p:cNvGrpSpPr/>
          <p:nvPr/>
        </p:nvGrpSpPr>
        <p:grpSpPr>
          <a:xfrm>
            <a:off x="501085" y="3732987"/>
            <a:ext cx="5885645" cy="956538"/>
            <a:chOff x="576909" y="3776064"/>
            <a:chExt cx="5564042" cy="758556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0303CD27-BB75-410D-9AC5-D5BB079011E3}"/>
                </a:ext>
              </a:extLst>
            </p:cNvPr>
            <p:cNvSpPr/>
            <p:nvPr/>
          </p:nvSpPr>
          <p:spPr>
            <a:xfrm>
              <a:off x="576909" y="4044461"/>
              <a:ext cx="1875347" cy="463894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2125A7E-F6E7-47F9-AAF6-A1EA15A1224D}"/>
                </a:ext>
              </a:extLst>
            </p:cNvPr>
            <p:cNvSpPr/>
            <p:nvPr/>
          </p:nvSpPr>
          <p:spPr>
            <a:xfrm>
              <a:off x="1801160" y="3789553"/>
              <a:ext cx="60755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1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17EB8722-5FE6-4286-AB93-A275F9BB433C}"/>
                </a:ext>
              </a:extLst>
            </p:cNvPr>
            <p:cNvSpPr/>
            <p:nvPr/>
          </p:nvSpPr>
          <p:spPr>
            <a:xfrm>
              <a:off x="2518751" y="4044461"/>
              <a:ext cx="3622200" cy="490159"/>
            </a:xfrm>
            <a:prstGeom prst="roundRect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A2C2CA-90F6-4DD6-BA7B-6330FC7ACE6D}"/>
                </a:ext>
              </a:extLst>
            </p:cNvPr>
            <p:cNvSpPr/>
            <p:nvPr/>
          </p:nvSpPr>
          <p:spPr>
            <a:xfrm>
              <a:off x="5368410" y="3776064"/>
              <a:ext cx="584231" cy="4572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/>
                <a:t>2</a:t>
              </a:r>
            </a:p>
          </p:txBody>
        </p:sp>
      </p:grp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1118298" y="4938912"/>
            <a:ext cx="372874" cy="674096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577660" y="4903458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ADD77F4-A946-4C2D-929D-5A7078B53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117" y="4565269"/>
            <a:ext cx="2419350" cy="1504950"/>
          </a:xfrm>
          <a:prstGeom prst="rect">
            <a:avLst/>
          </a:prstGeom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DC8FF23-0AB6-4FC8-B762-0A28F132DCAC}"/>
              </a:ext>
            </a:extLst>
          </p:cNvPr>
          <p:cNvSpPr/>
          <p:nvPr/>
        </p:nvSpPr>
        <p:spPr>
          <a:xfrm>
            <a:off x="3344604" y="5600129"/>
            <a:ext cx="876668" cy="47009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EC1B675-C0A7-4AFF-9FFA-EFC71BFADA20}"/>
              </a:ext>
            </a:extLst>
          </p:cNvPr>
          <p:cNvSpPr/>
          <p:nvPr/>
        </p:nvSpPr>
        <p:spPr>
          <a:xfrm>
            <a:off x="4221272" y="5400653"/>
            <a:ext cx="612203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3547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Reportes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705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7c35cf46a_0_0"/>
          <p:cNvSpPr txBox="1"/>
          <p:nvPr/>
        </p:nvSpPr>
        <p:spPr>
          <a:xfrm>
            <a:off x="435900" y="1582459"/>
            <a:ext cx="11086199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Seleccione el botón </a:t>
            </a:r>
            <a:r>
              <a:rPr lang="es-CO" sz="2000" dirty="0">
                <a:solidFill>
                  <a:schemeClr val="dk1"/>
                </a:solidFill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Reportes</a:t>
            </a:r>
            <a:r>
              <a:rPr lang="es-CO" sz="2000" dirty="0">
                <a:solidFill>
                  <a:schemeClr val="dk1"/>
                </a:solidFill>
              </a:rPr>
              <a:t>”, al abrirse la ventana emergente, seleccione los datos del reporte que requiera y por último seleccione </a:t>
            </a:r>
            <a:r>
              <a:rPr lang="es-CO" sz="2000" b="1" dirty="0">
                <a:solidFill>
                  <a:schemeClr val="dk1"/>
                </a:solidFill>
                <a:sym typeface="Calibri"/>
              </a:rPr>
              <a:t>“</a:t>
            </a:r>
            <a:r>
              <a:rPr lang="es-CO" sz="2000" b="1" dirty="0">
                <a:solidFill>
                  <a:schemeClr val="dk1"/>
                </a:solidFill>
              </a:rPr>
              <a:t>Generar”</a:t>
            </a:r>
            <a:r>
              <a:rPr lang="es-CO" sz="1800" b="1" dirty="0">
                <a:latin typeface="Calibri"/>
                <a:sym typeface="Calibri"/>
              </a:rPr>
              <a:t>.</a:t>
            </a:r>
            <a:endParaRPr lang="es-CO" sz="2000" dirty="0">
              <a:solidFill>
                <a:schemeClr val="dk1"/>
              </a:solidFill>
            </a:endParaRPr>
          </a:p>
        </p:txBody>
      </p:sp>
      <p:sp>
        <p:nvSpPr>
          <p:cNvPr id="6" name="Google Shape;99;gf7c35cf46a_0_11">
            <a:extLst>
              <a:ext uri="{FF2B5EF4-FFF2-40B4-BE49-F238E27FC236}">
                <a16:creationId xmlns:a16="http://schemas.microsoft.com/office/drawing/2014/main" id="{4F1A7B49-FDEF-41C0-A1D4-CC9370043809}"/>
              </a:ext>
            </a:extLst>
          </p:cNvPr>
          <p:cNvSpPr/>
          <p:nvPr/>
        </p:nvSpPr>
        <p:spPr>
          <a:xfrm>
            <a:off x="435900" y="984623"/>
            <a:ext cx="7425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F3D53F9-DE43-40B3-BE29-C6F28CA410A7}"/>
              </a:ext>
            </a:extLst>
          </p:cNvPr>
          <p:cNvGrpSpPr/>
          <p:nvPr/>
        </p:nvGrpSpPr>
        <p:grpSpPr>
          <a:xfrm>
            <a:off x="435900" y="2352636"/>
            <a:ext cx="8458200" cy="1847850"/>
            <a:chOff x="435900" y="2352636"/>
            <a:chExt cx="8458200" cy="184785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B253558-0C87-44CC-AAEA-7FF91EA65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00" y="2352636"/>
              <a:ext cx="8458200" cy="1847850"/>
            </a:xfrm>
            <a:prstGeom prst="rect">
              <a:avLst/>
            </a:prstGeom>
          </p:spPr>
        </p:pic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E6E659D-E500-481C-AEE1-0E84C0E564DA}"/>
                </a:ext>
              </a:extLst>
            </p:cNvPr>
            <p:cNvGrpSpPr/>
            <p:nvPr/>
          </p:nvGrpSpPr>
          <p:grpSpPr>
            <a:xfrm>
              <a:off x="6991641" y="3093275"/>
              <a:ext cx="1640286" cy="774529"/>
              <a:chOff x="6619714" y="3157201"/>
              <a:chExt cx="1550658" cy="614220"/>
            </a:xfrm>
          </p:grpSpPr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0303CD27-BB75-410D-9AC5-D5BB079011E3}"/>
                  </a:ext>
                </a:extLst>
              </p:cNvPr>
              <p:cNvSpPr/>
              <p:nvPr/>
            </p:nvSpPr>
            <p:spPr>
              <a:xfrm>
                <a:off x="6619714" y="3157201"/>
                <a:ext cx="1143714" cy="614220"/>
              </a:xfrm>
              <a:prstGeom prst="roundRect">
                <a:avLst/>
              </a:prstGeom>
              <a:noFill/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A2125A7E-F6E7-47F9-AAF6-A1EA15A1224D}"/>
                  </a:ext>
                </a:extLst>
              </p:cNvPr>
              <p:cNvSpPr/>
              <p:nvPr/>
            </p:nvSpPr>
            <p:spPr>
              <a:xfrm>
                <a:off x="7562821" y="3236848"/>
                <a:ext cx="607551" cy="5345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</a:p>
            </p:txBody>
          </p:sp>
        </p:grp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4D095E6E-3457-4216-8541-0ED3118D5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92" y="2995703"/>
            <a:ext cx="5286375" cy="3409950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66F6218-6C39-46DB-9913-B84C6C807A67}"/>
              </a:ext>
            </a:extLst>
          </p:cNvPr>
          <p:cNvSpPr/>
          <p:nvPr/>
        </p:nvSpPr>
        <p:spPr>
          <a:xfrm>
            <a:off x="703392" y="5508302"/>
            <a:ext cx="2799463" cy="548254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2CCD0A-F3B3-4B86-A8C2-65CB1813E4E8}"/>
              </a:ext>
            </a:extLst>
          </p:cNvPr>
          <p:cNvSpPr/>
          <p:nvPr/>
        </p:nvSpPr>
        <p:spPr>
          <a:xfrm>
            <a:off x="3346579" y="5469950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6A4F089-C669-4BAC-83D5-178826A1A7B1}"/>
              </a:ext>
            </a:extLst>
          </p:cNvPr>
          <p:cNvSpPr/>
          <p:nvPr/>
        </p:nvSpPr>
        <p:spPr>
          <a:xfrm>
            <a:off x="703392" y="3469702"/>
            <a:ext cx="5148768" cy="203860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2AD72AC-C013-4A13-8979-38270F4BF65F}"/>
              </a:ext>
            </a:extLst>
          </p:cNvPr>
          <p:cNvSpPr/>
          <p:nvPr/>
        </p:nvSpPr>
        <p:spPr>
          <a:xfrm>
            <a:off x="5340579" y="3091952"/>
            <a:ext cx="642667" cy="67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0990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F6C008-79FC-4E5E-B81B-E7C56C3F805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23BCC3-7D30-4862-803C-012D277966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21105E-2095-406D-A42D-2FC610579FBF}"/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1172</Words>
  <Application>Microsoft Office PowerPoint</Application>
  <PresentationFormat>Panorámica</PresentationFormat>
  <Paragraphs>105</Paragraphs>
  <Slides>23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DB2ADMIN</cp:lastModifiedBy>
  <cp:revision>34</cp:revision>
  <dcterms:created xsi:type="dcterms:W3CDTF">2021-08-30T16:06:06Z</dcterms:created>
  <dcterms:modified xsi:type="dcterms:W3CDTF">2021-11-23T19:32:09Z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