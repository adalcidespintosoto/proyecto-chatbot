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00ED5-5568-47FD-B8BB-4643C04482CF}" v="73" dt="2022-10-28T22:29:37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8" autoAdjust="0"/>
    <p:restoredTop sz="96115"/>
  </p:normalViewPr>
  <p:slideViewPr>
    <p:cSldViewPr snapToGrid="0" snapToObjects="1" showGuides="1">
      <p:cViewPr varScale="1">
        <p:scale>
          <a:sx n="121" d="100"/>
          <a:sy n="121" d="100"/>
        </p:scale>
        <p:origin x="16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S::andrea.pastori@unisimon.edu.co::62588e05-5874-4b1f-bb98-2372ec742878" providerId="AD" clId="Web-{6C500ED5-5568-47FD-B8BB-4643C04482CF}"/>
    <pc:docChg chg="delSld modSld">
      <pc:chgData name="ANDREA PATRICIA PASTORI ROJAS" userId="S::andrea.pastori@unisimon.edu.co::62588e05-5874-4b1f-bb98-2372ec742878" providerId="AD" clId="Web-{6C500ED5-5568-47FD-B8BB-4643C04482CF}" dt="2022-10-28T22:29:37.404" v="49" actId="14100"/>
      <pc:docMkLst>
        <pc:docMk/>
      </pc:docMkLst>
      <pc:sldChg chg="del">
        <pc:chgData name="ANDREA PATRICIA PASTORI ROJAS" userId="S::andrea.pastori@unisimon.edu.co::62588e05-5874-4b1f-bb98-2372ec742878" providerId="AD" clId="Web-{6C500ED5-5568-47FD-B8BB-4643C04482CF}" dt="2022-10-28T22:28:53.216" v="21"/>
        <pc:sldMkLst>
          <pc:docMk/>
          <pc:sldMk cId="0" sldId="257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9"/>
        <pc:sldMkLst>
          <pc:docMk/>
          <pc:sldMk cId="3718624925" sldId="262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8"/>
        <pc:sldMkLst>
          <pc:docMk/>
          <pc:sldMk cId="349727542" sldId="263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7"/>
        <pc:sldMkLst>
          <pc:docMk/>
          <pc:sldMk cId="3017749080" sldId="264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6"/>
        <pc:sldMkLst>
          <pc:docMk/>
          <pc:sldMk cId="416790069" sldId="265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4"/>
        <pc:sldMkLst>
          <pc:docMk/>
          <pc:sldMk cId="3987269451" sldId="266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3"/>
        <pc:sldMkLst>
          <pc:docMk/>
          <pc:sldMk cId="1551953866" sldId="267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2"/>
        <pc:sldMkLst>
          <pc:docMk/>
          <pc:sldMk cId="2041371824" sldId="269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11"/>
        <pc:sldMkLst>
          <pc:docMk/>
          <pc:sldMk cId="3002984006" sldId="270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9"/>
        <pc:sldMkLst>
          <pc:docMk/>
          <pc:sldMk cId="1642220055" sldId="271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8"/>
        <pc:sldMkLst>
          <pc:docMk/>
          <pc:sldMk cId="3276896782" sldId="272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7"/>
        <pc:sldMkLst>
          <pc:docMk/>
          <pc:sldMk cId="243525127" sldId="273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6"/>
        <pc:sldMkLst>
          <pc:docMk/>
          <pc:sldMk cId="1425926638" sldId="274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20"/>
        <pc:sldMkLst>
          <pc:docMk/>
          <pc:sldMk cId="218212774" sldId="275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16" v="15"/>
        <pc:sldMkLst>
          <pc:docMk/>
          <pc:sldMk cId="2162089122" sldId="276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10"/>
        <pc:sldMkLst>
          <pc:docMk/>
          <pc:sldMk cId="1490207201" sldId="277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5"/>
        <pc:sldMkLst>
          <pc:docMk/>
          <pc:sldMk cId="2136937589" sldId="278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4"/>
        <pc:sldMkLst>
          <pc:docMk/>
          <pc:sldMk cId="2554266929" sldId="279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3"/>
        <pc:sldMkLst>
          <pc:docMk/>
          <pc:sldMk cId="2925932547" sldId="280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2"/>
        <pc:sldMkLst>
          <pc:docMk/>
          <pc:sldMk cId="967259401" sldId="281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1"/>
        <pc:sldMkLst>
          <pc:docMk/>
          <pc:sldMk cId="2004790250" sldId="282"/>
        </pc:sldMkLst>
      </pc:sldChg>
      <pc:sldChg chg="del">
        <pc:chgData name="ANDREA PATRICIA PASTORI ROJAS" userId="S::andrea.pastori@unisimon.edu.co::62588e05-5874-4b1f-bb98-2372ec742878" providerId="AD" clId="Web-{6C500ED5-5568-47FD-B8BB-4643C04482CF}" dt="2022-10-28T22:28:53.200" v="0"/>
        <pc:sldMkLst>
          <pc:docMk/>
          <pc:sldMk cId="223487406" sldId="283"/>
        </pc:sldMkLst>
      </pc:sldChg>
      <pc:sldChg chg="modSp">
        <pc:chgData name="ANDREA PATRICIA PASTORI ROJAS" userId="S::andrea.pastori@unisimon.edu.co::62588e05-5874-4b1f-bb98-2372ec742878" providerId="AD" clId="Web-{6C500ED5-5568-47FD-B8BB-4643C04482CF}" dt="2022-10-28T22:29:14.935" v="44" actId="20577"/>
        <pc:sldMkLst>
          <pc:docMk/>
          <pc:sldMk cId="721120690" sldId="284"/>
        </pc:sldMkLst>
        <pc:spChg chg="mod">
          <ac:chgData name="ANDREA PATRICIA PASTORI ROJAS" userId="S::andrea.pastori@unisimon.edu.co::62588e05-5874-4b1f-bb98-2372ec742878" providerId="AD" clId="Web-{6C500ED5-5568-47FD-B8BB-4643C04482CF}" dt="2022-10-28T22:29:14.935" v="44" actId="20577"/>
          <ac:spMkLst>
            <pc:docMk/>
            <pc:sldMk cId="721120690" sldId="284"/>
            <ac:spMk id="4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6C500ED5-5568-47FD-B8BB-4643C04482CF}" dt="2022-10-28T22:29:03.075" v="23" actId="20577"/>
        <pc:sldMkLst>
          <pc:docMk/>
          <pc:sldMk cId="1270910481" sldId="285"/>
        </pc:sldMkLst>
        <pc:spChg chg="mod">
          <ac:chgData name="ANDREA PATRICIA PASTORI ROJAS" userId="S::andrea.pastori@unisimon.edu.co::62588e05-5874-4b1f-bb98-2372ec742878" providerId="AD" clId="Web-{6C500ED5-5568-47FD-B8BB-4643C04482CF}" dt="2022-10-28T22:29:03.075" v="23" actId="20577"/>
          <ac:spMkLst>
            <pc:docMk/>
            <pc:sldMk cId="1270910481" sldId="285"/>
            <ac:spMk id="2" creationId="{00000000-0000-0000-0000-000000000000}"/>
          </ac:spMkLst>
        </pc:spChg>
      </pc:sldChg>
      <pc:sldChg chg="addSp modSp">
        <pc:chgData name="ANDREA PATRICIA PASTORI ROJAS" userId="S::andrea.pastori@unisimon.edu.co::62588e05-5874-4b1f-bb98-2372ec742878" providerId="AD" clId="Web-{6C500ED5-5568-47FD-B8BB-4643C04482CF}" dt="2022-10-28T22:29:37.404" v="49" actId="14100"/>
        <pc:sldMkLst>
          <pc:docMk/>
          <pc:sldMk cId="108606883" sldId="288"/>
        </pc:sldMkLst>
        <pc:spChg chg="add mod">
          <ac:chgData name="ANDREA PATRICIA PASTORI ROJAS" userId="S::andrea.pastori@unisimon.edu.co::62588e05-5874-4b1f-bb98-2372ec742878" providerId="AD" clId="Web-{6C500ED5-5568-47FD-B8BB-4643C04482CF}" dt="2022-10-28T22:29:37.404" v="49" actId="14100"/>
          <ac:spMkLst>
            <pc:docMk/>
            <pc:sldMk cId="108606883" sldId="288"/>
            <ac:spMk id="5" creationId="{FA7AEA5E-4250-9F9E-1456-EAE222F1B678}"/>
          </ac:spMkLst>
        </pc:spChg>
        <pc:cxnChg chg="add mod">
          <ac:chgData name="ANDREA PATRICIA PASTORI ROJAS" userId="S::andrea.pastori@unisimon.edu.co::62588e05-5874-4b1f-bb98-2372ec742878" providerId="AD" clId="Web-{6C500ED5-5568-47FD-B8BB-4643C04482CF}" dt="2022-10-28T22:29:33.295" v="48" actId="1076"/>
          <ac:cxnSpMkLst>
            <pc:docMk/>
            <pc:sldMk cId="108606883" sldId="288"/>
            <ac:cxnSpMk id="7" creationId="{8579745C-756B-F2F6-417E-BBBFB9E51C63}"/>
          </ac:cxnSpMkLst>
        </pc:cxnChg>
      </pc:sldChg>
    </pc:docChg>
  </pc:docChgLst>
  <pc:docChgLst>
    <pc:chgData name="ANDREA PATRICIA PASTORI ROJAS" userId="62588e05-5874-4b1f-bb98-2372ec742878" providerId="ADAL" clId="{D2B5C1B4-A1C3-004B-94D1-A16E018CA6B4}"/>
    <pc:docChg chg="modSld">
      <pc:chgData name="ANDREA PATRICIA PASTORI ROJAS" userId="62588e05-5874-4b1f-bb98-2372ec742878" providerId="ADAL" clId="{D2B5C1B4-A1C3-004B-94D1-A16E018CA6B4}" dt="2022-10-28T22:29:59.737" v="4" actId="20577"/>
      <pc:docMkLst>
        <pc:docMk/>
      </pc:docMkLst>
      <pc:sldChg chg="modSp mod">
        <pc:chgData name="ANDREA PATRICIA PASTORI ROJAS" userId="62588e05-5874-4b1f-bb98-2372ec742878" providerId="ADAL" clId="{D2B5C1B4-A1C3-004B-94D1-A16E018CA6B4}" dt="2022-10-28T22:29:55.731" v="0" actId="14100"/>
        <pc:sldMkLst>
          <pc:docMk/>
          <pc:sldMk cId="108606883" sldId="288"/>
        </pc:sldMkLst>
        <pc:cxnChg chg="mod">
          <ac:chgData name="ANDREA PATRICIA PASTORI ROJAS" userId="62588e05-5874-4b1f-bb98-2372ec742878" providerId="ADAL" clId="{D2B5C1B4-A1C3-004B-94D1-A16E018CA6B4}" dt="2022-10-28T22:29:55.731" v="0" actId="14100"/>
          <ac:cxnSpMkLst>
            <pc:docMk/>
            <pc:sldMk cId="108606883" sldId="288"/>
            <ac:cxnSpMk id="7" creationId="{8579745C-756B-F2F6-417E-BBBFB9E51C63}"/>
          </ac:cxnSpMkLst>
        </pc:cxnChg>
      </pc:sldChg>
      <pc:sldChg chg="modSp mod">
        <pc:chgData name="ANDREA PATRICIA PASTORI ROJAS" userId="62588e05-5874-4b1f-bb98-2372ec742878" providerId="ADAL" clId="{D2B5C1B4-A1C3-004B-94D1-A16E018CA6B4}" dt="2022-10-28T22:29:59.737" v="4" actId="20577"/>
        <pc:sldMkLst>
          <pc:docMk/>
          <pc:sldMk cId="3104520864" sldId="289"/>
        </pc:sldMkLst>
        <pc:spChg chg="mod">
          <ac:chgData name="ANDREA PATRICIA PASTORI ROJAS" userId="62588e05-5874-4b1f-bb98-2372ec742878" providerId="ADAL" clId="{D2B5C1B4-A1C3-004B-94D1-A16E018CA6B4}" dt="2022-10-28T22:29:59.737" v="4" actId="20577"/>
          <ac:spMkLst>
            <pc:docMk/>
            <pc:sldMk cId="3104520864" sldId="28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28/10/22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RESTABLECIMIENTO DE </a:t>
            </a: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CONTRASEÑA INSTITUCIONAL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112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2" y="1731373"/>
            <a:ext cx="1888511" cy="89415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91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79627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8" name="6 Grupo"/>
          <p:cNvGrpSpPr/>
          <p:nvPr/>
        </p:nvGrpSpPr>
        <p:grpSpPr>
          <a:xfrm rot="16200000" flipV="1">
            <a:off x="1433217" y="2409962"/>
            <a:ext cx="2422538" cy="259774"/>
            <a:chOff x="5729176" y="1766332"/>
            <a:chExt cx="1191284" cy="1140874"/>
          </a:xfrm>
        </p:grpSpPr>
        <p:cxnSp>
          <p:nvCxnSpPr>
            <p:cNvPr id="9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716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908"/>
            <a:ext cx="9144000" cy="450022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la sede “Barranquilla”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610287" y="3670568"/>
            <a:ext cx="1394882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17 Conector recto de flecha"/>
          <p:cNvCxnSpPr>
            <a:cxnSpLocks/>
          </p:cNvCxnSpPr>
          <p:nvPr/>
        </p:nvCxnSpPr>
        <p:spPr>
          <a:xfrm>
            <a:off x="3343613" y="1510748"/>
            <a:ext cx="0" cy="211206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26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11"/>
            <a:ext cx="9144000" cy="457489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D</a:t>
            </a:r>
            <a:r>
              <a:rPr lang="es-CO" sz="1600" dirty="0"/>
              <a:t>diríjase a la sección “Olvidé mi Usuario / Contraseña”</a:t>
            </a:r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FA7AEA5E-4250-9F9E-1456-EAE222F1B678}"/>
              </a:ext>
            </a:extLst>
          </p:cNvPr>
          <p:cNvSpPr/>
          <p:nvPr/>
        </p:nvSpPr>
        <p:spPr>
          <a:xfrm>
            <a:off x="5019420" y="4227346"/>
            <a:ext cx="2101561" cy="35757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7" name="17 Conector recto de flecha">
            <a:extLst>
              <a:ext uri="{FF2B5EF4-FFF2-40B4-BE49-F238E27FC236}">
                <a16:creationId xmlns:a16="http://schemas.microsoft.com/office/drawing/2014/main" id="{8579745C-756B-F2F6-417E-BBBFB9E51C63}"/>
              </a:ext>
            </a:extLst>
          </p:cNvPr>
          <p:cNvCxnSpPr>
            <a:cxnSpLocks/>
          </p:cNvCxnSpPr>
          <p:nvPr/>
        </p:nvCxnSpPr>
        <p:spPr>
          <a:xfrm>
            <a:off x="5752746" y="1671145"/>
            <a:ext cx="0" cy="250844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FBB1102-320B-43FD-B2C8-E1A144C86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1999283"/>
            <a:ext cx="6962775" cy="413385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Ingrese su código o número de identificación y presione el botón “Enviar”</a:t>
            </a:r>
          </a:p>
        </p:txBody>
      </p:sp>
    </p:spTree>
    <p:extLst>
      <p:ext uri="{BB962C8B-B14F-4D97-AF65-F5344CB8AC3E}">
        <p14:creationId xmlns:p14="http://schemas.microsoft.com/office/powerpoint/2010/main" val="310452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Se ha realizado el envío de contraseña a su correo personal, a continuación se mostrarán los pasos que deberá seguir.</a:t>
            </a:r>
            <a:endParaRPr lang="es-CO" sz="16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01885B2-B22B-4A16-9455-3BE2FA7E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61" y="1902350"/>
            <a:ext cx="5658678" cy="480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7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Presione el enlace “Restablecer contraseña” ubicado en el mensaje de correo recibido</a:t>
            </a:r>
            <a:endParaRPr lang="es-CO" sz="1600" dirty="0"/>
          </a:p>
        </p:txBody>
      </p:sp>
      <p:pic>
        <p:nvPicPr>
          <p:cNvPr id="11" name="Imagen 10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077397D-3403-4ABA-A8FC-23D828FD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45" y="1801504"/>
            <a:ext cx="5596752" cy="4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3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4950D96-7BBA-4562-82C8-95F8BE34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59" y="1937497"/>
            <a:ext cx="3752850" cy="435292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Posteriormente, digite su contraseña nueva y la confirmación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33371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Mensaje de confirmación de contraseña restablecida</a:t>
            </a:r>
            <a:endParaRPr lang="es-CO" sz="1600" dirty="0"/>
          </a:p>
        </p:txBody>
      </p:sp>
      <p:pic>
        <p:nvPicPr>
          <p:cNvPr id="4" name="Imagen 3" descr="Imagen que contiene computadora&#10;&#10;Descripción generada automáticamente">
            <a:extLst>
              <a:ext uri="{FF2B5EF4-FFF2-40B4-BE49-F238E27FC236}">
                <a16:creationId xmlns:a16="http://schemas.microsoft.com/office/drawing/2014/main" id="{83656D2A-E80A-4543-880C-A741E93BE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72" t="13956" r="21182" b="25936"/>
          <a:stretch/>
        </p:blipFill>
        <p:spPr>
          <a:xfrm>
            <a:off x="1820125" y="2292626"/>
            <a:ext cx="5609768" cy="339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EF75E6D-9CD9-4C4C-8DDA-7F25DFBEE625}"/>
</file>

<file path=customXml/itemProps2.xml><?xml version="1.0" encoding="utf-8"?>
<ds:datastoreItem xmlns:ds="http://schemas.openxmlformats.org/officeDocument/2006/customXml" ds:itemID="{199F2F28-4A88-4D5C-94F4-02A9D224E8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6835C9-E928-48BC-9627-371352569979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d5c1a6a5-0428-459c-81cd-cf402d4ff62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6008</TotalTime>
  <Words>127</Words>
  <Application>Microsoft Macintosh PowerPoint</Application>
  <PresentationFormat>Presentación en pantalla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212</cp:revision>
  <dcterms:created xsi:type="dcterms:W3CDTF">2018-01-24T15:16:31Z</dcterms:created>
  <dcterms:modified xsi:type="dcterms:W3CDTF">2022-10-28T22:30:08Z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