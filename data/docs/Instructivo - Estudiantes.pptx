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8" r:id="rId6"/>
    <p:sldId id="273" r:id="rId7"/>
    <p:sldId id="281" r:id="rId8"/>
    <p:sldId id="283" r:id="rId9"/>
    <p:sldId id="284" r:id="rId10"/>
    <p:sldId id="292" r:id="rId11"/>
    <p:sldId id="291" r:id="rId12"/>
    <p:sldId id="293" r:id="rId13"/>
    <p:sldId id="275" r:id="rId14"/>
    <p:sldId id="296" r:id="rId15"/>
    <p:sldId id="297" r:id="rId16"/>
    <p:sldId id="298" r:id="rId17"/>
    <p:sldId id="294" r:id="rId18"/>
    <p:sldId id="295" r:id="rId19"/>
    <p:sldId id="280" r:id="rId20"/>
    <p:sldId id="29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5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637DAB"/>
    <a:srgbClr val="5B9BD5"/>
    <a:srgbClr val="C3981B"/>
    <a:srgbClr val="FFFFFF"/>
    <a:srgbClr val="A5A5A5"/>
    <a:srgbClr val="EF8D4B"/>
    <a:srgbClr val="FFC000"/>
    <a:srgbClr val="9C9C9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00B9E-3E17-4855-9A9B-FB7885C8D9D8}" v="8" dt="2023-03-13T15:26:42.912"/>
    <p1510:client id="{25D1A56D-A061-43FC-8F7B-515A46B2DDD7}" v="427" dt="2023-03-13T16:42:37.951"/>
    <p1510:client id="{2D48D836-5041-4413-9D13-428E66217C67}" v="88" dt="2023-03-13T14:19:03.804"/>
    <p1510:client id="{D5642A01-75FB-418F-BD1B-3C3CACB99B0E}" v="1455" dt="2023-03-13T16:35:39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UNIOR MARTINEZ CERVANTES" userId="S::hector.martinez@unisimon.edu.co::0b86bddd-61ba-40f6-b111-41933449d4ea" providerId="AD" clId="Web-{2D48D836-5041-4413-9D13-428E66217C67}"/>
    <pc:docChg chg="modSld">
      <pc:chgData name="HECTOR JUNIOR MARTINEZ CERVANTES" userId="S::hector.martinez@unisimon.edu.co::0b86bddd-61ba-40f6-b111-41933449d4ea" providerId="AD" clId="Web-{2D48D836-5041-4413-9D13-428E66217C67}" dt="2023-03-13T14:19:03.804" v="51"/>
      <pc:docMkLst>
        <pc:docMk/>
      </pc:docMkLst>
      <pc:sldChg chg="modSp">
        <pc:chgData name="HECTOR JUNIOR MARTINEZ CERVANTES" userId="S::hector.martinez@unisimon.edu.co::0b86bddd-61ba-40f6-b111-41933449d4ea" providerId="AD" clId="Web-{2D48D836-5041-4413-9D13-428E66217C67}" dt="2023-03-13T14:16:47.363" v="34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2D48D836-5041-4413-9D13-428E66217C67}" dt="2023-03-13T14:16:47.363" v="34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D48D836-5041-4413-9D13-428E66217C67}" dt="2023-03-13T14:19:03.804" v="51"/>
        <pc:sldMkLst>
          <pc:docMk/>
          <pc:sldMk cId="577171009" sldId="273"/>
        </pc:sldMkLst>
        <pc:spChg chg="del mod">
          <ac:chgData name="HECTOR JUNIOR MARTINEZ CERVANTES" userId="S::hector.martinez@unisimon.edu.co::0b86bddd-61ba-40f6-b111-41933449d4ea" providerId="AD" clId="Web-{2D48D836-5041-4413-9D13-428E66217C67}" dt="2023-03-13T14:19:03.804" v="51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D48D836-5041-4413-9D13-428E66217C67}" dt="2023-03-13T14:18:31.897" v="44" actId="1076"/>
          <ac:spMkLst>
            <pc:docMk/>
            <pc:sldMk cId="577171009" sldId="273"/>
            <ac:spMk id="18" creationId="{449C38C8-C1ED-3F3D-2652-C477F46835D3}"/>
          </ac:spMkLst>
        </pc:spChg>
        <pc:picChg chg="add mod">
          <ac:chgData name="HECTOR JUNIOR MARTINEZ CERVANTES" userId="S::hector.martinez@unisimon.edu.co::0b86bddd-61ba-40f6-b111-41933449d4ea" providerId="AD" clId="Web-{2D48D836-5041-4413-9D13-428E66217C67}" dt="2023-03-13T14:18:59.851" v="50" actId="1076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S::hector.martinez@unisimon.edu.co::0b86bddd-61ba-40f6-b111-41933449d4ea" providerId="AD" clId="Web-{2D48D836-5041-4413-9D13-428E66217C67}" dt="2023-03-13T14:18:49.085" v="46"/>
          <ac:picMkLst>
            <pc:docMk/>
            <pc:sldMk cId="577171009" sldId="273"/>
            <ac:picMk id="4" creationId="{0FA1479A-965D-47A0-B0C8-EE8E49BCCACD}"/>
          </ac:picMkLst>
        </pc:picChg>
      </pc:sldChg>
    </pc:docChg>
  </pc:docChgLst>
  <pc:docChgLst>
    <pc:chgData name="HECTOR JUNIOR MARTINEZ CERVANTES" userId="0b86bddd-61ba-40f6-b111-41933449d4ea" providerId="ADAL" clId="{D5642A01-75FB-418F-BD1B-3C3CACB99B0E}"/>
    <pc:docChg chg="undo custSel addSld delSld modSld sldOrd">
      <pc:chgData name="HECTOR JUNIOR MARTINEZ CERVANTES" userId="0b86bddd-61ba-40f6-b111-41933449d4ea" providerId="ADAL" clId="{D5642A01-75FB-418F-BD1B-3C3CACB99B0E}" dt="2023-03-13T16:36:31.799" v="3902" actId="1076"/>
      <pc:docMkLst>
        <pc:docMk/>
      </pc:docMkLst>
      <pc:sldChg chg="addSp modSp mod">
        <pc:chgData name="HECTOR JUNIOR MARTINEZ CERVANTES" userId="0b86bddd-61ba-40f6-b111-41933449d4ea" providerId="ADAL" clId="{D5642A01-75FB-418F-BD1B-3C3CACB99B0E}" dt="2023-03-13T14:40:38.393" v="119" actId="113"/>
        <pc:sldMkLst>
          <pc:docMk/>
          <pc:sldMk cId="577171009" sldId="273"/>
        </pc:sldMkLst>
        <pc:spChg chg="add mod">
          <ac:chgData name="HECTOR JUNIOR MARTINEZ CERVANTES" userId="0b86bddd-61ba-40f6-b111-41933449d4ea" providerId="ADAL" clId="{D5642A01-75FB-418F-BD1B-3C3CACB99B0E}" dt="2023-03-13T14:26:36.881" v="23" actId="14100"/>
          <ac:spMkLst>
            <pc:docMk/>
            <pc:sldMk cId="577171009" sldId="273"/>
            <ac:spMk id="11" creationId="{A93893D4-71C0-457B-BC51-86A226DF51FB}"/>
          </ac:spMkLst>
        </pc:spChg>
        <pc:spChg chg="add mod">
          <ac:chgData name="HECTOR JUNIOR MARTINEZ CERVANTES" userId="0b86bddd-61ba-40f6-b111-41933449d4ea" providerId="ADAL" clId="{D5642A01-75FB-418F-BD1B-3C3CACB99B0E}" dt="2023-03-13T14:27:00.930" v="27" actId="1076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D5642A01-75FB-418F-BD1B-3C3CACB99B0E}" dt="2023-03-13T14:40:38.393" v="119" actId="113"/>
          <ac:spMkLst>
            <pc:docMk/>
            <pc:sldMk cId="577171009" sldId="27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4:26:10.495" v="19" actId="1076"/>
          <ac:picMkLst>
            <pc:docMk/>
            <pc:sldMk cId="577171009" sldId="273"/>
            <ac:picMk id="2" creationId="{185F6D33-6014-0D1D-773A-BA8AFB9D79D4}"/>
          </ac:picMkLst>
        </pc:picChg>
        <pc:cxnChg chg="add mod">
          <ac:chgData name="HECTOR JUNIOR MARTINEZ CERVANTES" userId="0b86bddd-61ba-40f6-b111-41933449d4ea" providerId="ADAL" clId="{D5642A01-75FB-418F-BD1B-3C3CACB99B0E}" dt="2023-03-13T14:26:10.495" v="19" actId="1076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5:30:01.633" v="1126" actId="20577"/>
        <pc:sldMkLst>
          <pc:docMk/>
          <pc:sldMk cId="2755532771" sldId="275"/>
        </pc:sldMkLst>
        <pc:spChg chg="del">
          <ac:chgData name="HECTOR JUNIOR MARTINEZ CERVANTES" userId="0b86bddd-61ba-40f6-b111-41933449d4ea" providerId="ADAL" clId="{D5642A01-75FB-418F-BD1B-3C3CACB99B0E}" dt="2023-03-13T15:29:01.209" v="1000" actId="478"/>
          <ac:spMkLst>
            <pc:docMk/>
            <pc:sldMk cId="2755532771" sldId="275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5:30:01.633" v="1126" actId="20577"/>
          <ac:spMkLst>
            <pc:docMk/>
            <pc:sldMk cId="2755532771" sldId="275"/>
            <ac:spMk id="15" creationId="{837E8B23-5424-4C69-BFA5-E9FA0EF689C9}"/>
          </ac:spMkLst>
        </pc:spChg>
        <pc:picChg chg="del mod">
          <ac:chgData name="HECTOR JUNIOR MARTINEZ CERVANTES" userId="0b86bddd-61ba-40f6-b111-41933449d4ea" providerId="ADAL" clId="{D5642A01-75FB-418F-BD1B-3C3CACB99B0E}" dt="2023-03-13T15:28:45.417" v="993" actId="478"/>
          <ac:picMkLst>
            <pc:docMk/>
            <pc:sldMk cId="2755532771" sldId="275"/>
            <ac:picMk id="3" creationId="{52F1E7ED-4BC0-83D2-EF1A-29B4E8AD4A6E}"/>
          </ac:picMkLst>
        </pc:picChg>
        <pc:picChg chg="add del mod">
          <ac:chgData name="HECTOR JUNIOR MARTINEZ CERVANTES" userId="0b86bddd-61ba-40f6-b111-41933449d4ea" providerId="ADAL" clId="{D5642A01-75FB-418F-BD1B-3C3CACB99B0E}" dt="2023-03-13T15:28:49.293" v="996" actId="478"/>
          <ac:picMkLst>
            <pc:docMk/>
            <pc:sldMk cId="2755532771" sldId="275"/>
            <ac:picMk id="9" creationId="{3CBB771D-1E13-4577-886F-94B31CFF751E}"/>
          </ac:picMkLst>
        </pc:picChg>
        <pc:picChg chg="add mod">
          <ac:chgData name="HECTOR JUNIOR MARTINEZ CERVANTES" userId="0b86bddd-61ba-40f6-b111-41933449d4ea" providerId="ADAL" clId="{D5642A01-75FB-418F-BD1B-3C3CACB99B0E}" dt="2023-03-13T15:29:15.450" v="1002" actId="1076"/>
          <ac:picMkLst>
            <pc:docMk/>
            <pc:sldMk cId="2755532771" sldId="275"/>
            <ac:picMk id="12" creationId="{9A46D9C2-E04F-4019-8308-56F99B0EB684}"/>
          </ac:picMkLst>
        </pc:picChg>
      </pc:sldChg>
      <pc:sldChg chg="add del">
        <pc:chgData name="HECTOR JUNIOR MARTINEZ CERVANTES" userId="0b86bddd-61ba-40f6-b111-41933449d4ea" providerId="ADAL" clId="{D5642A01-75FB-418F-BD1B-3C3CACB99B0E}" dt="2023-03-13T15:11:10.017" v="253" actId="2696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33:44.263" v="47" actId="1440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D5642A01-75FB-418F-BD1B-3C3CACB99B0E}" dt="2023-03-13T14:32:53.969" v="43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2:45" v="40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32:28.360" v="38"/>
          <ac:spMkLst>
            <pc:docMk/>
            <pc:sldMk cId="3251051220" sldId="28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27:14.668" v="28" actId="478"/>
          <ac:picMkLst>
            <pc:docMk/>
            <pc:sldMk cId="3251051220" sldId="281"/>
            <ac:picMk id="3" creationId="{6D63FB4B-08F5-4FDA-8814-E20D0BC1F606}"/>
          </ac:picMkLst>
        </pc:picChg>
        <pc:picChg chg="add del">
          <ac:chgData name="HECTOR JUNIOR MARTINEZ CERVANTES" userId="0b86bddd-61ba-40f6-b111-41933449d4ea" providerId="ADAL" clId="{D5642A01-75FB-418F-BD1B-3C3CACB99B0E}" dt="2023-03-13T14:31:37.399" v="30" actId="478"/>
          <ac:picMkLst>
            <pc:docMk/>
            <pc:sldMk cId="3251051220" sldId="281"/>
            <ac:picMk id="4" creationId="{649092A3-0E76-4CBF-9A6D-7BEF8A755E44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3:44.263" v="47" actId="1440"/>
          <ac:picMkLst>
            <pc:docMk/>
            <pc:sldMk cId="3251051220" sldId="281"/>
            <ac:picMk id="6" creationId="{6F4F8969-5341-47DD-9ED8-710B2FF5F018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4:33:02.796" v="44" actId="2696"/>
        <pc:sldMkLst>
          <pc:docMk/>
          <pc:sldMk cId="3866481285" sldId="282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40:15.642" v="87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D5642A01-75FB-418F-BD1B-3C3CACB99B0E}" dt="2023-03-13T14:38:53.854" v="58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8:42.769" v="55" actId="1076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40:15.642" v="87" actId="20577"/>
          <ac:spMkLst>
            <pc:docMk/>
            <pc:sldMk cId="1826181222" sldId="28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33:38.212" v="45" actId="478"/>
          <ac:picMkLst>
            <pc:docMk/>
            <pc:sldMk cId="1826181222" sldId="283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8:38.132" v="54" actId="1076"/>
          <ac:picMkLst>
            <pc:docMk/>
            <pc:sldMk cId="1826181222" sldId="283"/>
            <ac:picMk id="4" creationId="{08415611-FB55-4D55-9758-64725B20FA83}"/>
          </ac:picMkLst>
        </pc:picChg>
      </pc:sldChg>
      <pc:sldChg chg="addSp delSp modSp mod">
        <pc:chgData name="HECTOR JUNIOR MARTINEZ CERVANTES" userId="0b86bddd-61ba-40f6-b111-41933449d4ea" providerId="ADAL" clId="{D5642A01-75FB-418F-BD1B-3C3CACB99B0E}" dt="2023-03-13T15:13:53.414" v="478" actId="14100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D5642A01-75FB-418F-BD1B-3C3CACB99B0E}" dt="2023-03-13T15:13:53.414" v="478" actId="14100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03:30.593" v="209" actId="1037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00:54.773" v="138" actId="20577"/>
          <ac:spMkLst>
            <pc:docMk/>
            <pc:sldMk cId="4286166816" sldId="284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D5642A01-75FB-418F-BD1B-3C3CACB99B0E}" dt="2023-03-13T15:13:42.385" v="474" actId="1440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HECTOR JUNIOR MARTINEZ CERVANTES" userId="0b86bddd-61ba-40f6-b111-41933449d4ea" providerId="ADAL" clId="{D5642A01-75FB-418F-BD1B-3C3CACB99B0E}" dt="2023-03-13T14:40:49.629" v="120" actId="478"/>
          <ac:picMkLst>
            <pc:docMk/>
            <pc:sldMk cId="4286166816" sldId="284"/>
            <ac:picMk id="4" creationId="{497A533D-1353-4B58-8763-2E91924D5DBF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3:43.912" v="475" actId="1440"/>
          <ac:picMkLst>
            <pc:docMk/>
            <pc:sldMk cId="4286166816" sldId="284"/>
            <ac:picMk id="6" creationId="{BF6448B1-3DA0-435C-BD3F-9D696D910BDF}"/>
          </ac:picMkLst>
        </pc:picChg>
      </pc:sldChg>
      <pc:sldChg chg="addSp delSp modSp del mod ord">
        <pc:chgData name="HECTOR JUNIOR MARTINEZ CERVANTES" userId="0b86bddd-61ba-40f6-b111-41933449d4ea" providerId="ADAL" clId="{D5642A01-75FB-418F-BD1B-3C3CACB99B0E}" dt="2023-03-13T15:54:10.582" v="2465" actId="2696"/>
        <pc:sldMkLst>
          <pc:docMk/>
          <pc:sldMk cId="3619726873" sldId="285"/>
        </pc:sldMkLst>
        <pc:spChg chg="mod">
          <ac:chgData name="HECTOR JUNIOR MARTINEZ CERVANTES" userId="0b86bddd-61ba-40f6-b111-41933449d4ea" providerId="ADAL" clId="{D5642A01-75FB-418F-BD1B-3C3CACB99B0E}" dt="2023-03-13T15:51:18.621" v="2257" actId="404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D5642A01-75FB-418F-BD1B-3C3CACB99B0E}" dt="2023-03-13T15:31:51.109" v="1160" actId="478"/>
          <ac:spMkLst>
            <pc:docMk/>
            <pc:sldMk cId="3619726873" sldId="285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D5642A01-75FB-418F-BD1B-3C3CACB99B0E}" dt="2023-03-13T15:31:51.974" v="1161" actId="478"/>
          <ac:spMkLst>
            <pc:docMk/>
            <pc:sldMk cId="3619726873" sldId="285"/>
            <ac:spMk id="13" creationId="{FE260A72-0CE7-408A-ACB6-789D54089EFF}"/>
          </ac:spMkLst>
        </pc:spChg>
        <pc:picChg chg="add del mod">
          <ac:chgData name="HECTOR JUNIOR MARTINEZ CERVANTES" userId="0b86bddd-61ba-40f6-b111-41933449d4ea" providerId="ADAL" clId="{D5642A01-75FB-418F-BD1B-3C3CACB99B0E}" dt="2023-03-13T15:42:32.347" v="1580" actId="478"/>
          <ac:picMkLst>
            <pc:docMk/>
            <pc:sldMk cId="3619726873" sldId="285"/>
            <ac:picMk id="3" creationId="{95A90D74-CEBE-4B13-85F8-140B412C7A3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6.328" v="1179" actId="478"/>
          <ac:picMkLst>
            <pc:docMk/>
            <pc:sldMk cId="3619726873" sldId="285"/>
            <ac:picMk id="6" creationId="{A2F07375-33B6-4BAA-9819-17F89C31CFD2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5.669" v="1178" actId="478"/>
          <ac:picMkLst>
            <pc:docMk/>
            <pc:sldMk cId="3619726873" sldId="285"/>
            <ac:picMk id="7" creationId="{8D05ABE4-715D-4237-A2BA-65E51B08952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7.096" v="1180" actId="478"/>
          <ac:picMkLst>
            <pc:docMk/>
            <pc:sldMk cId="3619726873" sldId="285"/>
            <ac:picMk id="8" creationId="{D12B4393-A184-439A-A096-8F3BD00DA2E5}"/>
          </ac:picMkLst>
        </pc:picChg>
        <pc:picChg chg="del">
          <ac:chgData name="HECTOR JUNIOR MARTINEZ CERVANTES" userId="0b86bddd-61ba-40f6-b111-41933449d4ea" providerId="ADAL" clId="{D5642A01-75FB-418F-BD1B-3C3CACB99B0E}" dt="2023-03-13T15:31:49.792" v="1159" actId="478"/>
          <ac:picMkLst>
            <pc:docMk/>
            <pc:sldMk cId="3619726873" sldId="285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5:57:04.018" v="2807" actId="2696"/>
        <pc:sldMkLst>
          <pc:docMk/>
          <pc:sldMk cId="3037171203" sldId="286"/>
        </pc:sldMkLst>
      </pc:sldChg>
      <pc:sldChg chg="del">
        <pc:chgData name="HECTOR JUNIOR MARTINEZ CERVANTES" userId="0b86bddd-61ba-40f6-b111-41933449d4ea" providerId="ADAL" clId="{D5642A01-75FB-418F-BD1B-3C3CACB99B0E}" dt="2023-03-13T15:57:06.065" v="2808" actId="2696"/>
        <pc:sldMkLst>
          <pc:docMk/>
          <pc:sldMk cId="2655020554" sldId="287"/>
        </pc:sldMkLst>
      </pc:sldChg>
      <pc:sldChg chg="del">
        <pc:chgData name="HECTOR JUNIOR MARTINEZ CERVANTES" userId="0b86bddd-61ba-40f6-b111-41933449d4ea" providerId="ADAL" clId="{D5642A01-75FB-418F-BD1B-3C3CACB99B0E}" dt="2023-03-13T16:29:53.875" v="3561" actId="2696"/>
        <pc:sldMkLst>
          <pc:docMk/>
          <pc:sldMk cId="2512176270" sldId="288"/>
        </pc:sldMkLst>
      </pc:sldChg>
      <pc:sldChg chg="del">
        <pc:chgData name="HECTOR JUNIOR MARTINEZ CERVANTES" userId="0b86bddd-61ba-40f6-b111-41933449d4ea" providerId="ADAL" clId="{D5642A01-75FB-418F-BD1B-3C3CACB99B0E}" dt="2023-03-13T16:29:56.797" v="3562" actId="2696"/>
        <pc:sldMkLst>
          <pc:docMk/>
          <pc:sldMk cId="3057723447" sldId="289"/>
        </pc:sldMkLst>
      </pc:sldChg>
      <pc:sldChg chg="addSp delSp modSp mod">
        <pc:chgData name="HECTOR JUNIOR MARTINEZ CERVANTES" userId="0b86bddd-61ba-40f6-b111-41933449d4ea" providerId="ADAL" clId="{D5642A01-75FB-418F-BD1B-3C3CACB99B0E}" dt="2023-03-13T16:36:31.799" v="3902" actId="1076"/>
        <pc:sldMkLst>
          <pc:docMk/>
          <pc:sldMk cId="2621074941" sldId="290"/>
        </pc:sldMkLst>
        <pc:spChg chg="mod">
          <ac:chgData name="HECTOR JUNIOR MARTINEZ CERVANTES" userId="0b86bddd-61ba-40f6-b111-41933449d4ea" providerId="ADAL" clId="{D5642A01-75FB-418F-BD1B-3C3CACB99B0E}" dt="2023-03-13T16:34:03.781" v="3714" actId="14100"/>
          <ac:spMkLst>
            <pc:docMk/>
            <pc:sldMk cId="2621074941" sldId="290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6:34:58.784" v="3803" actId="20577"/>
          <ac:spMkLst>
            <pc:docMk/>
            <pc:sldMk cId="2621074941" sldId="290"/>
            <ac:spMk id="13" creationId="{2400B484-A063-41B3-A0FB-A4EA700FD8B2}"/>
          </ac:spMkLst>
        </pc:spChg>
        <pc:spChg chg="add mod">
          <ac:chgData name="HECTOR JUNIOR MARTINEZ CERVANTES" userId="0b86bddd-61ba-40f6-b111-41933449d4ea" providerId="ADAL" clId="{D5642A01-75FB-418F-BD1B-3C3CACB99B0E}" dt="2023-03-13T16:36:09.471" v="3893" actId="1076"/>
          <ac:spMkLst>
            <pc:docMk/>
            <pc:sldMk cId="2621074941" sldId="290"/>
            <ac:spMk id="19" creationId="{355AD57F-643F-47B4-8A4C-6BBEE3D06EFE}"/>
          </ac:spMkLst>
        </pc:spChg>
        <pc:picChg chg="del">
          <ac:chgData name="HECTOR JUNIOR MARTINEZ CERVANTES" userId="0b86bddd-61ba-40f6-b111-41933449d4ea" providerId="ADAL" clId="{D5642A01-75FB-418F-BD1B-3C3CACB99B0E}" dt="2023-03-13T16:30:13.060" v="3563" actId="478"/>
          <ac:picMkLst>
            <pc:docMk/>
            <pc:sldMk cId="2621074941" sldId="290"/>
            <ac:picMk id="3" creationId="{B3E6F134-F4BF-2A8E-F396-B972395C03E7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1:00.471" v="3569" actId="478"/>
          <ac:picMkLst>
            <pc:docMk/>
            <pc:sldMk cId="2621074941" sldId="290"/>
            <ac:picMk id="5" creationId="{4BB7ACAE-2E3A-4B89-8716-E2FB43191D46}"/>
          </ac:picMkLst>
        </pc:picChg>
        <pc:picChg chg="del">
          <ac:chgData name="HECTOR JUNIOR MARTINEZ CERVANTES" userId="0b86bddd-61ba-40f6-b111-41933449d4ea" providerId="ADAL" clId="{D5642A01-75FB-418F-BD1B-3C3CACB99B0E}" dt="2023-03-13T16:30:13.492" v="3564" actId="478"/>
          <ac:picMkLst>
            <pc:docMk/>
            <pc:sldMk cId="2621074941" sldId="290"/>
            <ac:picMk id="6" creationId="{B3336B9C-D46E-8B4D-8A26-20B689AB833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2:36.425" v="3581" actId="478"/>
          <ac:picMkLst>
            <pc:docMk/>
            <pc:sldMk cId="2621074941" sldId="290"/>
            <ac:picMk id="8" creationId="{29AD18FF-CE23-4B12-9767-4D82D6E81937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32:49.055" v="3582" actId="478"/>
          <ac:picMkLst>
            <pc:docMk/>
            <pc:sldMk cId="2621074941" sldId="290"/>
            <ac:picMk id="10" creationId="{F22915AC-E69C-4C9B-9C06-600CC53D9D28}"/>
          </ac:picMkLst>
        </pc:picChg>
        <pc:picChg chg="add mod modCrop">
          <ac:chgData name="HECTOR JUNIOR MARTINEZ CERVANTES" userId="0b86bddd-61ba-40f6-b111-41933449d4ea" providerId="ADAL" clId="{D5642A01-75FB-418F-BD1B-3C3CACB99B0E}" dt="2023-03-13T16:36:31.799" v="3902" actId="1076"/>
          <ac:picMkLst>
            <pc:docMk/>
            <pc:sldMk cId="2621074941" sldId="290"/>
            <ac:picMk id="12" creationId="{302D6293-ED59-4784-A2DA-FE174459630C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4:33.308" v="3718" actId="478"/>
          <ac:picMkLst>
            <pc:docMk/>
            <pc:sldMk cId="2621074941" sldId="290"/>
            <ac:picMk id="14" creationId="{19410FF7-E185-4D8F-9632-6EDFB4D22DEC}"/>
          </ac:picMkLst>
        </pc:picChg>
        <pc:picChg chg="add mod">
          <ac:chgData name="HECTOR JUNIOR MARTINEZ CERVANTES" userId="0b86bddd-61ba-40f6-b111-41933449d4ea" providerId="ADAL" clId="{D5642A01-75FB-418F-BD1B-3C3CACB99B0E}" dt="2023-03-13T16:35:21.238" v="3804" actId="1076"/>
          <ac:picMkLst>
            <pc:docMk/>
            <pc:sldMk cId="2621074941" sldId="290"/>
            <ac:picMk id="16" creationId="{95064BF2-9A93-4384-A1B8-47EC20B3E620}"/>
          </ac:picMkLst>
        </pc:picChg>
        <pc:picChg chg="add mod">
          <ac:chgData name="HECTOR JUNIOR MARTINEZ CERVANTES" userId="0b86bddd-61ba-40f6-b111-41933449d4ea" providerId="ADAL" clId="{D5642A01-75FB-418F-BD1B-3C3CACB99B0E}" dt="2023-03-13T16:36:11.814" v="3899" actId="1038"/>
          <ac:picMkLst>
            <pc:docMk/>
            <pc:sldMk cId="2621074941" sldId="290"/>
            <ac:picMk id="18" creationId="{59C7528E-24D6-4023-97BC-C0D85B165F61}"/>
          </ac:picMkLst>
        </pc:picChg>
      </pc:sldChg>
      <pc:sldChg chg="addSp delSp modSp add mod">
        <pc:chgData name="HECTOR JUNIOR MARTINEZ CERVANTES" userId="0b86bddd-61ba-40f6-b111-41933449d4ea" providerId="ADAL" clId="{D5642A01-75FB-418F-BD1B-3C3CACB99B0E}" dt="2023-03-13T15:15:12.279" v="603" actId="20577"/>
        <pc:sldMkLst>
          <pc:docMk/>
          <pc:sldMk cId="1053964674" sldId="291"/>
        </pc:sldMkLst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15:12.279" v="603" actId="20577"/>
          <ac:spMkLst>
            <pc:docMk/>
            <pc:sldMk cId="1053964674" sldId="29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5:09:31.877" v="223" actId="478"/>
          <ac:picMkLst>
            <pc:docMk/>
            <pc:sldMk cId="1053964674" sldId="291"/>
            <ac:picMk id="3" creationId="{43D4FDE7-FC76-414D-BC9B-80F8BD3E5A10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4:10.156" v="483" actId="1035"/>
          <ac:picMkLst>
            <pc:docMk/>
            <pc:sldMk cId="1053964674" sldId="291"/>
            <ac:picMk id="4" creationId="{62C8B858-D9B3-4A89-8EAA-8EFAFB49F04B}"/>
          </ac:picMkLst>
        </pc:picChg>
        <pc:picChg chg="mod">
          <ac:chgData name="HECTOR JUNIOR MARTINEZ CERVANTES" userId="0b86bddd-61ba-40f6-b111-41933449d4ea" providerId="ADAL" clId="{D5642A01-75FB-418F-BD1B-3C3CACB99B0E}" dt="2023-03-13T15:13:33.120" v="472" actId="1440"/>
          <ac:picMkLst>
            <pc:docMk/>
            <pc:sldMk cId="1053964674" sldId="291"/>
            <ac:picMk id="6" creationId="{BF6448B1-3DA0-435C-BD3F-9D696D910BDF}"/>
          </ac:picMkLst>
        </pc:picChg>
        <pc:cxnChg chg="add mod">
          <ac:chgData name="HECTOR JUNIOR MARTINEZ CERVANTES" userId="0b86bddd-61ba-40f6-b111-41933449d4ea" providerId="ADAL" clId="{D5642A01-75FB-418F-BD1B-3C3CACB99B0E}" dt="2023-03-13T15:14:35.271" v="488" actId="14100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5:11:23.145" v="254" actId="47"/>
        <pc:sldMkLst>
          <pc:docMk/>
          <pc:sldMk cId="337852327" sldId="292"/>
        </pc:sldMkLst>
      </pc:sldChg>
      <pc:sldChg chg="modSp mod ord">
        <pc:chgData name="HECTOR JUNIOR MARTINEZ CERVANTES" userId="0b86bddd-61ba-40f6-b111-41933449d4ea" providerId="ADAL" clId="{D5642A01-75FB-418F-BD1B-3C3CACB99B0E}" dt="2023-03-13T15:11:40.779" v="273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D5642A01-75FB-418F-BD1B-3C3CACB99B0E}" dt="2023-03-13T15:11:35.788" v="271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addSp delSp modSp add mod">
        <pc:chgData name="HECTOR JUNIOR MARTINEZ CERVANTES" userId="0b86bddd-61ba-40f6-b111-41933449d4ea" providerId="ADAL" clId="{D5642A01-75FB-418F-BD1B-3C3CACB99B0E}" dt="2023-03-13T15:53:49.629" v="2464" actId="1035"/>
        <pc:sldMkLst>
          <pc:docMk/>
          <pc:sldMk cId="2895630071" sldId="293"/>
        </pc:sldMkLst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8" creationId="{90F856FB-2895-466D-9348-3F897FB535C1}"/>
          </ac:spMkLst>
        </pc:spChg>
        <pc:spChg chg="add mod">
          <ac:chgData name="HECTOR JUNIOR MARTINEZ CERVANTES" userId="0b86bddd-61ba-40f6-b111-41933449d4ea" providerId="ADAL" clId="{D5642A01-75FB-418F-BD1B-3C3CACB99B0E}" dt="2023-03-13T15:53:47.521" v="2455" actId="1035"/>
          <ac:spMkLst>
            <pc:docMk/>
            <pc:sldMk cId="2895630071" sldId="293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5:16:27.372" v="613" actId="478"/>
          <ac:spMkLst>
            <pc:docMk/>
            <pc:sldMk cId="2895630071" sldId="293"/>
            <ac:spMk id="14" creationId="{742932E9-7E00-4508-8A3F-505219356BF1}"/>
          </ac:spMkLst>
        </pc:spChg>
        <pc:spChg chg="del mod">
          <ac:chgData name="HECTOR JUNIOR MARTINEZ CERVANTES" userId="0b86bddd-61ba-40f6-b111-41933449d4ea" providerId="ADAL" clId="{D5642A01-75FB-418F-BD1B-3C3CACB99B0E}" dt="2023-03-13T15:16:51.012" v="614" actId="478"/>
          <ac:spMkLst>
            <pc:docMk/>
            <pc:sldMk cId="2895630071" sldId="293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4" creationId="{865C030E-4B40-4AF9-9ADA-1D935B205EC4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5" creationId="{CAB2E69E-9890-4E31-8B71-58672B19FACC}"/>
          </ac:spMkLst>
        </pc:spChg>
        <pc:spChg chg="add mod">
          <ac:chgData name="HECTOR JUNIOR MARTINEZ CERVANTES" userId="0b86bddd-61ba-40f6-b111-41933449d4ea" providerId="ADAL" clId="{D5642A01-75FB-418F-BD1B-3C3CACB99B0E}" dt="2023-03-13T15:53:49.629" v="2464" actId="1035"/>
          <ac:spMkLst>
            <pc:docMk/>
            <pc:sldMk cId="2895630071" sldId="293"/>
            <ac:spMk id="36" creationId="{CF8BCC55-620B-4536-B646-FDF3DFC9D4BC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38" creationId="{BB184355-3F02-4799-930B-0AF2835DEF29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39" creationId="{DD7E04B2-74A0-4F85-B7F6-4BEB5EDD6B33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40" creationId="{A3485C58-B3DB-48A8-9435-4A7739B47B46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42" creationId="{F473E7A5-23B2-4319-9808-AA4E6BA005F5}"/>
          </ac:spMkLst>
        </pc:spChg>
        <pc:spChg chg="add del mod">
          <ac:chgData name="HECTOR JUNIOR MARTINEZ CERVANTES" userId="0b86bddd-61ba-40f6-b111-41933449d4ea" providerId="ADAL" clId="{D5642A01-75FB-418F-BD1B-3C3CACB99B0E}" dt="2023-03-13T15:25:43.900" v="822"/>
          <ac:spMkLst>
            <pc:docMk/>
            <pc:sldMk cId="2895630071" sldId="293"/>
            <ac:spMk id="43" creationId="{8E431324-8D4D-4175-82AB-5B82BD931808}"/>
          </ac:spMkLst>
        </pc:spChg>
        <pc:spChg chg="add mod">
          <ac:chgData name="HECTOR JUNIOR MARTINEZ CERVANTES" userId="0b86bddd-61ba-40f6-b111-41933449d4ea" providerId="ADAL" clId="{D5642A01-75FB-418F-BD1B-3C3CACB99B0E}" dt="2023-03-13T15:53:39.379" v="2445" actId="404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5:23:19.379" v="820" actId="20577"/>
          <ac:spMkLst>
            <pc:docMk/>
            <pc:sldMk cId="2895630071" sldId="29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D5642A01-75FB-418F-BD1B-3C3CACB99B0E}" dt="2023-03-13T15:15:54.731" v="605" actId="478"/>
          <ac:picMkLst>
            <pc:docMk/>
            <pc:sldMk cId="2895630071" sldId="293"/>
            <ac:picMk id="6" creationId="{BF6448B1-3DA0-435C-BD3F-9D696D910BDF}"/>
          </ac:picMkLst>
        </pc:picChg>
        <pc:picChg chg="add 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4" creationId="{B073E603-45E3-407F-958C-8F2A7A3C66AD}"/>
          </ac:picMkLst>
        </pc:picChg>
        <pc:cxnChg chg="del mod">
          <ac:chgData name="HECTOR JUNIOR MARTINEZ CERVANTES" userId="0b86bddd-61ba-40f6-b111-41933449d4ea" providerId="ADAL" clId="{D5642A01-75FB-418F-BD1B-3C3CACB99B0E}" dt="2023-03-13T15:16:00.246" v="607" actId="478"/>
          <ac:cxnSpMkLst>
            <pc:docMk/>
            <pc:sldMk cId="2895630071" sldId="293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47.521" v="2455" actId="1035"/>
          <ac:cxnSpMkLst>
            <pc:docMk/>
            <pc:sldMk cId="2895630071" sldId="293"/>
            <ac:cxnSpMk id="11" creationId="{62AC4279-5B9C-4BC9-96F2-E6FA1ABF6CE5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26" creationId="{FDC5430F-579C-4166-AF35-E0FD33F1E26A}"/>
          </ac:cxnSpMkLst>
        </pc:cxnChg>
        <pc:cxnChg chg="add del mod">
          <ac:chgData name="HECTOR JUNIOR MARTINEZ CERVANTES" userId="0b86bddd-61ba-40f6-b111-41933449d4ea" providerId="ADAL" clId="{D5642A01-75FB-418F-BD1B-3C3CACB99B0E}" dt="2023-03-13T15:22:23.442" v="757"/>
          <ac:cxnSpMkLst>
            <pc:docMk/>
            <pc:sldMk cId="2895630071" sldId="293"/>
            <ac:cxnSpMk id="41" creationId="{F02CCCFB-93F6-4BF5-995D-B39EC0E24B7E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30:36.225" v="1136" actId="20577"/>
        <pc:sldMkLst>
          <pc:docMk/>
          <pc:sldMk cId="383155410" sldId="294"/>
        </pc:sldMkLst>
        <pc:spChg chg="mod">
          <ac:chgData name="HECTOR JUNIOR MARTINEZ CERVANTES" userId="0b86bddd-61ba-40f6-b111-41933449d4ea" providerId="ADAL" clId="{D5642A01-75FB-418F-BD1B-3C3CACB99B0E}" dt="2023-03-13T15:30:36.225" v="1136" actId="20577"/>
          <ac:spMkLst>
            <pc:docMk/>
            <pc:sldMk cId="383155410" sldId="294"/>
            <ac:spMk id="92" creationId="{00000000-0000-0000-0000-000000000000}"/>
          </ac:spMkLst>
        </pc:spChg>
      </pc:sldChg>
      <pc:sldChg chg="addSp modSp add mod ord">
        <pc:chgData name="HECTOR JUNIOR MARTINEZ CERVANTES" userId="0b86bddd-61ba-40f6-b111-41933449d4ea" providerId="ADAL" clId="{D5642A01-75FB-418F-BD1B-3C3CACB99B0E}" dt="2023-03-13T15:56:50.199" v="2806" actId="20577"/>
        <pc:sldMkLst>
          <pc:docMk/>
          <pc:sldMk cId="1752066582" sldId="295"/>
        </pc:sldMkLst>
        <pc:spChg chg="add mod">
          <ac:chgData name="HECTOR JUNIOR MARTINEZ CERVANTES" userId="0b86bddd-61ba-40f6-b111-41933449d4ea" providerId="ADAL" clId="{D5642A01-75FB-418F-BD1B-3C3CACB99B0E}" dt="2023-03-13T15:37:02.364" v="1422" actId="14100"/>
          <ac:spMkLst>
            <pc:docMk/>
            <pc:sldMk cId="1752066582" sldId="295"/>
            <ac:spMk id="8" creationId="{C3DEC10E-47BD-49ED-870F-71305334FE73}"/>
          </ac:spMkLst>
        </pc:spChg>
        <pc:spChg chg="add mod">
          <ac:chgData name="HECTOR JUNIOR MARTINEZ CERVANTES" userId="0b86bddd-61ba-40f6-b111-41933449d4ea" providerId="ADAL" clId="{D5642A01-75FB-418F-BD1B-3C3CACB99B0E}" dt="2023-03-13T15:54:34.207" v="2507" actId="1076"/>
          <ac:spMkLst>
            <pc:docMk/>
            <pc:sldMk cId="1752066582" sldId="295"/>
            <ac:spMk id="14" creationId="{AFFC1FEB-5634-4B55-8A73-130988F03BF2}"/>
          </ac:spMkLst>
        </pc:spChg>
        <pc:spChg chg="mod">
          <ac:chgData name="HECTOR JUNIOR MARTINEZ CERVANTES" userId="0b86bddd-61ba-40f6-b111-41933449d4ea" providerId="ADAL" clId="{D5642A01-75FB-418F-BD1B-3C3CACB99B0E}" dt="2023-03-13T15:35:21.759" v="1326" actId="20577"/>
          <ac:spMkLst>
            <pc:docMk/>
            <pc:sldMk cId="1752066582" sldId="295"/>
            <ac:spMk id="15" creationId="{837E8B23-5424-4C69-BFA5-E9FA0EF689C9}"/>
          </ac:spMkLst>
        </pc:spChg>
        <pc:spChg chg="add mod">
          <ac:chgData name="HECTOR JUNIOR MARTINEZ CERVANTES" userId="0b86bddd-61ba-40f6-b111-41933449d4ea" providerId="ADAL" clId="{D5642A01-75FB-418F-BD1B-3C3CACB99B0E}" dt="2023-03-13T15:37:55.802" v="1433" actId="1076"/>
          <ac:spMkLst>
            <pc:docMk/>
            <pc:sldMk cId="1752066582" sldId="295"/>
            <ac:spMk id="20" creationId="{3B1ECEAE-52D8-42A8-8D20-8269028378BE}"/>
          </ac:spMkLst>
        </pc:spChg>
        <pc:spChg chg="add mod">
          <ac:chgData name="HECTOR JUNIOR MARTINEZ CERVANTES" userId="0b86bddd-61ba-40f6-b111-41933449d4ea" providerId="ADAL" clId="{D5642A01-75FB-418F-BD1B-3C3CACB99B0E}" dt="2023-03-13T15:54:45.318" v="2510" actId="1076"/>
          <ac:spMkLst>
            <pc:docMk/>
            <pc:sldMk cId="1752066582" sldId="295"/>
            <ac:spMk id="21" creationId="{6387BF1D-CEAC-493E-BBA7-A48CE27913E8}"/>
          </ac:spMkLst>
        </pc:spChg>
        <pc:spChg chg="add mod">
          <ac:chgData name="HECTOR JUNIOR MARTINEZ CERVANTES" userId="0b86bddd-61ba-40f6-b111-41933449d4ea" providerId="ADAL" clId="{D5642A01-75FB-418F-BD1B-3C3CACB99B0E}" dt="2023-03-13T15:56:50.199" v="2806" actId="20577"/>
          <ac:spMkLst>
            <pc:docMk/>
            <pc:sldMk cId="1752066582" sldId="295"/>
            <ac:spMk id="25" creationId="{9472602A-08D6-4E4F-ABAA-AFD1D0724306}"/>
          </ac:spMkLst>
        </pc:spChg>
        <pc:picChg chg="add mod">
          <ac:chgData name="HECTOR JUNIOR MARTINEZ CERVANTES" userId="0b86bddd-61ba-40f6-b111-41933449d4ea" providerId="ADAL" clId="{D5642A01-75FB-418F-BD1B-3C3CACB99B0E}" dt="2023-03-13T15:54:24.832" v="2505" actId="1035"/>
          <ac:picMkLst>
            <pc:docMk/>
            <pc:sldMk cId="1752066582" sldId="295"/>
            <ac:picMk id="3" creationId="{9764AB4B-EC23-4911-BE1A-32FFB08B76DD}"/>
          </ac:picMkLst>
        </pc:picChg>
        <pc:picChg chg="add mod">
          <ac:chgData name="HECTOR JUNIOR MARTINEZ CERVANTES" userId="0b86bddd-61ba-40f6-b111-41933449d4ea" providerId="ADAL" clId="{D5642A01-75FB-418F-BD1B-3C3CACB99B0E}" dt="2023-03-13T15:54:27.332" v="2506" actId="1076"/>
          <ac:picMkLst>
            <pc:docMk/>
            <pc:sldMk cId="1752066582" sldId="295"/>
            <ac:picMk id="5" creationId="{B06446A4-CB3E-402F-B1D6-B044567CE6DE}"/>
          </ac:picMkLst>
        </pc:picChg>
        <pc:picChg chg="mod">
          <ac:chgData name="HECTOR JUNIOR MARTINEZ CERVANTES" userId="0b86bddd-61ba-40f6-b111-41933449d4ea" providerId="ADAL" clId="{D5642A01-75FB-418F-BD1B-3C3CACB99B0E}" dt="2023-03-13T15:36:52.203" v="1419" actId="1440"/>
          <ac:picMkLst>
            <pc:docMk/>
            <pc:sldMk cId="1752066582" sldId="295"/>
            <ac:picMk id="12" creationId="{9A46D9C2-E04F-4019-8308-56F99B0EB684}"/>
          </ac:picMkLst>
        </pc:picChg>
        <pc:cxnChg chg="add mod">
          <ac:chgData name="HECTOR JUNIOR MARTINEZ CERVANTES" userId="0b86bddd-61ba-40f6-b111-41933449d4ea" providerId="ADAL" clId="{D5642A01-75FB-418F-BD1B-3C3CACB99B0E}" dt="2023-03-13T15:54:24.832" v="2505" actId="1035"/>
          <ac:cxnSpMkLst>
            <pc:docMk/>
            <pc:sldMk cId="1752066582" sldId="295"/>
            <ac:cxnSpMk id="9" creationId="{B9ECADAD-0576-45A5-92F4-44875808C143}"/>
          </ac:cxnSpMkLst>
        </pc:cxnChg>
        <pc:cxnChg chg="add mod">
          <ac:chgData name="HECTOR JUNIOR MARTINEZ CERVANTES" userId="0b86bddd-61ba-40f6-b111-41933449d4ea" providerId="ADAL" clId="{D5642A01-75FB-418F-BD1B-3C3CACB99B0E}" dt="2023-03-13T15:54:38.035" v="2508" actId="14100"/>
          <ac:cxnSpMkLst>
            <pc:docMk/>
            <pc:sldMk cId="1752066582" sldId="295"/>
            <ac:cxnSpMk id="16" creationId="{E80C6D46-BDBC-41D3-BEBC-CF4D9591975A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57:32.113" v="2824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D5642A01-75FB-418F-BD1B-3C3CACB99B0E}" dt="2023-03-13T15:57:32.113" v="2824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D5642A01-75FB-418F-BD1B-3C3CACB99B0E}" dt="2023-03-13T16:03:43.419" v="2872" actId="20577"/>
        <pc:sldMkLst>
          <pc:docMk/>
          <pc:sldMk cId="2400575441" sldId="297"/>
        </pc:sldMkLst>
        <pc:spChg chg="mod">
          <ac:chgData name="HECTOR JUNIOR MARTINEZ CERVANTES" userId="0b86bddd-61ba-40f6-b111-41933449d4ea" providerId="ADAL" clId="{D5642A01-75FB-418F-BD1B-3C3CACB99B0E}" dt="2023-03-13T15:58:30.518" v="2828" actId="1076"/>
          <ac:spMkLst>
            <pc:docMk/>
            <pc:sldMk cId="2400575441" sldId="297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58:09.065" v="2825" actId="1076"/>
          <ac:spMkLst>
            <pc:docMk/>
            <pc:sldMk cId="2400575441" sldId="297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6:03:43.419" v="2872" actId="20577"/>
          <ac:spMkLst>
            <pc:docMk/>
            <pc:sldMk cId="2400575441" sldId="297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1:17.381" v="2829" actId="478"/>
          <ac:picMkLst>
            <pc:docMk/>
            <pc:sldMk cId="2400575441" sldId="297"/>
            <ac:picMk id="4" creationId="{62C8B858-D9B3-4A89-8EAA-8EFAFB49F04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03:02.112" v="2834" actId="478"/>
          <ac:picMkLst>
            <pc:docMk/>
            <pc:sldMk cId="2400575441" sldId="297"/>
            <ac:picMk id="5" creationId="{29F87C44-4082-43CE-8D77-49BA41B21A9D}"/>
          </ac:picMkLst>
        </pc:picChg>
        <pc:picChg chg="add mod">
          <ac:chgData name="HECTOR JUNIOR MARTINEZ CERVANTES" userId="0b86bddd-61ba-40f6-b111-41933449d4ea" providerId="ADAL" clId="{D5642A01-75FB-418F-BD1B-3C3CACB99B0E}" dt="2023-03-13T16:03:14.972" v="2837" actId="1076"/>
          <ac:picMkLst>
            <pc:docMk/>
            <pc:sldMk cId="2400575441" sldId="297"/>
            <ac:picMk id="8" creationId="{6D2FC578-B8C6-410A-9D3E-D1B1970DA823}"/>
          </ac:picMkLst>
        </pc:picChg>
        <pc:cxnChg chg="mod">
          <ac:chgData name="HECTOR JUNIOR MARTINEZ CERVANTES" userId="0b86bddd-61ba-40f6-b111-41933449d4ea" providerId="ADAL" clId="{D5642A01-75FB-418F-BD1B-3C3CACB99B0E}" dt="2023-03-13T16:03:17.565" v="2838" actId="14100"/>
          <ac:cxnSpMkLst>
            <pc:docMk/>
            <pc:sldMk cId="2400575441" sldId="297"/>
            <ac:cxnSpMk id="9" creationId="{AE0272C2-4E7D-4FF3-9C35-CC9A6A26C548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6:29:09.406" v="3559" actId="20577"/>
        <pc:sldMkLst>
          <pc:docMk/>
          <pc:sldMk cId="1903169907" sldId="298"/>
        </pc:sldMkLst>
        <pc:spChg chg="mod">
          <ac:chgData name="HECTOR JUNIOR MARTINEZ CERVANTES" userId="0b86bddd-61ba-40f6-b111-41933449d4ea" providerId="ADAL" clId="{D5642A01-75FB-418F-BD1B-3C3CACB99B0E}" dt="2023-03-13T16:18:08.614" v="3097" actId="1076"/>
          <ac:spMkLst>
            <pc:docMk/>
            <pc:sldMk cId="1903169907" sldId="298"/>
            <ac:spMk id="8" creationId="{90F856FB-2895-466D-9348-3F897FB535C1}"/>
          </ac:spMkLst>
        </pc:spChg>
        <pc:spChg chg="del mod">
          <ac:chgData name="HECTOR JUNIOR MARTINEZ CERVANTES" userId="0b86bddd-61ba-40f6-b111-41933449d4ea" providerId="ADAL" clId="{D5642A01-75FB-418F-BD1B-3C3CACB99B0E}" dt="2023-03-13T16:14:39.546" v="3020" actId="478"/>
          <ac:spMkLst>
            <pc:docMk/>
            <pc:sldMk cId="1903169907" sldId="298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6:04:42.968" v="2988" actId="478"/>
          <ac:spMkLst>
            <pc:docMk/>
            <pc:sldMk cId="1903169907" sldId="298"/>
            <ac:spMk id="24" creationId="{865C030E-4B40-4AF9-9ADA-1D935B205EC4}"/>
          </ac:spMkLst>
        </pc:spChg>
        <pc:spChg chg="del mod">
          <ac:chgData name="HECTOR JUNIOR MARTINEZ CERVANTES" userId="0b86bddd-61ba-40f6-b111-41933449d4ea" providerId="ADAL" clId="{D5642A01-75FB-418F-BD1B-3C3CACB99B0E}" dt="2023-03-13T16:11:19.544" v="3014" actId="478"/>
          <ac:spMkLst>
            <pc:docMk/>
            <pc:sldMk cId="1903169907" sldId="298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D5642A01-75FB-418F-BD1B-3C3CACB99B0E}" dt="2023-03-13T16:11:21.452" v="3015" actId="478"/>
          <ac:spMkLst>
            <pc:docMk/>
            <pc:sldMk cId="1903169907" sldId="298"/>
            <ac:spMk id="36" creationId="{CF8BCC55-620B-4536-B646-FDF3DFC9D4BC}"/>
          </ac:spMkLst>
        </pc:spChg>
        <pc:spChg chg="del mod">
          <ac:chgData name="HECTOR JUNIOR MARTINEZ CERVANTES" userId="0b86bddd-61ba-40f6-b111-41933449d4ea" providerId="ADAL" clId="{D5642A01-75FB-418F-BD1B-3C3CACB99B0E}" dt="2023-03-13T16:04:45.765" v="2990" actId="478"/>
          <ac:spMkLst>
            <pc:docMk/>
            <pc:sldMk cId="1903169907" sldId="298"/>
            <ac:spMk id="38" creationId="{BB184355-3F02-4799-930B-0AF2835DEF29}"/>
          </ac:spMkLst>
        </pc:spChg>
        <pc:spChg chg="add mod">
          <ac:chgData name="HECTOR JUNIOR MARTINEZ CERVANTES" userId="0b86bddd-61ba-40f6-b111-41933449d4ea" providerId="ADAL" clId="{D5642A01-75FB-418F-BD1B-3C3CACB99B0E}" dt="2023-03-13T16:25:39.878" v="3106" actId="14100"/>
          <ac:spMkLst>
            <pc:docMk/>
            <pc:sldMk cId="1903169907" sldId="298"/>
            <ac:spMk id="41" creationId="{9CEFBD1A-F0FA-487F-961E-FD0B3C12FEB8}"/>
          </ac:spMkLst>
        </pc:spChg>
        <pc:spChg chg="del mod">
          <ac:chgData name="HECTOR JUNIOR MARTINEZ CERVANTES" userId="0b86bddd-61ba-40f6-b111-41933449d4ea" providerId="ADAL" clId="{D5642A01-75FB-418F-BD1B-3C3CACB99B0E}" dt="2023-03-13T16:11:18.260" v="3013" actId="478"/>
          <ac:spMkLst>
            <pc:docMk/>
            <pc:sldMk cId="1903169907" sldId="298"/>
            <ac:spMk id="42" creationId="{F473E7A5-23B2-4319-9808-AA4E6BA005F5}"/>
          </ac:spMkLst>
        </pc:spChg>
        <pc:spChg chg="add mod">
          <ac:chgData name="HECTOR JUNIOR MARTINEZ CERVANTES" userId="0b86bddd-61ba-40f6-b111-41933449d4ea" providerId="ADAL" clId="{D5642A01-75FB-418F-BD1B-3C3CACB99B0E}" dt="2023-03-13T16:29:09.406" v="3559" actId="20577"/>
          <ac:spMkLst>
            <pc:docMk/>
            <pc:sldMk cId="1903169907" sldId="298"/>
            <ac:spMk id="49" creationId="{4CC9EF87-79C0-4826-8349-B8B748BAB673}"/>
          </ac:spMkLst>
        </pc:spChg>
        <pc:spChg chg="del">
          <ac:chgData name="HECTOR JUNIOR MARTINEZ CERVANTES" userId="0b86bddd-61ba-40f6-b111-41933449d4ea" providerId="ADAL" clId="{D5642A01-75FB-418F-BD1B-3C3CACB99B0E}" dt="2023-03-13T16:10:06.079" v="3001" actId="478"/>
          <ac:spMkLst>
            <pc:docMk/>
            <pc:sldMk cId="1903169907" sldId="298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6:27:10.930" v="3199" actId="1076"/>
          <ac:spMkLst>
            <pc:docMk/>
            <pc:sldMk cId="1903169907" sldId="29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3:54.766" v="2873" actId="478"/>
          <ac:picMkLst>
            <pc:docMk/>
            <pc:sldMk cId="1903169907" sldId="298"/>
            <ac:picMk id="4" creationId="{62C8B858-D9B3-4A89-8EAA-8EFAFB49F04B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0:43.497" v="3002" actId="478"/>
          <ac:picMkLst>
            <pc:docMk/>
            <pc:sldMk cId="1903169907" sldId="298"/>
            <ac:picMk id="16" creationId="{E5CA3771-98CA-4297-B01C-041DF26A25B9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04.905" v="3096" actId="1038"/>
          <ac:picMkLst>
            <pc:docMk/>
            <pc:sldMk cId="1903169907" sldId="298"/>
            <ac:picMk id="17" creationId="{8CB6F6FD-0FDE-49A5-A775-69BDA080CE59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7:48.495" v="3073" actId="478"/>
          <ac:picMkLst>
            <pc:docMk/>
            <pc:sldMk cId="1903169907" sldId="298"/>
            <ac:picMk id="22" creationId="{7B37C959-D641-411D-8778-CD0714225CAA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11.973" v="3098" actId="1076"/>
          <ac:picMkLst>
            <pc:docMk/>
            <pc:sldMk cId="1903169907" sldId="298"/>
            <ac:picMk id="31" creationId="{AB5EFBAD-0479-4A83-B270-DC63EF42DB84}"/>
          </ac:picMkLst>
        </pc:picChg>
        <pc:picChg chg="add mod">
          <ac:chgData name="HECTOR JUNIOR MARTINEZ CERVANTES" userId="0b86bddd-61ba-40f6-b111-41933449d4ea" providerId="ADAL" clId="{D5642A01-75FB-418F-BD1B-3C3CACB99B0E}" dt="2023-03-13T16:27:21.212" v="3200" actId="1076"/>
          <ac:picMkLst>
            <pc:docMk/>
            <pc:sldMk cId="1903169907" sldId="298"/>
            <ac:picMk id="33" creationId="{D3B4C4ED-36F9-46DB-A490-BA872BDF3682}"/>
          </ac:picMkLst>
        </pc:picChg>
        <pc:picChg chg="del">
          <ac:chgData name="HECTOR JUNIOR MARTINEZ CERVANTES" userId="0b86bddd-61ba-40f6-b111-41933449d4ea" providerId="ADAL" clId="{D5642A01-75FB-418F-BD1B-3C3CACB99B0E}" dt="2023-03-13T16:11:15.313" v="3011" actId="478"/>
          <ac:picMkLst>
            <pc:docMk/>
            <pc:sldMk cId="1903169907" sldId="298"/>
            <ac:picMk id="44" creationId="{B073E603-45E3-407F-958C-8F2A7A3C66AD}"/>
          </ac:picMkLst>
        </pc:picChg>
        <pc:cxnChg chg="mod">
          <ac:chgData name="HECTOR JUNIOR MARTINEZ CERVANTES" userId="0b86bddd-61ba-40f6-b111-41933449d4ea" providerId="ADAL" clId="{D5642A01-75FB-418F-BD1B-3C3CACB99B0E}" dt="2023-03-13T16:18:08.614" v="3097" actId="1076"/>
          <ac:cxnSpMkLst>
            <pc:docMk/>
            <pc:sldMk cId="1903169907" sldId="298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D5642A01-75FB-418F-BD1B-3C3CACB99B0E}" dt="2023-03-13T16:04:44.311" v="2989" actId="478"/>
          <ac:cxnSpMkLst>
            <pc:docMk/>
            <pc:sldMk cId="1903169907" sldId="298"/>
            <ac:cxnSpMk id="26" creationId="{FDC5430F-579C-4166-AF35-E0FD33F1E26A}"/>
          </ac:cxnSpMkLst>
        </pc:cxnChg>
        <pc:cxnChg chg="add mod">
          <ac:chgData name="HECTOR JUNIOR MARTINEZ CERVANTES" userId="0b86bddd-61ba-40f6-b111-41933449d4ea" providerId="ADAL" clId="{D5642A01-75FB-418F-BD1B-3C3CACB99B0E}" dt="2023-03-13T16:27:27.584" v="3201" actId="14100"/>
          <ac:cxnSpMkLst>
            <pc:docMk/>
            <pc:sldMk cId="1903169907" sldId="298"/>
            <ac:cxnSpMk id="43" creationId="{20077ADA-4947-4D78-91F1-8C61DE6CEC1E}"/>
          </ac:cxnSpMkLst>
        </pc:cxnChg>
        <pc:cxnChg chg="del mod">
          <ac:chgData name="HECTOR JUNIOR MARTINEZ CERVANTES" userId="0b86bddd-61ba-40f6-b111-41933449d4ea" providerId="ADAL" clId="{D5642A01-75FB-418F-BD1B-3C3CACB99B0E}" dt="2023-03-13T16:11:16.863" v="3012" actId="478"/>
          <ac:cxnSpMkLst>
            <pc:docMk/>
            <pc:sldMk cId="1903169907" sldId="298"/>
            <ac:cxnSpMk id="45" creationId="{B705ED60-B9A9-4E87-AAFA-2A51E0DBF359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6:29:33.703" v="3560" actId="2696"/>
        <pc:sldMkLst>
          <pc:docMk/>
          <pc:sldMk cId="2319468955" sldId="299"/>
        </pc:sldMkLst>
      </pc:sldChg>
    </pc:docChg>
  </pc:docChgLst>
  <pc:docChgLst>
    <pc:chgData name="HECTOR JUNIOR MARTINEZ CERVANTES" userId="S::hector.martinez@unisimon.edu.co::0b86bddd-61ba-40f6-b111-41933449d4ea" providerId="AD" clId="Web-{7C9B0885-3EE4-428F-8B80-395359817F32}"/>
    <pc:docChg chg="modSld">
      <pc:chgData name="HECTOR JUNIOR MARTINEZ CERVANTES" userId="S::hector.martinez@unisimon.edu.co::0b86bddd-61ba-40f6-b111-41933449d4ea" providerId="AD" clId="Web-{7C9B0885-3EE4-428F-8B80-395359817F32}" dt="2022-10-20T19:43:27.862" v="33" actId="1076"/>
      <pc:docMkLst>
        <pc:docMk/>
      </pc:docMkLst>
      <pc:sldChg chg="addSp modSp">
        <pc:chgData name="HECTOR JUNIOR MARTINEZ CERVANTES" userId="S::hector.martinez@unisimon.edu.co::0b86bddd-61ba-40f6-b111-41933449d4ea" providerId="AD" clId="Web-{7C9B0885-3EE4-428F-8B80-395359817F32}" dt="2022-10-20T19:43:27.862" v="33" actId="1076"/>
        <pc:sldMkLst>
          <pc:docMk/>
          <pc:sldMk cId="0" sldId="258"/>
        </pc:sldMkLst>
        <pc:spChg chg="add mod">
          <ac:chgData name="HECTOR JUNIOR MARTINEZ CERVANTES" userId="S::hector.martinez@unisimon.edu.co::0b86bddd-61ba-40f6-b111-41933449d4ea" providerId="AD" clId="Web-{7C9B0885-3EE4-428F-8B80-395359817F32}" dt="2022-10-20T19:43:02.783" v="30"/>
          <ac:spMkLst>
            <pc:docMk/>
            <pc:sldMk cId="0" sldId="258"/>
            <ac:spMk id="2" creationId="{5B124B8E-C1C6-A939-8487-0AC81D51A10C}"/>
          </ac:spMkLst>
        </pc:spChg>
        <pc:spChg chg="add mod">
          <ac:chgData name="HECTOR JUNIOR MARTINEZ CERVANTES" userId="S::hector.martinez@unisimon.edu.co::0b86bddd-61ba-40f6-b111-41933449d4ea" providerId="AD" clId="Web-{7C9B0885-3EE4-428F-8B80-395359817F32}" dt="2022-10-20T19:43:27.862" v="33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7C9B0885-3EE4-428F-8B80-395359817F32}" dt="2022-10-20T19:42:31.142" v="2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spMkLst>
            <pc:docMk/>
            <pc:sldMk cId="577171009" sldId="273"/>
            <ac:spMk id="11" creationId="{F39893C8-42CA-76CC-4A99-1B95351ABDCE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2.157" v="20" actId="14100"/>
          <ac:spMkLst>
            <pc:docMk/>
            <pc:sldMk cId="577171009" sldId="273"/>
            <ac:spMk id="13" creationId="{10E83437-82B2-C259-D883-517BB49FCD81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0.078" v="18" actId="20577"/>
          <ac:spMkLst>
            <pc:docMk/>
            <pc:sldMk cId="577171009" sldId="273"/>
            <ac:spMk id="15" creationId="{2AD2D856-2A21-09A5-7FC9-A67A964A1363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08.031" v="13" actId="1076"/>
          <ac:spMkLst>
            <pc:docMk/>
            <pc:sldMk cId="577171009" sldId="273"/>
            <ac:spMk id="16" creationId="{FE35CEE1-9ED1-DA50-840A-6849B36FBF1E}"/>
          </ac:spMkLst>
        </pc:spChg>
        <pc:picChg chg="mod">
          <ac:chgData name="HECTOR JUNIOR MARTINEZ CERVANTES" userId="S::hector.martinez@unisimon.edu.co::0b86bddd-61ba-40f6-b111-41933449d4ea" providerId="AD" clId="Web-{7C9B0885-3EE4-428F-8B80-395359817F32}" dt="2022-10-20T19:42:31.142" v="26"/>
          <ac:picMkLst>
            <pc:docMk/>
            <pc:sldMk cId="577171009" sldId="273"/>
            <ac:picMk id="17" creationId="{1B618D5F-E8FF-AE47-3EE1-8239D702C39F}"/>
          </ac:picMkLst>
        </pc:picChg>
        <pc:cxn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cxnSpMkLst>
            <pc:docMk/>
            <pc:sldMk cId="577171009" sldId="273"/>
            <ac:cxnSpMk id="20" creationId="{9DCD8BF9-4918-A2C4-4D4C-EC926D15A35E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AED128D4-D471-4F4E-842B-52C9FA603966}"/>
    <pc:docChg chg="modSld">
      <pc:chgData name="HECTOR JUNIOR MARTINEZ CERVANTES" userId="S::hector.martinez@unisimon.edu.co::0b86bddd-61ba-40f6-b111-41933449d4ea" providerId="AD" clId="Web-{AED128D4-D471-4F4E-842B-52C9FA603966}" dt="2022-11-21T18:58:24.466" v="2"/>
      <pc:docMkLst>
        <pc:docMk/>
      </pc:docMkLst>
      <pc:sldChg chg="delSp modSp">
        <pc:chgData name="HECTOR JUNIOR MARTINEZ CERVANTES" userId="S::hector.martinez@unisimon.edu.co::0b86bddd-61ba-40f6-b111-41933449d4ea" providerId="AD" clId="Web-{AED128D4-D471-4F4E-842B-52C9FA603966}" dt="2022-11-21T18:58:24.466" v="2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AED128D4-D471-4F4E-842B-52C9FA603966}" dt="2022-11-21T18:58:14.059" v="0"/>
          <ac:spMkLst>
            <pc:docMk/>
            <pc:sldMk cId="1736981282" sldId="309"/>
            <ac:spMk id="5" creationId="{62D7204A-EB50-502B-140F-F825959B30A8}"/>
          </ac:spMkLst>
        </pc:spChg>
        <pc:cxnChg chg="del mod">
          <ac:chgData name="HECTOR JUNIOR MARTINEZ CERVANTES" userId="S::hector.martinez@unisimon.edu.co::0b86bddd-61ba-40f6-b111-41933449d4ea" providerId="AD" clId="Web-{AED128D4-D471-4F4E-842B-52C9FA603966}" dt="2022-11-21T18:58:21.263" v="1"/>
          <ac:cxnSpMkLst>
            <pc:docMk/>
            <pc:sldMk cId="1736981282" sldId="309"/>
            <ac:cxnSpMk id="11" creationId="{00A5234B-D38F-FCE6-A758-F60BC3F040CB}"/>
          </ac:cxnSpMkLst>
        </pc:cxnChg>
        <pc:cxnChg chg="del mod">
          <ac:chgData name="HECTOR JUNIOR MARTINEZ CERVANTES" userId="S::hector.martinez@unisimon.edu.co::0b86bddd-61ba-40f6-b111-41933449d4ea" providerId="AD" clId="Web-{AED128D4-D471-4F4E-842B-52C9FA603966}" dt="2022-11-21T18:58:24.466" v="2"/>
          <ac:cxnSpMkLst>
            <pc:docMk/>
            <pc:sldMk cId="1736981282" sldId="309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6C62EA2A-F419-449F-96F4-A3876B76FB86}"/>
    <pc:docChg chg="modSld">
      <pc:chgData name="HECTOR JUNIOR MARTINEZ CERVANTES" userId="S::hector.martinez@unisimon.edu.co::0b86bddd-61ba-40f6-b111-41933449d4ea" providerId="AD" clId="Web-{6C62EA2A-F419-449F-96F4-A3876B76FB86}" dt="2022-10-20T16:33:12.577" v="38" actId="14100"/>
      <pc:docMkLst>
        <pc:docMk/>
      </pc:docMkLst>
      <pc:sldChg chg="modSp">
        <pc:chgData name="HECTOR JUNIOR MARTINEZ CERVANTES" userId="S::hector.martinez@unisimon.edu.co::0b86bddd-61ba-40f6-b111-41933449d4ea" providerId="AD" clId="Web-{6C62EA2A-F419-449F-96F4-A3876B76FB86}" dt="2022-10-20T16:32:24.201" v="12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2:24.201" v="12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6C62EA2A-F419-449F-96F4-A3876B76FB86}" dt="2022-10-20T16:33:12.577" v="38" actId="14100"/>
        <pc:sldMkLst>
          <pc:docMk/>
          <pc:sldMk cId="0" sldId="257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3:12.577" v="38" actId="14100"/>
          <ac:spMkLst>
            <pc:docMk/>
            <pc:sldMk cId="0" sldId="257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5CFFB44-FC1B-4B5F-2D13-552D3470B87A}"/>
    <pc:docChg chg="modSld">
      <pc:chgData name="HECTOR JUNIOR MARTINEZ CERVANTES" userId="S::hector.martinez@unisimon.edu.co::0b86bddd-61ba-40f6-b111-41933449d4ea" providerId="AD" clId="Web-{25CFFB44-FC1B-4B5F-2D13-552D3470B87A}" dt="2022-12-12T21:09:30.228" v="81" actId="1076"/>
      <pc:docMkLst>
        <pc:docMk/>
      </pc:docMkLst>
      <pc:sldChg chg="modSp">
        <pc:chgData name="HECTOR JUNIOR MARTINEZ CERVANTES" userId="S::hector.martinez@unisimon.edu.co::0b86bddd-61ba-40f6-b111-41933449d4ea" providerId="AD" clId="Web-{25CFFB44-FC1B-4B5F-2D13-552D3470B87A}" dt="2022-12-12T21:09:30.228" v="81" actId="1076"/>
        <pc:sldMkLst>
          <pc:docMk/>
          <pc:sldMk cId="0" sldId="25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26.712" v="80" actId="1076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30.228" v="81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9:18.946" v="79" actId="107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18.946" v="79" actId="1076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06.414" v="77" actId="1076"/>
          <ac:spMkLst>
            <pc:docMk/>
            <pc:sldMk cId="577171009" sldId="273"/>
            <ac:spMk id="18" creationId="{449C38C8-C1ED-3F3D-2652-C477F46835D3}"/>
          </ac:spMkLst>
        </pc:spChg>
        <pc:picChg chg="mod">
          <ac:chgData name="HECTOR JUNIOR MARTINEZ CERVANTES" userId="S::hector.martinez@unisimon.edu.co::0b86bddd-61ba-40f6-b111-41933449d4ea" providerId="AD" clId="Web-{25CFFB44-FC1B-4B5F-2D13-552D3470B87A}" dt="2022-12-12T21:09:11.899" v="78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8:49.773" v="76" actId="1076"/>
        <pc:sldMkLst>
          <pc:docMk/>
          <pc:sldMk cId="3251051220" sldId="281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8:49.773" v="76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8:35.898" v="74" actId="1076"/>
          <ac:spMkLst>
            <pc:docMk/>
            <pc:sldMk cId="3251051220" sldId="281"/>
            <ac:spMk id="18" creationId="{449C38C8-C1ED-3F3D-2652-C477F46835D3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4:29.441" v="72" actId="20577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4:29.441" v="72" actId="20577"/>
          <ac:spMkLst>
            <pc:docMk/>
            <pc:sldMk cId="2512176270" sldId="288"/>
            <ac:spMk id="4" creationId="{0655C628-DECE-7BF2-0F77-6A67660E809E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14:47:50.881" v="9" actId="1076"/>
          <ac:spMkLst>
            <pc:docMk/>
            <pc:sldMk cId="2512176270" sldId="288"/>
            <ac:spMk id="6" creationId="{4F06A9D3-8C7C-6916-5680-B28EA5431D6B}"/>
          </ac:spMkLst>
        </pc:spChg>
        <pc:picChg chg="add mod ord">
          <ac:chgData name="HECTOR JUNIOR MARTINEZ CERVANTES" userId="S::hector.martinez@unisimon.edu.co::0b86bddd-61ba-40f6-b111-41933449d4ea" providerId="AD" clId="Web-{25CFFB44-FC1B-4B5F-2D13-552D3470B87A}" dt="2022-12-12T14:47:41.662" v="8" actId="1076"/>
          <ac:picMkLst>
            <pc:docMk/>
            <pc:sldMk cId="2512176270" sldId="288"/>
            <ac:picMk id="2" creationId="{0B4AED82-C4FA-4393-762B-A5790C7E651E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7:06.051" v="0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3:13.142" v="55" actId="20577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3:13.142" v="55" actId="20577"/>
          <ac:spMkLst>
            <pc:docMk/>
            <pc:sldMk cId="2621074941" sldId="290"/>
            <ac:spMk id="4" creationId="{0655C628-DECE-7BF2-0F77-6A67660E809E}"/>
          </ac:spMkLst>
        </pc:spChg>
        <pc:picChg chg="add del mod">
          <ac:chgData name="HECTOR JUNIOR MARTINEZ CERVANTES" userId="S::hector.martinez@unisimon.edu.co::0b86bddd-61ba-40f6-b111-41933449d4ea" providerId="AD" clId="Web-{25CFFB44-FC1B-4B5F-2D13-552D3470B87A}" dt="2022-12-12T14:51:06.841" v="28"/>
          <ac:picMkLst>
            <pc:docMk/>
            <pc:sldMk cId="2621074941" sldId="290"/>
            <ac:picMk id="2" creationId="{EE173DF9-314A-2B4E-9853-583FEA27FFC7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0.750" v="37" actId="1076"/>
          <ac:picMkLst>
            <pc:docMk/>
            <pc:sldMk cId="2621074941" sldId="290"/>
            <ac:picMk id="3" creationId="{B3E6F134-F4BF-2A8E-F396-B972395C03E7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9:02.274" v="12"/>
          <ac:picMkLst>
            <pc:docMk/>
            <pc:sldMk cId="2621074941" sldId="290"/>
            <ac:picMk id="5" creationId="{5C2E590B-B1C1-54D0-8720-3F1EB5BBEAF8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4.219" v="38" actId="1076"/>
          <ac:picMkLst>
            <pc:docMk/>
            <pc:sldMk cId="2621074941" sldId="290"/>
            <ac:picMk id="6" creationId="{B3336B9C-D46E-8B4D-8A26-20B689AB833B}"/>
          </ac:picMkLst>
        </pc:picChg>
        <pc:picChg chg="add del">
          <ac:chgData name="HECTOR JUNIOR MARTINEZ CERVANTES" userId="S::hector.martinez@unisimon.edu.co::0b86bddd-61ba-40f6-b111-41933449d4ea" providerId="AD" clId="Web-{25CFFB44-FC1B-4B5F-2D13-552D3470B87A}" dt="2022-12-12T14:50:44.262" v="23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21A00B9E-3E17-4855-9A9B-FB7885C8D9D8}"/>
    <pc:docChg chg="modSld">
      <pc:chgData name="HECTOR JUNIOR MARTINEZ CERVANTES" userId="S::hector.martinez@unisimon.edu.co::0b86bddd-61ba-40f6-b111-41933449d4ea" providerId="AD" clId="Web-{21A00B9E-3E17-4855-9A9B-FB7885C8D9D8}" dt="2023-03-13T15:26:42.912" v="7"/>
      <pc:docMkLst>
        <pc:docMk/>
      </pc:docMkLst>
      <pc:sldChg chg="addSp delSp modSp">
        <pc:chgData name="HECTOR JUNIOR MARTINEZ CERVANTES" userId="S::hector.martinez@unisimon.edu.co::0b86bddd-61ba-40f6-b111-41933449d4ea" providerId="AD" clId="Web-{21A00B9E-3E17-4855-9A9B-FB7885C8D9D8}" dt="2023-03-13T15:26:42.912" v="7"/>
        <pc:sldMkLst>
          <pc:docMk/>
          <pc:sldMk cId="2755532771" sldId="275"/>
        </pc:sldMkLst>
        <pc:spChg chg="del">
          <ac:chgData name="HECTOR JUNIOR MARTINEZ CERVANTES" userId="S::hector.martinez@unisimon.edu.co::0b86bddd-61ba-40f6-b111-41933449d4ea" providerId="AD" clId="Web-{21A00B9E-3E17-4855-9A9B-FB7885C8D9D8}" dt="2023-03-13T15:26:35.115" v="2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9.099" v="5"/>
          <ac:spMkLst>
            <pc:docMk/>
            <pc:sldMk cId="2755532771" sldId="275"/>
            <ac:spMk id="5" creationId="{62D7204A-EB50-502B-140F-F825959B30A8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4.286" v="1"/>
          <ac:spMkLst>
            <pc:docMk/>
            <pc:sldMk cId="2755532771" sldId="275"/>
            <ac:spMk id="6" creationId="{6F042C22-4DF0-EBF5-86B6-837864EF2F52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7.052" v="3"/>
          <ac:spMkLst>
            <pc:docMk/>
            <pc:sldMk cId="2755532771" sldId="275"/>
            <ac:spMk id="14" creationId="{BA909872-46F1-027F-FA8E-29715C49066A}"/>
          </ac:spMkLst>
        </pc:spChg>
        <pc:picChg chg="add mod">
          <ac:chgData name="HECTOR JUNIOR MARTINEZ CERVANTES" userId="S::hector.martinez@unisimon.edu.co::0b86bddd-61ba-40f6-b111-41933449d4ea" providerId="AD" clId="Web-{21A00B9E-3E17-4855-9A9B-FB7885C8D9D8}" dt="2023-03-13T15:26:42.912" v="7"/>
          <ac:picMkLst>
            <pc:docMk/>
            <pc:sldMk cId="2755532771" sldId="275"/>
            <ac:picMk id="3" creationId="{52F1E7ED-4BC0-83D2-EF1A-29B4E8AD4A6E}"/>
          </ac:picMkLst>
        </pc:picChg>
        <pc:picChg chg="del">
          <ac:chgData name="HECTOR JUNIOR MARTINEZ CERVANTES" userId="S::hector.martinez@unisimon.edu.co::0b86bddd-61ba-40f6-b111-41933449d4ea" providerId="AD" clId="Web-{21A00B9E-3E17-4855-9A9B-FB7885C8D9D8}" dt="2023-03-13T15:26:32.536" v="0"/>
          <ac:picMkLst>
            <pc:docMk/>
            <pc:sldMk cId="2755532771" sldId="275"/>
            <ac:picMk id="8" creationId="{B142A24A-CC14-4B2A-BFC3-9528CF2906B0}"/>
          </ac:picMkLst>
        </pc:picChg>
        <pc:cxnChg chg="del">
          <ac:chgData name="HECTOR JUNIOR MARTINEZ CERVANTES" userId="S::hector.martinez@unisimon.edu.co::0b86bddd-61ba-40f6-b111-41933449d4ea" providerId="AD" clId="Web-{21A00B9E-3E17-4855-9A9B-FB7885C8D9D8}" dt="2023-03-13T15:26:40.959" v="6"/>
          <ac:cxnSpMkLst>
            <pc:docMk/>
            <pc:sldMk cId="2755532771" sldId="275"/>
            <ac:cxnSpMk id="11" creationId="{00A5234B-D38F-FCE6-A758-F60BC3F040CB}"/>
          </ac:cxnSpMkLst>
        </pc:cxnChg>
        <pc:cxnChg chg="del">
          <ac:chgData name="HECTOR JUNIOR MARTINEZ CERVANTES" userId="S::hector.martinez@unisimon.edu.co::0b86bddd-61ba-40f6-b111-41933449d4ea" providerId="AD" clId="Web-{21A00B9E-3E17-4855-9A9B-FB7885C8D9D8}" dt="2023-03-13T15:26:38.005" v="4"/>
          <ac:cxnSpMkLst>
            <pc:docMk/>
            <pc:sldMk cId="2755532771" sldId="275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49E948E7-2E26-411A-B725-CC7DDB588E2C}"/>
    <pc:docChg chg="addSld modSld">
      <pc:chgData name="HECTOR JUNIOR MARTINEZ CERVANTES" userId="S::hector.martinez@unisimon.edu.co::0b86bddd-61ba-40f6-b111-41933449d4ea" providerId="AD" clId="Web-{49E948E7-2E26-411A-B725-CC7DDB588E2C}" dt="2022-11-21T18:57:04.325" v="189"/>
      <pc:docMkLst>
        <pc:docMk/>
      </pc:docMkLst>
      <pc:sldChg chg="addSp delSp modSp">
        <pc:chgData name="HECTOR JUNIOR MARTINEZ CERVANTES" userId="S::hector.martinez@unisimon.edu.co::0b86bddd-61ba-40f6-b111-41933449d4ea" providerId="AD" clId="Web-{49E948E7-2E26-411A-B725-CC7DDB588E2C}" dt="2022-11-21T17:03:28.956" v="94" actId="1076"/>
        <pc:sldMkLst>
          <pc:docMk/>
          <pc:sldMk cId="0" sldId="259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3:28.956" v="94" actId="1076"/>
          <ac:picMkLst>
            <pc:docMk/>
            <pc:sldMk cId="0" sldId="259"/>
            <ac:picMk id="2" creationId="{D7E62C5B-C99D-D819-325E-0D4E846604D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3:07.751" v="89"/>
          <ac:picMkLst>
            <pc:docMk/>
            <pc:sldMk cId="0" sldId="259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53.969" v="88" actId="1076"/>
        <pc:sldMkLst>
          <pc:docMk/>
          <pc:sldMk cId="3895287328" sldId="281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2:53.969" v="88" actId="1076"/>
          <ac:picMkLst>
            <pc:docMk/>
            <pc:sldMk cId="3895287328" sldId="281"/>
            <ac:picMk id="2" creationId="{04F9D12E-3323-645E-C562-4062F7AEA64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2:26.014" v="83"/>
          <ac:picMkLst>
            <pc:docMk/>
            <pc:sldMk cId="3895287328" sldId="281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14.701" v="82" actId="1076"/>
        <pc:sldMkLst>
          <pc:docMk/>
          <pc:sldMk cId="2610079762" sldId="285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spMkLst>
            <pc:docMk/>
            <pc:sldMk cId="2610079762" sldId="285"/>
            <ac:spMk id="12" creationId="{5DD83172-C6E6-9907-1CE1-68161EED7314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2:03.966" v="79" actId="14100"/>
          <ac:picMkLst>
            <pc:docMk/>
            <pc:sldMk cId="2610079762" sldId="285"/>
            <ac:picMk id="2" creationId="{169F78A8-8C89-1E69-26B0-2241F459318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1:45.621" v="75"/>
          <ac:picMkLst>
            <pc:docMk/>
            <pc:sldMk cId="2610079762" sldId="285"/>
            <ac:picMk id="6" creationId="{E1DA483E-EDAF-D968-6E73-6F60E68DA4BF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1:27.449" v="74" actId="1076"/>
        <pc:sldMkLst>
          <pc:docMk/>
          <pc:sldMk cId="2897914191" sldId="289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spMkLst>
            <pc:docMk/>
            <pc:sldMk cId="2897914191" sldId="28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7:01:00.447" v="71" actId="20577"/>
          <ac:spMkLst>
            <pc:docMk/>
            <pc:sldMk cId="2897914191" sldId="289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0:26.132" v="47" actId="1076"/>
          <ac:picMkLst>
            <pc:docMk/>
            <pc:sldMk cId="2897914191" sldId="289"/>
            <ac:picMk id="2" creationId="{625B1F0F-6C99-61DF-B860-23E35C2A2C8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57.881" v="40"/>
          <ac:picMkLst>
            <pc:docMk/>
            <pc:sldMk cId="2897914191" sldId="289"/>
            <ac:picMk id="6" creationId="{E1DA483E-EDAF-D968-6E73-6F60E68DA4BF}"/>
          </ac:picMkLst>
        </pc:picChg>
        <pc:picChg chg="mod modCrop">
          <ac:chgData name="HECTOR JUNIOR MARTINEZ CERVANTES" userId="S::hector.martinez@unisimon.edu.co::0b86bddd-61ba-40f6-b111-41933449d4ea" providerId="AD" clId="Web-{49E948E7-2E26-411A-B725-CC7DDB588E2C}" dt="2022-11-21T17:01:17.885" v="73"/>
          <ac:picMkLst>
            <pc:docMk/>
            <pc:sldMk cId="2897914191" sldId="289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cxnSpMkLst>
            <pc:docMk/>
            <pc:sldMk cId="2897914191" sldId="289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6:59:47.771" v="39" actId="1076"/>
        <pc:sldMkLst>
          <pc:docMk/>
          <pc:sldMk cId="2972516990" sldId="293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6:59:47.771" v="39" actId="1076"/>
          <ac:picMkLst>
            <pc:docMk/>
            <pc:sldMk cId="2972516990" sldId="293"/>
            <ac:picMk id="2" creationId="{849CFED4-F889-1A1F-3B20-61506C82BB8B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23.551" v="34"/>
          <ac:picMkLst>
            <pc:docMk/>
            <pc:sldMk cId="2972516990" sldId="293"/>
            <ac:picMk id="6" creationId="{E1DA483E-EDAF-D968-6E73-6F60E68DA4BF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8:56:19.090" v="186"/>
        <pc:sldMkLst>
          <pc:docMk/>
          <pc:sldMk cId="2092135168" sldId="306"/>
        </pc:sldMkLst>
        <pc:spChg chg="add del mod">
          <ac:chgData name="HECTOR JUNIOR MARTINEZ CERVANTES" userId="S::hector.martinez@unisimon.edu.co::0b86bddd-61ba-40f6-b111-41933449d4ea" providerId="AD" clId="Web-{49E948E7-2E26-411A-B725-CC7DDB588E2C}" dt="2022-11-21T18:53:48.414" v="157" actId="14100"/>
          <ac:spMkLst>
            <pc:docMk/>
            <pc:sldMk cId="2092135168" sldId="306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38.242" v="155" actId="14100"/>
          <ac:spMkLst>
            <pc:docMk/>
            <pc:sldMk cId="2092135168" sldId="306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3.777" v="181" actId="1076"/>
          <ac:spMkLst>
            <pc:docMk/>
            <pc:sldMk cId="2092135168" sldId="306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spMkLst>
            <pc:docMk/>
            <pc:sldMk cId="2092135168" sldId="306"/>
            <ac:spMk id="6" creationId="{6F042C22-4DF0-EBF5-86B6-837864EF2F52}"/>
          </ac:spMkLst>
        </pc:spChg>
        <pc:spChg chg="add del mod">
          <ac:chgData name="HECTOR JUNIOR MARTINEZ CERVANTES" userId="S::hector.martinez@unisimon.edu.co::0b86bddd-61ba-40f6-b111-41933449d4ea" providerId="AD" clId="Web-{49E948E7-2E26-411A-B725-CC7DDB588E2C}" dt="2022-11-21T18:52:36.131" v="145" actId="20577"/>
          <ac:spMkLst>
            <pc:docMk/>
            <pc:sldMk cId="2092135168" sldId="306"/>
            <ac:spMk id="14" creationId="{BA909872-46F1-027F-FA8E-29715C49066A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1:59.739" v="108"/>
          <ac:spMkLst>
            <pc:docMk/>
            <pc:sldMk cId="2092135168" sldId="306"/>
            <ac:spMk id="19" creationId="{451D45B1-EB8B-F4B8-C94B-797209757857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2:03.677" v="109"/>
          <ac:spMkLst>
            <pc:docMk/>
            <pc:sldMk cId="2092135168" sldId="306"/>
            <ac:spMk id="20" creationId="{98BD9D11-EF73-ED4F-3912-125D7EF731CD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spMkLst>
            <pc:docMk/>
            <pc:sldMk cId="2092135168" sldId="306"/>
            <ac:spMk id="26" creationId="{1FD526B0-1EFD-372A-D78F-CF006FF82208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6:13.152" v="183"/>
          <ac:spMkLst>
            <pc:docMk/>
            <pc:sldMk cId="2092135168" sldId="306"/>
            <ac:spMk id="44" creationId="{1E6E64D4-80BB-8C8A-9865-B58AAE2E6DB0}"/>
          </ac:spMkLst>
        </pc:spChg>
        <pc:spChg chg="del mod">
          <ac:chgData name="HECTOR JUNIOR MARTINEZ CERVANTES" userId="S::hector.martinez@unisimon.edu.co::0b86bddd-61ba-40f6-b111-41933449d4ea" providerId="AD" clId="Web-{49E948E7-2E26-411A-B725-CC7DDB588E2C}" dt="2022-11-21T18:56:18.433" v="185"/>
          <ac:spMkLst>
            <pc:docMk/>
            <pc:sldMk cId="2092135168" sldId="306"/>
            <ac:spMk id="45" creationId="{81A662A9-2256-FC73-07E2-3630570DEDD8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8:53:01.741" v="148" actId="14100"/>
          <ac:picMkLst>
            <pc:docMk/>
            <pc:sldMk cId="2092135168" sldId="306"/>
            <ac:picMk id="7" creationId="{DD9B282E-56E5-49AC-177F-EBC43348941A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8:51:21.176" v="96"/>
          <ac:picMkLst>
            <pc:docMk/>
            <pc:sldMk cId="2092135168" sldId="306"/>
            <ac:picMk id="9" creationId="{B27CDE71-8E5C-FC54-E6CD-37D168136E02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cxnSpMkLst>
            <pc:docMk/>
            <pc:sldMk cId="2092135168" sldId="306"/>
            <ac:cxnSpMk id="11" creationId="{00A5234B-D38F-FCE6-A758-F60BC3F040CB}"/>
          </ac:cxnSpMkLst>
        </pc:cxnChg>
        <pc:cxnChg chg="add del mod">
          <ac:chgData name="HECTOR JUNIOR MARTINEZ CERVANTES" userId="S::hector.martinez@unisimon.edu.co::0b86bddd-61ba-40f6-b111-41933449d4ea" providerId="AD" clId="Web-{49E948E7-2E26-411A-B725-CC7DDB588E2C}" dt="2022-11-21T18:53:45.242" v="156" actId="14100"/>
          <ac:cxnSpMkLst>
            <pc:docMk/>
            <pc:sldMk cId="2092135168" sldId="306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2:09.083" v="110"/>
          <ac:cxnSpMkLst>
            <pc:docMk/>
            <pc:sldMk cId="2092135168" sldId="306"/>
            <ac:cxnSpMk id="22" creationId="{59660F0B-84B3-3AF3-95EB-BDB49A4FF8C2}"/>
          </ac:cxnSpMkLst>
        </pc:cxnChg>
        <pc:cxn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cxnSpMkLst>
            <pc:docMk/>
            <pc:sldMk cId="2092135168" sldId="306"/>
            <ac:cxnSpMk id="28" creationId="{11BCA776-666F-9262-27CD-22A539DBE022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6:19.090" v="186"/>
          <ac:cxnSpMkLst>
            <pc:docMk/>
            <pc:sldMk cId="2092135168" sldId="306"/>
            <ac:cxnSpMk id="64" creationId="{F22F75C0-8C6F-7D8A-BEEF-E5FDDCC1C0E4}"/>
          </ac:cxnSpMkLst>
        </pc:cxn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7:03:46.144" v="95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7:41.732" v="12" actId="1076"/>
          <ac:spMkLst>
            <pc:docMk/>
            <pc:sldMk cId="2619231148" sldId="307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6:59:04.690" v="33" actId="20577"/>
          <ac:spMkLst>
            <pc:docMk/>
            <pc:sldMk cId="2619231148" sldId="307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6:58:49.752" v="24"/>
          <ac:picMkLst>
            <pc:docMk/>
            <pc:sldMk cId="2619231148" sldId="307"/>
            <ac:picMk id="2" creationId="{2EBAE077-6C9F-AD19-2D41-590CB5463898}"/>
          </ac:picMkLst>
        </pc:picChg>
        <pc:picChg chg="add mod ord modCrop">
          <ac:chgData name="HECTOR JUNIOR MARTINEZ CERVANTES" userId="S::hector.martinez@unisimon.edu.co::0b86bddd-61ba-40f6-b111-41933449d4ea" providerId="AD" clId="Web-{49E948E7-2E26-411A-B725-CC7DDB588E2C}" dt="2022-11-21T17:03:46.144" v="95" actId="1076"/>
          <ac:picMkLst>
            <pc:docMk/>
            <pc:sldMk cId="2619231148" sldId="307"/>
            <ac:picMk id="3" creationId="{73C32174-D09A-1463-BE28-7F927EB7AD01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06.574" v="4"/>
          <ac:picMkLst>
            <pc:docMk/>
            <pc:sldMk cId="2619231148" sldId="307"/>
            <ac:picMk id="6" creationId="{E1DA483E-EDAF-D968-6E73-6F60E68DA4BF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55.655" v="13"/>
          <ac:picMkLst>
            <pc:docMk/>
            <pc:sldMk cId="2619231148" sldId="307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6:57:55.655" v="13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modSp add replId">
        <pc:chgData name="HECTOR JUNIOR MARTINEZ CERVANTES" userId="S::hector.martinez@unisimon.edu.co::0b86bddd-61ba-40f6-b111-41933449d4ea" providerId="AD" clId="Web-{49E948E7-2E26-411A-B725-CC7DDB588E2C}" dt="2022-11-21T16:52:23.385" v="3" actId="20577"/>
        <pc:sldMkLst>
          <pc:docMk/>
          <pc:sldMk cId="1802593739" sldId="308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2:23.385" v="3" actId="20577"/>
          <ac:spMkLst>
            <pc:docMk/>
            <pc:sldMk cId="1802593739" sldId="308"/>
            <ac:spMk id="92" creationId="{00000000-0000-0000-0000-000000000000}"/>
          </ac:spMkLst>
        </pc:spChg>
      </pc:sldChg>
      <pc:sldChg chg="delSp modSp add replId">
        <pc:chgData name="HECTOR JUNIOR MARTINEZ CERVANTES" userId="S::hector.martinez@unisimon.edu.co::0b86bddd-61ba-40f6-b111-41933449d4ea" providerId="AD" clId="Web-{49E948E7-2E26-411A-B725-CC7DDB588E2C}" dt="2022-11-21T18:57:04.325" v="189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49E948E7-2E26-411A-B725-CC7DDB588E2C}" dt="2022-11-21T18:57:02.841" v="188"/>
          <ac:spMkLst>
            <pc:docMk/>
            <pc:sldMk cId="1736981282" sldId="309"/>
            <ac:spMk id="2" creationId="{0D2171BD-BB9D-93C8-C5F5-727DA62C2261}"/>
          </ac:spMkLst>
        </pc:spChg>
        <pc:cxnChg chg="mod">
          <ac:chgData name="HECTOR JUNIOR MARTINEZ CERVANTES" userId="S::hector.martinez@unisimon.edu.co::0b86bddd-61ba-40f6-b111-41933449d4ea" providerId="AD" clId="Web-{49E948E7-2E26-411A-B725-CC7DDB588E2C}" dt="2022-11-21T18:57:02.841" v="188"/>
          <ac:cxnSpMkLst>
            <pc:docMk/>
            <pc:sldMk cId="1736981282" sldId="309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7:04.325" v="189"/>
          <ac:cxnSpMkLst>
            <pc:docMk/>
            <pc:sldMk cId="1736981282" sldId="309"/>
            <ac:cxnSpMk id="28" creationId="{11BCA776-666F-9262-27CD-22A539DBE022}"/>
          </ac:cxnSpMkLst>
        </pc:cxnChg>
      </pc:sldChg>
    </pc:docChg>
  </pc:docChgLst>
  <pc:docChgLst>
    <pc:chgData name="HECTOR JUNIOR MARTINEZ CERVANTES" userId="0b86bddd-61ba-40f6-b111-41933449d4ea" providerId="ADAL" clId="{C48423D3-C5BF-4F3C-9503-E0536E3B8249}"/>
    <pc:docChg chg="undo redo custSel addSld delSld modSld sldOrd">
      <pc:chgData name="HECTOR JUNIOR MARTINEZ CERVANTES" userId="0b86bddd-61ba-40f6-b111-41933449d4ea" providerId="ADAL" clId="{C48423D3-C5BF-4F3C-9503-E0536E3B8249}" dt="2022-10-20T20:07:09.542" v="1060" actId="1440"/>
      <pc:docMkLst>
        <pc:docMk/>
      </pc:docMkLst>
      <pc:sldChg chg="modSp mod">
        <pc:chgData name="HECTOR JUNIOR MARTINEZ CERVANTES" userId="0b86bddd-61ba-40f6-b111-41933449d4ea" providerId="ADAL" clId="{C48423D3-C5BF-4F3C-9503-E0536E3B8249}" dt="2022-10-20T16:49:08.742" v="515" actId="20577"/>
        <pc:sldMkLst>
          <pc:docMk/>
          <pc:sldMk cId="0" sldId="257"/>
        </pc:sldMkLst>
        <pc:spChg chg="mod">
          <ac:chgData name="HECTOR JUNIOR MARTINEZ CERVANTES" userId="0b86bddd-61ba-40f6-b111-41933449d4ea" providerId="ADAL" clId="{C48423D3-C5BF-4F3C-9503-E0536E3B8249}" dt="2022-10-20T16:49:08.742" v="515" actId="20577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C48423D3-C5BF-4F3C-9503-E0536E3B8249}" dt="2022-10-20T16:57:13.118" v="879" actId="14100"/>
        <pc:sldMkLst>
          <pc:docMk/>
          <pc:sldMk cId="0" sldId="258"/>
        </pc:sldMkLst>
        <pc:spChg chg="mod">
          <ac:chgData name="HECTOR JUNIOR MARTINEZ CERVANTES" userId="0b86bddd-61ba-40f6-b111-41933449d4ea" providerId="ADAL" clId="{C48423D3-C5BF-4F3C-9503-E0536E3B8249}" dt="2022-10-20T16:57:10.974" v="878" actId="1076"/>
          <ac:spMkLst>
            <pc:docMk/>
            <pc:sldMk cId="0" sldId="258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C48423D3-C5BF-4F3C-9503-E0536E3B8249}" dt="2022-10-20T16:55:49.689" v="859" actId="22"/>
          <ac:picMkLst>
            <pc:docMk/>
            <pc:sldMk cId="0" sldId="258"/>
            <ac:picMk id="3" creationId="{C7388105-A734-742B-9876-E095DDACE8C8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7:13.118" v="879" actId="14100"/>
          <ac:picMkLst>
            <pc:docMk/>
            <pc:sldMk cId="0" sldId="258"/>
            <ac:picMk id="5" creationId="{AF8A4123-FBDA-E34D-4657-F22C717B460C}"/>
          </ac:picMkLst>
        </pc:picChg>
        <pc:picChg chg="del">
          <ac:chgData name="HECTOR JUNIOR MARTINEZ CERVANTES" userId="0b86bddd-61ba-40f6-b111-41933449d4ea" providerId="ADAL" clId="{C48423D3-C5BF-4F3C-9503-E0536E3B8249}" dt="2022-10-20T16:55:50.777" v="860" actId="478"/>
          <ac:picMkLst>
            <pc:docMk/>
            <pc:sldMk cId="0" sldId="258"/>
            <ac:picMk id="7" creationId="{D562674F-AFA6-FB42-3BAE-10F621A0777E}"/>
          </ac:picMkLst>
        </pc:picChg>
      </pc:sldChg>
      <pc:sldChg chg="addSp delSp modSp mod">
        <pc:chgData name="HECTOR JUNIOR MARTINEZ CERVANTES" userId="0b86bddd-61ba-40f6-b111-41933449d4ea" providerId="ADAL" clId="{C48423D3-C5BF-4F3C-9503-E0536E3B8249}" dt="2022-10-20T20:07:09.542" v="1060" actId="1440"/>
        <pc:sldMkLst>
          <pc:docMk/>
          <pc:sldMk cId="0" sldId="259"/>
        </pc:sldMkLst>
        <pc:spChg chg="add mod">
          <ac:chgData name="HECTOR JUNIOR MARTINEZ CERVANTES" userId="0b86bddd-61ba-40f6-b111-41933449d4ea" providerId="ADAL" clId="{C48423D3-C5BF-4F3C-9503-E0536E3B8249}" dt="2022-10-20T17:01:14.675" v="1004" actId="207"/>
          <ac:spMkLst>
            <pc:docMk/>
            <pc:sldMk cId="0" sldId="259"/>
            <ac:spMk id="5" creationId="{C0934FB1-AC43-B569-3122-321CADE06F72}"/>
          </ac:spMkLst>
        </pc:spChg>
        <pc:spChg chg="add mod">
          <ac:chgData name="HECTOR JUNIOR MARTINEZ CERVANTES" userId="0b86bddd-61ba-40f6-b111-41933449d4ea" providerId="ADAL" clId="{C48423D3-C5BF-4F3C-9503-E0536E3B8249}" dt="2022-10-20T17:01:24.660" v="1006" actId="1076"/>
          <ac:spMkLst>
            <pc:docMk/>
            <pc:sldMk cId="0" sldId="259"/>
            <ac:spMk id="7" creationId="{774B5F1B-5617-BBCD-D51A-D9059E5EF19F}"/>
          </ac:spMkLst>
        </pc:spChg>
        <pc:spChg chg="add mod">
          <ac:chgData name="HECTOR JUNIOR MARTINEZ CERVANTES" userId="0b86bddd-61ba-40f6-b111-41933449d4ea" providerId="ADAL" clId="{C48423D3-C5BF-4F3C-9503-E0536E3B8249}" dt="2022-10-20T17:01:37.342" v="1008" actId="207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C48423D3-C5BF-4F3C-9503-E0536E3B8249}" dt="2022-10-20T16:59:52.042" v="982" actId="20577"/>
          <ac:spMkLst>
            <pc:docMk/>
            <pc:sldMk cId="0" sldId="259"/>
            <ac:spMk id="108" creationId="{00000000-0000-0000-0000-000000000000}"/>
          </ac:spMkLst>
        </pc:spChg>
        <pc:grpChg chg="del mod">
          <ac:chgData name="HECTOR JUNIOR MARTINEZ CERVANTES" userId="0b86bddd-61ba-40f6-b111-41933449d4ea" providerId="ADAL" clId="{C48423D3-C5BF-4F3C-9503-E0536E3B8249}" dt="2022-10-20T16:58:52.586" v="914" actId="478"/>
          <ac:grpSpMkLst>
            <pc:docMk/>
            <pc:sldMk cId="0" sldId="259"/>
            <ac:grpSpMk id="11" creationId="{74F50B22-4D7C-B55F-173E-4F8A262D432F}"/>
          </ac:grpSpMkLst>
        </pc:grpChg>
        <pc:picChg chg="add mod">
          <ac:chgData name="HECTOR JUNIOR MARTINEZ CERVANTES" userId="0b86bddd-61ba-40f6-b111-41933449d4ea" providerId="ADAL" clId="{C48423D3-C5BF-4F3C-9503-E0536E3B8249}" dt="2022-10-20T16:59:09.199" v="920" actId="14100"/>
          <ac:picMkLst>
            <pc:docMk/>
            <pc:sldMk cId="0" sldId="259"/>
            <ac:picMk id="3" creationId="{C65AD509-DC52-4954-F708-2C87A6B02C17}"/>
          </ac:picMkLst>
        </pc:picChg>
        <pc:picChg chg="add mod modCrop">
          <ac:chgData name="HECTOR JUNIOR MARTINEZ CERVANTES" userId="0b86bddd-61ba-40f6-b111-41933449d4ea" providerId="ADAL" clId="{C48423D3-C5BF-4F3C-9503-E0536E3B8249}" dt="2022-10-20T20:07:09.542" v="1060" actId="1440"/>
          <ac:picMkLst>
            <pc:docMk/>
            <pc:sldMk cId="0" sldId="259"/>
            <ac:picMk id="4" creationId="{BB189DE2-D3B7-CF00-3EB4-184F931A8C78}"/>
          </ac:picMkLst>
        </pc:picChg>
        <pc:picChg chg="del">
          <ac:chgData name="HECTOR JUNIOR MARTINEZ CERVANTES" userId="0b86bddd-61ba-40f6-b111-41933449d4ea" providerId="ADAL" clId="{C48423D3-C5BF-4F3C-9503-E0536E3B8249}" dt="2022-10-20T16:58:35.333" v="912" actId="478"/>
          <ac:picMkLst>
            <pc:docMk/>
            <pc:sldMk cId="0" sldId="259"/>
            <ac:picMk id="6" creationId="{1CA86DF7-4F83-7C0D-6590-6BEC4B33EF86}"/>
          </ac:picMkLst>
        </pc:picChg>
        <pc:cxnChg chg="add del mod">
          <ac:chgData name="HECTOR JUNIOR MARTINEZ CERVANTES" userId="0b86bddd-61ba-40f6-b111-41933449d4ea" providerId="ADAL" clId="{C48423D3-C5BF-4F3C-9503-E0536E3B8249}" dt="2022-10-20T17:03:56.183" v="1048" actId="478"/>
          <ac:cxnSpMkLst>
            <pc:docMk/>
            <pc:sldMk cId="0" sldId="259"/>
            <ac:cxnSpMk id="14" creationId="{9F9A3686-FAF0-415D-D712-A342CE5FD8E5}"/>
          </ac:cxnSpMkLst>
        </pc:cxnChg>
        <pc:cxnChg chg="add mod">
          <ac:chgData name="HECTOR JUNIOR MARTINEZ CERVANTES" userId="0b86bddd-61ba-40f6-b111-41933449d4ea" providerId="ADAL" clId="{C48423D3-C5BF-4F3C-9503-E0536E3B8249}" dt="2022-10-20T17:05:21.690" v="1059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add mod modClrScheme chgLayout">
        <pc:chgData name="HECTOR JUNIOR MARTINEZ CERVANTES" userId="0b86bddd-61ba-40f6-b111-41933449d4ea" providerId="ADAL" clId="{C48423D3-C5BF-4F3C-9503-E0536E3B8249}" dt="2022-10-20T17:02:33.119" v="1027" actId="692"/>
        <pc:sldMkLst>
          <pc:docMk/>
          <pc:sldMk cId="577171009" sldId="273"/>
        </pc:sldMkLst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4" creationId="{4CA60F73-8AD6-0A37-0E97-6B84B33E6B7C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5" creationId="{4C1A10E1-A6FE-6DCA-D15D-DC98C06A6005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6" creationId="{D2F73EDB-BB03-36D2-61FF-56B2A585CEA1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8" creationId="{CE6BDEBD-E6F0-3746-C819-3971FE43D114}"/>
          </ac:spMkLst>
        </pc:spChg>
        <pc:spChg chg="add mod">
          <ac:chgData name="HECTOR JUNIOR MARTINEZ CERVANTES" userId="0b86bddd-61ba-40f6-b111-41933449d4ea" providerId="ADAL" clId="{C48423D3-C5BF-4F3C-9503-E0536E3B8249}" dt="2022-10-20T16:53:43.837" v="692" actId="14100"/>
          <ac:spMkLst>
            <pc:docMk/>
            <pc:sldMk cId="577171009" sldId="273"/>
            <ac:spMk id="11" creationId="{F39893C8-42CA-76CC-4A99-1B95351ABDCE}"/>
          </ac:spMkLst>
        </pc:spChg>
        <pc:spChg chg="add del mod">
          <ac:chgData name="HECTOR JUNIOR MARTINEZ CERVANTES" userId="0b86bddd-61ba-40f6-b111-41933449d4ea" providerId="ADAL" clId="{C48423D3-C5BF-4F3C-9503-E0536E3B8249}" dt="2022-10-20T16:48:10.556" v="490" actId="478"/>
          <ac:spMkLst>
            <pc:docMk/>
            <pc:sldMk cId="577171009" sldId="273"/>
            <ac:spMk id="12" creationId="{B6B385EC-E347-D27B-55B6-7A598802414A}"/>
          </ac:spMkLst>
        </pc:spChg>
        <pc:spChg chg="add mod">
          <ac:chgData name="HECTOR JUNIOR MARTINEZ CERVANTES" userId="0b86bddd-61ba-40f6-b111-41933449d4ea" providerId="ADAL" clId="{C48423D3-C5BF-4F3C-9503-E0536E3B8249}" dt="2022-10-20T16:53:20.087" v="669" actId="1076"/>
          <ac:spMkLst>
            <pc:docMk/>
            <pc:sldMk cId="577171009" sldId="273"/>
            <ac:spMk id="13" creationId="{10E83437-82B2-C259-D883-517BB49FCD81}"/>
          </ac:spMkLst>
        </pc:spChg>
        <pc:spChg chg="add del mod">
          <ac:chgData name="HECTOR JUNIOR MARTINEZ CERVANTES" userId="0b86bddd-61ba-40f6-b111-41933449d4ea" providerId="ADAL" clId="{C48423D3-C5BF-4F3C-9503-E0536E3B8249}" dt="2022-10-20T16:50:35.461" v="538" actId="767"/>
          <ac:spMkLst>
            <pc:docMk/>
            <pc:sldMk cId="577171009" sldId="273"/>
            <ac:spMk id="14" creationId="{99C35191-AB3F-BAA4-0972-474CE36B15C6}"/>
          </ac:spMkLst>
        </pc:spChg>
        <pc:spChg chg="add mod">
          <ac:chgData name="HECTOR JUNIOR MARTINEZ CERVANTES" userId="0b86bddd-61ba-40f6-b111-41933449d4ea" providerId="ADAL" clId="{C48423D3-C5BF-4F3C-9503-E0536E3B8249}" dt="2022-10-20T16:53:36.966" v="690" actId="1036"/>
          <ac:spMkLst>
            <pc:docMk/>
            <pc:sldMk cId="577171009" sldId="273"/>
            <ac:spMk id="15" creationId="{2AD2D856-2A21-09A5-7FC9-A67A964A1363}"/>
          </ac:spMkLst>
        </pc:spChg>
        <pc:spChg chg="add mod">
          <ac:chgData name="HECTOR JUNIOR MARTINEZ CERVANTES" userId="0b86bddd-61ba-40f6-b111-41933449d4ea" providerId="ADAL" clId="{C48423D3-C5BF-4F3C-9503-E0536E3B8249}" dt="2022-10-20T16:54:01.559" v="726" actId="1035"/>
          <ac:spMkLst>
            <pc:docMk/>
            <pc:sldMk cId="577171009" sldId="273"/>
            <ac:spMk id="16" creationId="{FE35CEE1-9ED1-DA50-840A-6849B36FBF1E}"/>
          </ac:spMkLst>
        </pc:spChg>
        <pc:spChg chg="add mod">
          <ac:chgData name="HECTOR JUNIOR MARTINEZ CERVANTES" userId="0b86bddd-61ba-40f6-b111-41933449d4ea" providerId="ADAL" clId="{C48423D3-C5BF-4F3C-9503-E0536E3B8249}" dt="2022-10-20T17:02:02.622" v="1013" actId="207"/>
          <ac:spMkLst>
            <pc:docMk/>
            <pc:sldMk cId="577171009" sldId="273"/>
            <ac:spMk id="18" creationId="{449C38C8-C1ED-3F3D-2652-C477F46835D3}"/>
          </ac:spMkLst>
        </pc:spChg>
        <pc:spChg chg="add del mod">
          <ac:chgData name="HECTOR JUNIOR MARTINEZ CERVANTES" userId="0b86bddd-61ba-40f6-b111-41933449d4ea" providerId="ADAL" clId="{C48423D3-C5BF-4F3C-9503-E0536E3B8249}" dt="2022-10-20T16:55:06.550" v="857" actId="20577"/>
          <ac:spMkLst>
            <pc:docMk/>
            <pc:sldMk cId="577171009" sldId="273"/>
            <ac:spMk id="98" creationId="{00000000-0000-0000-0000-000000000000}"/>
          </ac:spMkLst>
        </pc:spChg>
        <pc:picChg chg="add del mod modCrop">
          <ac:chgData name="HECTOR JUNIOR MARTINEZ CERVANTES" userId="0b86bddd-61ba-40f6-b111-41933449d4ea" providerId="ADAL" clId="{C48423D3-C5BF-4F3C-9503-E0536E3B8249}" dt="2022-10-20T16:51:22.215" v="604" actId="1037"/>
          <ac:picMkLst>
            <pc:docMk/>
            <pc:sldMk cId="577171009" sldId="273"/>
            <ac:picMk id="3" creationId="{177BA63B-AB63-DF93-EEC3-2695E291EF8E}"/>
          </ac:picMkLst>
        </pc:picChg>
        <pc:picChg chg="add del">
          <ac:chgData name="HECTOR JUNIOR MARTINEZ CERVANTES" userId="0b86bddd-61ba-40f6-b111-41933449d4ea" providerId="ADAL" clId="{C48423D3-C5BF-4F3C-9503-E0536E3B8249}" dt="2022-10-20T16:41:43.640" v="41" actId="478"/>
          <ac:picMkLst>
            <pc:docMk/>
            <pc:sldMk cId="577171009" sldId="273"/>
            <ac:picMk id="7" creationId="{D562674F-AFA6-FB42-3BAE-10F621A0777E}"/>
          </ac:picMkLst>
        </pc:picChg>
        <pc:picChg chg="add del">
          <ac:chgData name="HECTOR JUNIOR MARTINEZ CERVANTES" userId="0b86bddd-61ba-40f6-b111-41933449d4ea" providerId="ADAL" clId="{C48423D3-C5BF-4F3C-9503-E0536E3B8249}" dt="2022-10-20T16:41:32.024" v="26" actId="22"/>
          <ac:picMkLst>
            <pc:docMk/>
            <pc:sldMk cId="577171009" sldId="273"/>
            <ac:picMk id="10" creationId="{ECDBB8BC-0244-F0B4-2384-1321DBE518C6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3:15.871" v="668" actId="1076"/>
          <ac:picMkLst>
            <pc:docMk/>
            <pc:sldMk cId="577171009" sldId="273"/>
            <ac:picMk id="17" creationId="{1B618D5F-E8FF-AE47-3EE1-8239D702C39F}"/>
          </ac:picMkLst>
        </pc:picChg>
        <pc:cxnChg chg="add mod">
          <ac:chgData name="HECTOR JUNIOR MARTINEZ CERVANTES" userId="0b86bddd-61ba-40f6-b111-41933449d4ea" providerId="ADAL" clId="{C48423D3-C5BF-4F3C-9503-E0536E3B8249}" dt="2022-10-20T17:02:33.119" v="1027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C48423D3-C5BF-4F3C-9503-E0536E3B8249}" dt="2022-10-20T16:58:01.514" v="880" actId="2696"/>
        <pc:sldMkLst>
          <pc:docMk/>
          <pc:sldMk cId="76776283" sldId="274"/>
        </pc:sldMkLst>
      </pc:sldChg>
      <pc:sldChg chg="modSp add mod ord">
        <pc:chgData name="HECTOR JUNIOR MARTINEZ CERVANTES" userId="0b86bddd-61ba-40f6-b111-41933449d4ea" providerId="ADAL" clId="{C48423D3-C5BF-4F3C-9503-E0536E3B8249}" dt="2022-10-20T16:58:16.342" v="911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C48423D3-C5BF-4F3C-9503-E0536E3B8249}" dt="2022-10-20T16:58:16.342" v="911" actId="20577"/>
          <ac:spMkLst>
            <pc:docMk/>
            <pc:sldMk cId="2146478518" sldId="274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BFBF4E82-0E3D-4DA6-963F-1123661CA1E9}"/>
    <pc:docChg chg="modSld">
      <pc:chgData name="HECTOR JUNIOR MARTINEZ CERVANTES" userId="S::hector.martinez@unisimon.edu.co::0b86bddd-61ba-40f6-b111-41933449d4ea" providerId="AD" clId="Web-{BFBF4E82-0E3D-4DA6-963F-1123661CA1E9}" dt="2022-10-21T21:25:01.028" v="23" actId="14100"/>
      <pc:docMkLst>
        <pc:docMk/>
      </pc:docMkLst>
      <pc:sldChg chg="modSp">
        <pc:chgData name="HECTOR JUNIOR MARTINEZ CERVANTES" userId="S::hector.martinez@unisimon.edu.co::0b86bddd-61ba-40f6-b111-41933449d4ea" providerId="AD" clId="Web-{BFBF4E82-0E3D-4DA6-963F-1123661CA1E9}" dt="2022-10-21T21:25:01.028" v="23" actId="14100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BFBF4E82-0E3D-4DA6-963F-1123661CA1E9}" dt="2022-10-21T21:25:01.028" v="23" actId="14100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FRENCY MILENA ANTEQUERA LASSO" userId="S::frency.antequera@unisimon.edu.co::589a1c82-6ef2-4c61-a5f2-73241828cf2e" providerId="AD" clId="Web-{D1495573-80E3-4601-97CD-3A0A48568830}"/>
    <pc:docChg chg="mod">
      <pc:chgData name="FRENCY MILENA ANTEQUERA LASSO" userId="S::frency.antequera@unisimon.edu.co::589a1c82-6ef2-4c61-a5f2-73241828cf2e" providerId="AD" clId="Web-{D1495573-80E3-4601-97CD-3A0A48568830}" dt="2023-11-21T21:25:16.273" v="0" actId="33475"/>
      <pc:docMkLst>
        <pc:docMk/>
      </pc:docMkLst>
    </pc:docChg>
  </pc:docChgLst>
  <pc:docChgLst>
    <pc:chgData name="HECTOR JUNIOR MARTINEZ CERVANTES" userId="S::hector.martinez@unisimon.edu.co::0b86bddd-61ba-40f6-b111-41933449d4ea" providerId="AD" clId="Web-{70ACEF95-BE63-45C9-839F-F79F1B2C673E}"/>
    <pc:docChg chg="addSld delSld modSld sldOrd">
      <pc:chgData name="HECTOR JUNIOR MARTINEZ CERVANTES" userId="S::hector.martinez@unisimon.edu.co::0b86bddd-61ba-40f6-b111-41933449d4ea" providerId="AD" clId="Web-{70ACEF95-BE63-45C9-839F-F79F1B2C673E}" dt="2022-11-21T19:16:24.789" v="332" actId="20577"/>
      <pc:docMkLst>
        <pc:docMk/>
      </pc:docMkLst>
      <pc:sldChg chg="modSp">
        <pc:chgData name="HECTOR JUNIOR MARTINEZ CERVANTES" userId="S::hector.martinez@unisimon.edu.co::0b86bddd-61ba-40f6-b111-41933449d4ea" providerId="AD" clId="Web-{70ACEF95-BE63-45C9-839F-F79F1B2C673E}" dt="2022-11-21T19:02:26.440" v="18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02:14.456" v="17" actId="1076"/>
          <ac:spMkLst>
            <pc:docMk/>
            <pc:sldMk cId="2619231148" sldId="307"/>
            <ac:spMk id="5" creationId="{C0934FB1-AC43-B569-3122-321CADE06F7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2:26.440" v="18" actId="1076"/>
          <ac:spMkLst>
            <pc:docMk/>
            <pc:sldMk cId="2619231148" sldId="307"/>
            <ac:spMk id="7" creationId="{774B5F1B-5617-BBCD-D51A-D9059E5EF19F}"/>
          </ac:spMkLst>
        </pc:spChg>
        <pc:picChg chg="mod">
          <ac:chgData name="HECTOR JUNIOR MARTINEZ CERVANTES" userId="S::hector.martinez@unisimon.edu.co::0b86bddd-61ba-40f6-b111-41933449d4ea" providerId="AD" clId="Web-{70ACEF95-BE63-45C9-839F-F79F1B2C673E}" dt="2022-11-21T19:02:14.456" v="16" actId="1076"/>
          <ac:picMkLst>
            <pc:docMk/>
            <pc:sldMk cId="2619231148" sldId="307"/>
            <ac:picMk id="3" creationId="{73C32174-D09A-1463-BE28-7F927EB7AD01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01:59.908" v="13" actId="14100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08:37.715" v="124" actId="20577"/>
        <pc:sldMkLst>
          <pc:docMk/>
          <pc:sldMk cId="1178184448" sldId="309"/>
        </pc:sldMkLst>
        <pc:spChg chg="del">
          <ac:chgData name="HECTOR JUNIOR MARTINEZ CERVANTES" userId="S::hector.martinez@unisimon.edu.co::0b86bddd-61ba-40f6-b111-41933449d4ea" providerId="AD" clId="Web-{70ACEF95-BE63-45C9-839F-F79F1B2C673E}" dt="2022-11-21T19:05:50.180" v="43"/>
          <ac:spMkLst>
            <pc:docMk/>
            <pc:sldMk cId="1178184448" sldId="309"/>
            <ac:spMk id="5" creationId="{C0934FB1-AC43-B569-3122-321CADE06F72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05:50.977" v="44"/>
          <ac:spMkLst>
            <pc:docMk/>
            <pc:sldMk cId="1178184448" sldId="309"/>
            <ac:spMk id="7" creationId="{774B5F1B-5617-BBCD-D51A-D9059E5EF19F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3:34.458" v="31" actId="14100"/>
          <ac:spMkLst>
            <pc:docMk/>
            <pc:sldMk cId="1178184448" sldId="30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8:37.715" v="124" actId="20577"/>
          <ac:spMkLst>
            <pc:docMk/>
            <pc:sldMk cId="1178184448" sldId="309"/>
            <ac:spMk id="108" creationId="{00000000-0000-0000-0000-000000000000}"/>
          </ac:spMkLst>
        </pc:spChg>
        <pc:picChg chg="del">
          <ac:chgData name="HECTOR JUNIOR MARTINEZ CERVANTES" userId="S::hector.martinez@unisimon.edu.co::0b86bddd-61ba-40f6-b111-41933449d4ea" providerId="AD" clId="Web-{70ACEF95-BE63-45C9-839F-F79F1B2C673E}" dt="2022-11-21T19:02:39.034" v="20"/>
          <ac:picMkLst>
            <pc:docMk/>
            <pc:sldMk cId="1178184448" sldId="309"/>
            <ac:picMk id="2" creationId="{2EBAE077-6C9F-AD19-2D41-590CB5463898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3:40.130" v="32"/>
          <ac:picMkLst>
            <pc:docMk/>
            <pc:sldMk cId="1178184448" sldId="309"/>
            <ac:picMk id="3" creationId="{73C32174-D09A-1463-BE28-7F927EB7AD01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30.851" v="42"/>
          <ac:picMkLst>
            <pc:docMk/>
            <pc:sldMk cId="1178184448" sldId="309"/>
            <ac:picMk id="6" creationId="{4F1D6A62-1A85-17A6-67CA-48DEEE1FF2F5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24.882" v="41"/>
          <ac:picMkLst>
            <pc:docMk/>
            <pc:sldMk cId="1178184448" sldId="309"/>
            <ac:picMk id="8" creationId="{136C2B54-6FAD-6AEF-4277-C943C5C8E628}"/>
          </ac:picMkLst>
        </pc:picChg>
        <pc:cxnChg chg="add del mod">
          <ac:chgData name="HECTOR JUNIOR MARTINEZ CERVANTES" userId="S::hector.martinez@unisimon.edu.co::0b86bddd-61ba-40f6-b111-41933449d4ea" providerId="AD" clId="Web-{70ACEF95-BE63-45C9-839F-F79F1B2C673E}" dt="2022-11-21T19:06:03.961" v="47"/>
          <ac:cxnSpMkLst>
            <pc:docMk/>
            <pc:sldMk cId="1178184448" sldId="309"/>
            <ac:cxnSpMk id="9" creationId="{59C81ACE-7AB1-E0BB-8CF7-146A49FA08F3}"/>
          </ac:cxnSpMkLst>
        </pc:cxnChg>
        <pc:cxnChg chg="add mod">
          <ac:chgData name="HECTOR JUNIOR MARTINEZ CERVANTES" userId="S::hector.martinez@unisimon.edu.co::0b86bddd-61ba-40f6-b111-41933449d4ea" providerId="AD" clId="Web-{70ACEF95-BE63-45C9-839F-F79F1B2C673E}" dt="2022-11-21T19:07:27.619" v="60" actId="14100"/>
          <ac:cxnSpMkLst>
            <pc:docMk/>
            <pc:sldMk cId="1178184448" sldId="309"/>
            <ac:cxnSpMk id="10" creationId="{2A415981-912E-D16A-A23B-7F551C38A60A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05:18.976" v="40"/>
          <ac:cxnSpMkLst>
            <pc:docMk/>
            <pc:sldMk cId="1178184448" sldId="309"/>
            <ac:cxnSpMk id="16" creationId="{2AEC4DD7-1D30-CF3A-5165-11CD31D5DB3A}"/>
          </ac:cxnSpMkLst>
        </pc:cxnChg>
      </pc:sldChg>
      <pc:sldChg chg="del">
        <pc:chgData name="HECTOR JUNIOR MARTINEZ CERVANTES" userId="S::hector.martinez@unisimon.edu.co::0b86bddd-61ba-40f6-b111-41933449d4ea" providerId="AD" clId="Web-{70ACEF95-BE63-45C9-839F-F79F1B2C673E}" dt="2022-11-21T19:00:50.547" v="0"/>
        <pc:sldMkLst>
          <pc:docMk/>
          <pc:sldMk cId="1736981282" sldId="309"/>
        </pc:sldMkLst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16:24.789" v="332" actId="20577"/>
        <pc:sldMkLst>
          <pc:docMk/>
          <pc:sldMk cId="2588632607" sldId="310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spMkLst>
            <pc:docMk/>
            <pc:sldMk cId="2588632607" sldId="310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3.927" v="280"/>
          <ac:spMkLst>
            <pc:docMk/>
            <pc:sldMk cId="2588632607" sldId="310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1.160" v="276" actId="1076"/>
          <ac:spMkLst>
            <pc:docMk/>
            <pc:sldMk cId="2588632607" sldId="310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spMkLst>
            <pc:docMk/>
            <pc:sldMk cId="2588632607" sldId="310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1:42.860" v="244" actId="1076"/>
          <ac:spMkLst>
            <pc:docMk/>
            <pc:sldMk cId="2588632607" sldId="310"/>
            <ac:spMk id="14" creationId="{BA909872-46F1-027F-FA8E-29715C49066A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6:24.789" v="332" actId="20577"/>
          <ac:spMkLst>
            <pc:docMk/>
            <pc:sldMk cId="2588632607" sldId="310"/>
            <ac:spMk id="19" creationId="{451D45B1-EB8B-F4B8-C94B-797209757857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34.944" v="291" actId="14100"/>
          <ac:spMkLst>
            <pc:docMk/>
            <pc:sldMk cId="2588632607" sldId="310"/>
            <ac:spMk id="20" creationId="{98BD9D11-EF73-ED4F-3912-125D7EF731CD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8.770" v="282"/>
          <ac:spMkLst>
            <pc:docMk/>
            <pc:sldMk cId="2588632607" sldId="310"/>
            <ac:spMk id="26" creationId="{1FD526B0-1EFD-372A-D78F-CF006FF8220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08.365" v="288" actId="14100"/>
          <ac:spMkLst>
            <pc:docMk/>
            <pc:sldMk cId="2588632607" sldId="310"/>
            <ac:spMk id="44" creationId="{1E6E64D4-80BB-8C8A-9865-B58AAE2E6DB0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spMkLst>
            <pc:docMk/>
            <pc:sldMk cId="2588632607" sldId="310"/>
            <ac:spMk id="45" creationId="{81A662A9-2256-FC73-07E2-3630570DEDD8}"/>
          </ac:spMkLst>
        </pc:spChg>
        <pc:picChg chg="add del">
          <ac:chgData name="HECTOR JUNIOR MARTINEZ CERVANTES" userId="S::hector.martinez@unisimon.edu.co::0b86bddd-61ba-40f6-b111-41933449d4ea" providerId="AD" clId="Web-{70ACEF95-BE63-45C9-839F-F79F1B2C673E}" dt="2022-11-21T19:09:31.357" v="129"/>
          <ac:picMkLst>
            <pc:docMk/>
            <pc:sldMk cId="2588632607" sldId="310"/>
            <ac:picMk id="8" creationId="{98F7E36A-F9F6-9472-0B42-5D36615C0B56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9:08.059" v="127"/>
          <ac:picMkLst>
            <pc:docMk/>
            <pc:sldMk cId="2588632607" sldId="310"/>
            <ac:picMk id="9" creationId="{B27CDE71-8E5C-FC54-E6CD-37D168136E02}"/>
          </ac:picMkLst>
        </pc:picChg>
        <pc:picChg chg="add del mod ord">
          <ac:chgData name="HECTOR JUNIOR MARTINEZ CERVANTES" userId="S::hector.martinez@unisimon.edu.co::0b86bddd-61ba-40f6-b111-41933449d4ea" providerId="AD" clId="Web-{70ACEF95-BE63-45C9-839F-F79F1B2C673E}" dt="2022-11-21T19:12:41.877" v="270"/>
          <ac:picMkLst>
            <pc:docMk/>
            <pc:sldMk cId="2588632607" sldId="310"/>
            <ac:picMk id="10" creationId="{B0FE4BC2-679A-BEFB-F2BD-CF52FE7473FE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14:03.707" v="275" actId="14100"/>
          <ac:picMkLst>
            <pc:docMk/>
            <pc:sldMk cId="2588632607" sldId="310"/>
            <ac:picMk id="12" creationId="{7430212D-C5A7-BD10-CEC0-28420CF27B33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cxnSpMkLst>
            <pc:docMk/>
            <pc:sldMk cId="2588632607" sldId="310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cxnSpMkLst>
            <pc:docMk/>
            <pc:sldMk cId="2588632607" sldId="310"/>
            <ac:cxnSpMk id="16" creationId="{D7DEB8D8-B09E-EB29-6E59-D096A7436470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6:22.898" v="324" actId="20577"/>
          <ac:cxnSpMkLst>
            <pc:docMk/>
            <pc:sldMk cId="2588632607" sldId="310"/>
            <ac:cxnSpMk id="22" creationId="{59660F0B-84B3-3AF3-95EB-BDB49A4FF8C2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14:35.942" v="281"/>
          <ac:cxnSpMkLst>
            <pc:docMk/>
            <pc:sldMk cId="2588632607" sldId="310"/>
            <ac:cxnSpMk id="28" creationId="{11BCA776-666F-9262-27CD-22A539DBE022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cxnSpMkLst>
            <pc:docMk/>
            <pc:sldMk cId="2588632607" sldId="310"/>
            <ac:cxnSpMk id="64" creationId="{F22F75C0-8C6F-7D8A-BEEF-E5FDDCC1C0E4}"/>
          </ac:cxnSpMkLst>
        </pc:cxnChg>
      </pc:sldChg>
    </pc:docChg>
  </pc:docChgLst>
  <pc:docChgLst>
    <pc:chgData name="HECTOR JUNIOR MARTINEZ CERVANTES" userId="0b86bddd-61ba-40f6-b111-41933449d4ea" providerId="ADAL" clId="{32A1EE02-9AB5-4529-9438-881FBD4EF8D5}"/>
    <pc:docChg chg="undo redo custSel addSld delSld modSld sldOrd">
      <pc:chgData name="HECTOR JUNIOR MARTINEZ CERVANTES" userId="0b86bddd-61ba-40f6-b111-41933449d4ea" providerId="ADAL" clId="{32A1EE02-9AB5-4529-9438-881FBD4EF8D5}" dt="2022-11-01T15:27:23.881" v="6096" actId="14100"/>
      <pc:docMkLst>
        <pc:docMk/>
      </pc:docMkLst>
      <pc:sldChg chg="addSp delSp modSp mod">
        <pc:chgData name="HECTOR JUNIOR MARTINEZ CERVANTES" userId="0b86bddd-61ba-40f6-b111-41933449d4ea" providerId="ADAL" clId="{32A1EE02-9AB5-4529-9438-881FBD4EF8D5}" dt="2022-10-20T21:50:48.157" v="2902" actId="692"/>
        <pc:sldMkLst>
          <pc:docMk/>
          <pc:sldMk cId="0" sldId="259"/>
        </pc:sldMkLst>
        <pc:spChg chg="mod">
          <ac:chgData name="HECTOR JUNIOR MARTINEZ CERVANTES" userId="0b86bddd-61ba-40f6-b111-41933449d4ea" providerId="ADAL" clId="{32A1EE02-9AB5-4529-9438-881FBD4EF8D5}" dt="2022-10-20T20:24:08.260" v="107" actId="14100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0:30:02.238" v="225" actId="20577"/>
          <ac:spMkLst>
            <pc:docMk/>
            <pc:sldMk cId="0" sldId="259"/>
            <ac:spMk id="108" creationId="{00000000-0000-0000-0000-000000000000}"/>
          </ac:spMkLst>
        </pc:spChg>
        <pc:picChg chg="del">
          <ac:chgData name="HECTOR JUNIOR MARTINEZ CERVANTES" userId="0b86bddd-61ba-40f6-b111-41933449d4ea" providerId="ADAL" clId="{32A1EE02-9AB5-4529-9438-881FBD4EF8D5}" dt="2022-10-20T20:23:23.656" v="15" actId="478"/>
          <ac:picMkLst>
            <pc:docMk/>
            <pc:sldMk cId="0" sldId="259"/>
            <ac:picMk id="3" creationId="{C65AD509-DC52-4954-F708-2C87A6B02C17}"/>
          </ac:picMkLst>
        </pc:picChg>
        <pc:picChg chg="del">
          <ac:chgData name="HECTOR JUNIOR MARTINEZ CERVANTES" userId="0b86bddd-61ba-40f6-b111-41933449d4ea" providerId="ADAL" clId="{32A1EE02-9AB5-4529-9438-881FBD4EF8D5}" dt="2022-10-20T20:24:29.364" v="116" actId="478"/>
          <ac:picMkLst>
            <pc:docMk/>
            <pc:sldMk cId="0" sldId="259"/>
            <ac:picMk id="4" creationId="{BB189DE2-D3B7-CF00-3EB4-184F931A8C78}"/>
          </ac:picMkLst>
        </pc:picChg>
        <pc:picChg chg="add mod ord">
          <ac:chgData name="HECTOR JUNIOR MARTINEZ CERVANTES" userId="0b86bddd-61ba-40f6-b111-41933449d4ea" providerId="ADAL" clId="{32A1EE02-9AB5-4529-9438-881FBD4EF8D5}" dt="2022-10-20T20:23:53.162" v="29" actId="1036"/>
          <ac:picMkLst>
            <pc:docMk/>
            <pc:sldMk cId="0" sldId="259"/>
            <ac:picMk id="6" creationId="{E1DA483E-EDAF-D968-6E73-6F60E68DA4BF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0T20:30:01.883" v="224" actId="1440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48.157" v="2902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47:41.936" v="2751" actId="47"/>
        <pc:sldMkLst>
          <pc:docMk/>
          <pc:sldMk cId="0" sldId="260"/>
        </pc:sldMkLst>
        <pc:spChg chg="add del">
          <ac:chgData name="HECTOR JUNIOR MARTINEZ CERVANTES" userId="0b86bddd-61ba-40f6-b111-41933449d4ea" providerId="ADAL" clId="{32A1EE02-9AB5-4529-9438-881FBD4EF8D5}" dt="2022-10-20T20:27:26.198" v="185" actId="478"/>
          <ac:spMkLst>
            <pc:docMk/>
            <pc:sldMk cId="0" sldId="260"/>
            <ac:spMk id="4" creationId="{8C95AA4F-060A-3280-EFB8-E6A0DA7CA09B}"/>
          </ac:spMkLst>
        </pc:spChg>
        <pc:spChg chg="add del">
          <ac:chgData name="HECTOR JUNIOR MARTINEZ CERVANTES" userId="0b86bddd-61ba-40f6-b111-41933449d4ea" providerId="ADAL" clId="{32A1EE02-9AB5-4529-9438-881FBD4EF8D5}" dt="2022-10-20T20:30:04.134" v="228" actId="478"/>
          <ac:spMkLst>
            <pc:docMk/>
            <pc:sldMk cId="0" sldId="260"/>
            <ac:spMk id="12" creationId="{3A324530-61AD-A6CE-CF95-EE4E9BF90E6A}"/>
          </ac:spMkLst>
        </pc:spChg>
        <pc:spChg chg="add del">
          <ac:chgData name="HECTOR JUNIOR MARTINEZ CERVANTES" userId="0b86bddd-61ba-40f6-b111-41933449d4ea" providerId="ADAL" clId="{32A1EE02-9AB5-4529-9438-881FBD4EF8D5}" dt="2022-10-20T20:29:59.846" v="218" actId="478"/>
          <ac:spMkLst>
            <pc:docMk/>
            <pc:sldMk cId="0" sldId="260"/>
            <ac:spMk id="56" creationId="{36AA6530-C0F6-F147-E8BE-73FBE4149A72}"/>
          </ac:spMkLst>
        </pc:spChg>
        <pc:grpChg chg="add del">
          <ac:chgData name="HECTOR JUNIOR MARTINEZ CERVANTES" userId="0b86bddd-61ba-40f6-b111-41933449d4ea" providerId="ADAL" clId="{32A1EE02-9AB5-4529-9438-881FBD4EF8D5}" dt="2022-10-20T20:29:59.881" v="219" actId="478"/>
          <ac:grpSpMkLst>
            <pc:docMk/>
            <pc:sldMk cId="0" sldId="260"/>
            <ac:grpSpMk id="37" creationId="{47145134-F688-C72B-A37B-0C0D6EAC6A40}"/>
          </ac:grpSpMkLst>
        </pc:grpChg>
        <pc:picChg chg="add del">
          <ac:chgData name="HECTOR JUNIOR MARTINEZ CERVANTES" userId="0b86bddd-61ba-40f6-b111-41933449d4ea" providerId="ADAL" clId="{32A1EE02-9AB5-4529-9438-881FBD4EF8D5}" dt="2022-10-20T20:30:04.590" v="229" actId="478"/>
          <ac:picMkLst>
            <pc:docMk/>
            <pc:sldMk cId="0" sldId="260"/>
            <ac:picMk id="3" creationId="{28B19348-6500-B9C8-52FF-5D944054F102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0:29:59.781" v="216" actId="22"/>
          <ac:picMkLst>
            <pc:docMk/>
            <pc:sldMk cId="0" sldId="260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27" creationId="{EDD542C1-EE67-B755-7F68-70A39332773E}"/>
          </ac:cxnSpMkLst>
        </pc:cxn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41" creationId="{058C8E07-1D03-4A69-86E7-0A3ECBCB97ED}"/>
          </ac:cxnSpMkLst>
        </pc:cxnChg>
        <pc:cxnChg chg="add del">
          <ac:chgData name="HECTOR JUNIOR MARTINEZ CERVANTES" userId="0b86bddd-61ba-40f6-b111-41933449d4ea" providerId="ADAL" clId="{32A1EE02-9AB5-4529-9438-881FBD4EF8D5}" dt="2022-10-20T20:29:59.815" v="217" actId="478"/>
          <ac:cxnSpMkLst>
            <pc:docMk/>
            <pc:sldMk cId="0" sldId="260"/>
            <ac:cxnSpMk id="50" creationId="{418F961B-0868-6D49-9929-8C1BBD8406A1}"/>
          </ac:cxnSpMkLst>
        </pc:cxnChg>
      </pc:sldChg>
      <pc:sldChg chg="del">
        <pc:chgData name="HECTOR JUNIOR MARTINEZ CERVANTES" userId="0b86bddd-61ba-40f6-b111-41933449d4ea" providerId="ADAL" clId="{32A1EE02-9AB5-4529-9438-881FBD4EF8D5}" dt="2022-10-20T21:47:51.065" v="2752" actId="47"/>
        <pc:sldMkLst>
          <pc:docMk/>
          <pc:sldMk cId="0" sldId="261"/>
        </pc:sldMkLst>
      </pc:sldChg>
      <pc:sldChg chg="del">
        <pc:chgData name="HECTOR JUNIOR MARTINEZ CERVANTES" userId="0b86bddd-61ba-40f6-b111-41933449d4ea" providerId="ADAL" clId="{32A1EE02-9AB5-4529-9438-881FBD4EF8D5}" dt="2022-10-20T21:48:21.543" v="2756" actId="47"/>
        <pc:sldMkLst>
          <pc:docMk/>
          <pc:sldMk cId="0" sldId="262"/>
        </pc:sldMkLst>
      </pc:sldChg>
      <pc:sldChg chg="del">
        <pc:chgData name="HECTOR JUNIOR MARTINEZ CERVANTES" userId="0b86bddd-61ba-40f6-b111-41933449d4ea" providerId="ADAL" clId="{32A1EE02-9AB5-4529-9438-881FBD4EF8D5}" dt="2022-10-20T21:48:24.568" v="2757" actId="47"/>
        <pc:sldMkLst>
          <pc:docMk/>
          <pc:sldMk cId="0" sldId="263"/>
        </pc:sldMkLst>
      </pc:sldChg>
      <pc:sldChg chg="modSp mod ord">
        <pc:chgData name="HECTOR JUNIOR MARTINEZ CERVANTES" userId="0b86bddd-61ba-40f6-b111-41933449d4ea" providerId="ADAL" clId="{32A1EE02-9AB5-4529-9438-881FBD4EF8D5}" dt="2022-10-20T21:32:24.940" v="2418" actId="20577"/>
        <pc:sldMkLst>
          <pc:docMk/>
          <pc:sldMk cId="0" sldId="266"/>
        </pc:sldMkLst>
        <pc:spChg chg="mod">
          <ac:chgData name="HECTOR JUNIOR MARTINEZ CERVANTES" userId="0b86bddd-61ba-40f6-b111-41933449d4ea" providerId="ADAL" clId="{32A1EE02-9AB5-4529-9438-881FBD4EF8D5}" dt="2022-10-20T21:32:24.940" v="2418" actId="20577"/>
          <ac:spMkLst>
            <pc:docMk/>
            <pc:sldMk cId="0" sldId="266"/>
            <ac:spMk id="162" creationId="{00000000-0000-0000-0000-000000000000}"/>
          </ac:spMkLst>
        </pc:spChg>
      </pc:sldChg>
      <pc:sldChg chg="del">
        <pc:chgData name="HECTOR JUNIOR MARTINEZ CERVANTES" userId="0b86bddd-61ba-40f6-b111-41933449d4ea" providerId="ADAL" clId="{32A1EE02-9AB5-4529-9438-881FBD4EF8D5}" dt="2022-10-20T21:48:03.130" v="2753" actId="47"/>
        <pc:sldMkLst>
          <pc:docMk/>
          <pc:sldMk cId="2043471965" sldId="267"/>
        </pc:sldMkLst>
      </pc:sldChg>
      <pc:sldChg chg="del">
        <pc:chgData name="HECTOR JUNIOR MARTINEZ CERVANTES" userId="0b86bddd-61ba-40f6-b111-41933449d4ea" providerId="ADAL" clId="{32A1EE02-9AB5-4529-9438-881FBD4EF8D5}" dt="2022-10-20T21:48:11.770" v="2754" actId="47"/>
        <pc:sldMkLst>
          <pc:docMk/>
          <pc:sldMk cId="3766587230" sldId="268"/>
        </pc:sldMkLst>
      </pc:sldChg>
      <pc:sldChg chg="del">
        <pc:chgData name="HECTOR JUNIOR MARTINEZ CERVANTES" userId="0b86bddd-61ba-40f6-b111-41933449d4ea" providerId="ADAL" clId="{32A1EE02-9AB5-4529-9438-881FBD4EF8D5}" dt="2022-10-20T21:48:20.342" v="2755" actId="47"/>
        <pc:sldMkLst>
          <pc:docMk/>
          <pc:sldMk cId="447033491" sldId="269"/>
        </pc:sldMkLst>
      </pc:sldChg>
      <pc:sldChg chg="del">
        <pc:chgData name="HECTOR JUNIOR MARTINEZ CERVANTES" userId="0b86bddd-61ba-40f6-b111-41933449d4ea" providerId="ADAL" clId="{32A1EE02-9AB5-4529-9438-881FBD4EF8D5}" dt="2022-10-20T21:48:25.799" v="2758" actId="47"/>
        <pc:sldMkLst>
          <pc:docMk/>
          <pc:sldMk cId="1640263026" sldId="270"/>
        </pc:sldMkLst>
      </pc:sldChg>
      <pc:sldChg chg="del">
        <pc:chgData name="HECTOR JUNIOR MARTINEZ CERVANTES" userId="0b86bddd-61ba-40f6-b111-41933449d4ea" providerId="ADAL" clId="{32A1EE02-9AB5-4529-9438-881FBD4EF8D5}" dt="2022-10-20T21:48:28.405" v="2760" actId="47"/>
        <pc:sldMkLst>
          <pc:docMk/>
          <pc:sldMk cId="3071889777" sldId="271"/>
        </pc:sldMkLst>
      </pc:sldChg>
      <pc:sldChg chg="del">
        <pc:chgData name="HECTOR JUNIOR MARTINEZ CERVANTES" userId="0b86bddd-61ba-40f6-b111-41933449d4ea" providerId="ADAL" clId="{32A1EE02-9AB5-4529-9438-881FBD4EF8D5}" dt="2022-10-20T21:48:27.046" v="2759" actId="47"/>
        <pc:sldMkLst>
          <pc:docMk/>
          <pc:sldMk cId="3838249966" sldId="272"/>
        </pc:sldMkLst>
      </pc:sldChg>
      <pc:sldChg chg="modSp mod">
        <pc:chgData name="HECTOR JUNIOR MARTINEZ CERVANTES" userId="0b86bddd-61ba-40f6-b111-41933449d4ea" providerId="ADAL" clId="{32A1EE02-9AB5-4529-9438-881FBD4EF8D5}" dt="2022-10-20T21:50:37.371" v="2901" actId="692"/>
        <pc:sldMkLst>
          <pc:docMk/>
          <pc:sldMk cId="577171009" sldId="273"/>
        </pc:sldMkLst>
        <pc:cxnChg chg="mod">
          <ac:chgData name="HECTOR JUNIOR MARTINEZ CERVANTES" userId="0b86bddd-61ba-40f6-b111-41933449d4ea" providerId="ADAL" clId="{32A1EE02-9AB5-4529-9438-881FBD4EF8D5}" dt="2022-10-20T21:50:37.371" v="2901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0:24:22.936" v="115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32A1EE02-9AB5-4529-9438-881FBD4EF8D5}" dt="2022-10-20T20:24:22.936" v="115" actId="20577"/>
          <ac:spMkLst>
            <pc:docMk/>
            <pc:sldMk cId="2146478518" sldId="274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14:14:05.414" v="4397"/>
        <pc:sldMkLst>
          <pc:docMk/>
          <pc:sldMk cId="2755532771" sldId="275"/>
        </pc:sldMkLst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14:13:56.978" v="4396"/>
          <ac:spMkLst>
            <pc:docMk/>
            <pc:sldMk cId="2755532771" sldId="275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27.665" v="3598" actId="1076"/>
          <ac:spMkLst>
            <pc:docMk/>
            <pc:sldMk cId="2755532771" sldId="275"/>
            <ac:spMk id="4" creationId="{0655C628-DECE-7BF2-0F77-6A67660E809E}"/>
          </ac:spMkLst>
        </pc:spChg>
        <pc:spChg chg="add del mod">
          <ac:chgData name="HECTOR JUNIOR MARTINEZ CERVANTES" userId="0b86bddd-61ba-40f6-b111-41933449d4ea" providerId="ADAL" clId="{32A1EE02-9AB5-4529-9438-881FBD4EF8D5}" dt="2022-10-20T20:32:19.395" v="246"/>
          <ac:spMkLst>
            <pc:docMk/>
            <pc:sldMk cId="2755532771" sldId="275"/>
            <ac:spMk id="4" creationId="{8F580024-2FBF-6DFF-E18E-6564C3DE0CF1}"/>
          </ac:spMkLst>
        </pc:spChg>
        <pc:spChg chg="add mod">
          <ac:chgData name="HECTOR JUNIOR MARTINEZ CERVANTES" userId="0b86bddd-61ba-40f6-b111-41933449d4ea" providerId="ADAL" clId="{32A1EE02-9AB5-4529-9438-881FBD4EF8D5}" dt="2022-10-20T21:56:18.821" v="3045" actId="1076"/>
          <ac:spMkLst>
            <pc:docMk/>
            <pc:sldMk cId="2755532771" sldId="275"/>
            <ac:spMk id="5" creationId="{62D7204A-EB50-502B-140F-F825959B30A8}"/>
          </ac:spMkLst>
        </pc:spChg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32A1EE02-9AB5-4529-9438-881FBD4EF8D5}" dt="2022-10-20T21:56:43.054" v="3071" actId="12"/>
          <ac:spMkLst>
            <pc:docMk/>
            <pc:sldMk cId="2755532771" sldId="275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0T21:56:46.428" v="3072" actId="1076"/>
          <ac:spMkLst>
            <pc:docMk/>
            <pc:sldMk cId="2755532771" sldId="275"/>
            <ac:spMk id="19" creationId="{451D45B1-EB8B-F4B8-C94B-797209757857}"/>
          </ac:spMkLst>
        </pc:spChg>
        <pc:spChg chg="add mod">
          <ac:chgData name="HECTOR JUNIOR MARTINEZ CERVANTES" userId="0b86bddd-61ba-40f6-b111-41933449d4ea" providerId="ADAL" clId="{32A1EE02-9AB5-4529-9438-881FBD4EF8D5}" dt="2022-10-20T21:46:32.364" v="2750" actId="14100"/>
          <ac:spMkLst>
            <pc:docMk/>
            <pc:sldMk cId="2755532771" sldId="275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14:10:45.871" v="4369"/>
          <ac:spMkLst>
            <pc:docMk/>
            <pc:sldMk cId="2755532771" sldId="275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1T14:14:05.414" v="4397"/>
          <ac:spMkLst>
            <pc:docMk/>
            <pc:sldMk cId="2755532771" sldId="275"/>
            <ac:spMk id="44" creationId="{1E6E64D4-80BB-8C8A-9865-B58AAE2E6DB0}"/>
          </ac:spMkLst>
        </pc:spChg>
        <pc:spChg chg="add mod">
          <ac:chgData name="HECTOR JUNIOR MARTINEZ CERVANTES" userId="0b86bddd-61ba-40f6-b111-41933449d4ea" providerId="ADAL" clId="{32A1EE02-9AB5-4529-9438-881FBD4EF8D5}" dt="2022-10-21T14:11:47.569" v="4376"/>
          <ac:spMkLst>
            <pc:docMk/>
            <pc:sldMk cId="2755532771" sldId="275"/>
            <ac:spMk id="45" creationId="{81A662A9-2256-FC73-07E2-3630570DEDD8}"/>
          </ac:spMkLst>
        </pc:spChg>
        <pc:spChg chg="del mod">
          <ac:chgData name="HECTOR JUNIOR MARTINEZ CERVANTES" userId="0b86bddd-61ba-40f6-b111-41933449d4ea" providerId="ADAL" clId="{32A1EE02-9AB5-4529-9438-881FBD4EF8D5}" dt="2022-10-20T20:56:35.961" v="599" actId="478"/>
          <ac:spMkLst>
            <pc:docMk/>
            <pc:sldMk cId="2755532771" sldId="275"/>
            <ac:spMk id="114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0T20:58:14.506" v="762" actId="1035"/>
          <ac:picMkLst>
            <pc:docMk/>
            <pc:sldMk cId="2755532771" sldId="275"/>
            <ac:picMk id="10" creationId="{3CCA75BC-BF71-CF3E-6639-8D21DC52FAB0}"/>
          </ac:picMkLst>
        </pc:picChg>
        <pc:cxnChg chg="add del mod">
          <ac:chgData name="HECTOR JUNIOR MARTINEZ CERVANTES" userId="0b86bddd-61ba-40f6-b111-41933449d4ea" providerId="ADAL" clId="{32A1EE02-9AB5-4529-9438-881FBD4EF8D5}" dt="2022-10-20T20:34:48.701" v="384" actId="11529"/>
          <ac:cxnSpMkLst>
            <pc:docMk/>
            <pc:sldMk cId="2755532771" sldId="275"/>
            <ac:cxnSpMk id="8" creationId="{39707AD1-9781-A8B3-7D0F-54E1D5A0F524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18.821" v="3045" actId="1076"/>
          <ac:cxnSpMkLst>
            <pc:docMk/>
            <pc:sldMk cId="2755532771" sldId="275"/>
            <ac:cxnSpMk id="11" creationId="{00A5234B-D38F-FCE6-A758-F60BC3F040CB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36.228" v="3069" actId="1076"/>
          <ac:cxnSpMkLst>
            <pc:docMk/>
            <pc:sldMk cId="2755532771" sldId="275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46.428" v="3072" actId="1076"/>
          <ac:cxnSpMkLst>
            <pc:docMk/>
            <pc:sldMk cId="2755532771" sldId="275"/>
            <ac:cxnSpMk id="22" creationId="{59660F0B-84B3-3AF3-95EB-BDB49A4FF8C2}"/>
          </ac:cxnSpMkLst>
        </pc:cxnChg>
        <pc:cxnChg chg="add del">
          <ac:chgData name="HECTOR JUNIOR MARTINEZ CERVANTES" userId="0b86bddd-61ba-40f6-b111-41933449d4ea" providerId="ADAL" clId="{32A1EE02-9AB5-4529-9438-881FBD4EF8D5}" dt="2022-10-20T20:41:56.140" v="510" actId="11529"/>
          <ac:cxnSpMkLst>
            <pc:docMk/>
            <pc:sldMk cId="2755532771" sldId="275"/>
            <ac:cxnSpMk id="25" creationId="{47ECC864-C2B0-C3F4-2CBB-BB64412984FB}"/>
          </ac:cxnSpMkLst>
        </pc:cxnChg>
        <pc:cxnChg chg="add mod">
          <ac:chgData name="HECTOR JUNIOR MARTINEZ CERVANTES" userId="0b86bddd-61ba-40f6-b111-41933449d4ea" providerId="ADAL" clId="{32A1EE02-9AB5-4529-9438-881FBD4EF8D5}" dt="2022-10-20T21:24:53.704" v="1850" actId="14100"/>
          <ac:cxnSpMkLst>
            <pc:docMk/>
            <pc:sldMk cId="2755532771" sldId="275"/>
            <ac:cxnSpMk id="28" creationId="{11BCA776-666F-9262-27CD-22A539DBE022}"/>
          </ac:cxnSpMkLst>
        </pc:cxnChg>
        <pc:cxnChg chg="add del mod">
          <ac:chgData name="HECTOR JUNIOR MARTINEZ CERVANTES" userId="0b86bddd-61ba-40f6-b111-41933449d4ea" providerId="ADAL" clId="{32A1EE02-9AB5-4529-9438-881FBD4EF8D5}" dt="2022-10-20T21:25:07.578" v="1852" actId="11529"/>
          <ac:cxnSpMkLst>
            <pc:docMk/>
            <pc:sldMk cId="2755532771" sldId="275"/>
            <ac:cxnSpMk id="62" creationId="{3F7E4D66-5899-20E6-4F48-BEFCD7D61DE4}"/>
          </ac:cxnSpMkLst>
        </pc:cxnChg>
        <pc:cxnChg chg="add mod">
          <ac:chgData name="HECTOR JUNIOR MARTINEZ CERVANTES" userId="0b86bddd-61ba-40f6-b111-41933449d4ea" providerId="ADAL" clId="{32A1EE02-9AB5-4529-9438-881FBD4EF8D5}" dt="2022-10-21T14:11:41.404" v="4375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0T21:09:39.448" v="1298" actId="14100"/>
        <pc:sldMkLst>
          <pc:docMk/>
          <pc:sldMk cId="1396622988" sldId="276"/>
        </pc:sldMkLst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00:38.448" v="839" actId="478"/>
          <ac:spMkLst>
            <pc:docMk/>
            <pc:sldMk cId="1396622988" sldId="276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00:36.306" v="837" actId="478"/>
          <ac:spMkLst>
            <pc:docMk/>
            <pc:sldMk cId="1396622988" sldId="27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08:33.103" v="1292" actId="14100"/>
          <ac:spMkLst>
            <pc:docMk/>
            <pc:sldMk cId="1396622988" sldId="27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09:32.621" v="1297" actId="14100"/>
          <ac:spMkLst>
            <pc:docMk/>
            <pc:sldMk cId="1396622988" sldId="27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6" creationId="{1FD526B0-1EFD-372A-D78F-CF006FF82208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5" creationId="{D8920053-6A92-8C76-E46C-BE074DB0200E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6" creationId="{09C51F70-E28B-1C50-BA81-37DAFD5B73F3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8" creationId="{6C79AE27-6C33-0E8B-128C-6FEE474246BB}"/>
          </ac:spMkLst>
        </pc:spChg>
        <pc:spChg chg="add mod">
          <ac:chgData name="HECTOR JUNIOR MARTINEZ CERVANTES" userId="0b86bddd-61ba-40f6-b111-41933449d4ea" providerId="ADAL" clId="{32A1EE02-9AB5-4529-9438-881FBD4EF8D5}" dt="2022-10-20T21:06:20.177" v="1160" actId="113"/>
          <ac:spMkLst>
            <pc:docMk/>
            <pc:sldMk cId="1396622988" sldId="276"/>
            <ac:spMk id="39" creationId="{D469679C-DD1C-12A5-AE4B-E0D6F9BB0925}"/>
          </ac:spMkLst>
        </pc:spChg>
        <pc:spChg chg="del">
          <ac:chgData name="HECTOR JUNIOR MARTINEZ CERVANTES" userId="0b86bddd-61ba-40f6-b111-41933449d4ea" providerId="ADAL" clId="{32A1EE02-9AB5-4529-9438-881FBD4EF8D5}" dt="2022-10-20T20:59:17.598" v="799" actId="478"/>
          <ac:spMkLst>
            <pc:docMk/>
            <pc:sldMk cId="1396622988" sldId="276"/>
            <ac:spMk id="114" creationId="{00000000-0000-0000-0000-000000000000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05:54.633" v="1135" actId="1035"/>
          <ac:picMkLst>
            <pc:docMk/>
            <pc:sldMk cId="1396622988" sldId="276"/>
            <ac:picMk id="7" creationId="{DCCAB270-AA2C-36DD-76EB-AE3476A0F779}"/>
          </ac:picMkLst>
        </pc:picChg>
        <pc:picChg chg="del">
          <ac:chgData name="HECTOR JUNIOR MARTINEZ CERVANTES" userId="0b86bddd-61ba-40f6-b111-41933449d4ea" providerId="ADAL" clId="{32A1EE02-9AB5-4529-9438-881FBD4EF8D5}" dt="2022-10-20T20:48:23.031" v="571" actId="478"/>
          <ac:picMkLst>
            <pc:docMk/>
            <pc:sldMk cId="1396622988" sldId="276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00:37.584" v="838" actId="478"/>
          <ac:cxnSpMkLst>
            <pc:docMk/>
            <pc:sldMk cId="1396622988" sldId="27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1:09:39.448" v="1298" actId="14100"/>
          <ac:cxnSpMkLst>
            <pc:docMk/>
            <pc:sldMk cId="1396622988" sldId="27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28" creationId="{11BCA776-666F-9262-27CD-22A539DBE022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14:00.301" v="1332" actId="2696"/>
        <pc:sldMkLst>
          <pc:docMk/>
          <pc:sldMk cId="902519619" sldId="277"/>
        </pc:sldMkLst>
        <pc:spChg chg="del">
          <ac:chgData name="HECTOR JUNIOR MARTINEZ CERVANTES" userId="0b86bddd-61ba-40f6-b111-41933449d4ea" providerId="ADAL" clId="{32A1EE02-9AB5-4529-9438-881FBD4EF8D5}" dt="2022-10-20T21:13:00.518" v="1316" actId="478"/>
          <ac:spMkLst>
            <pc:docMk/>
            <pc:sldMk cId="902519619" sldId="27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1:13:11.042" v="1323" actId="478"/>
          <ac:spMkLst>
            <pc:docMk/>
            <pc:sldMk cId="902519619" sldId="277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12:59.298" v="1315" actId="478"/>
          <ac:spMkLst>
            <pc:docMk/>
            <pc:sldMk cId="902519619" sldId="277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12:57.866" v="1314" actId="478"/>
          <ac:spMkLst>
            <pc:docMk/>
            <pc:sldMk cId="902519619" sldId="277"/>
            <ac:spMk id="6" creationId="{6F042C22-4DF0-EBF5-86B6-837864EF2F52}"/>
          </ac:spMkLst>
        </pc:spChg>
        <pc:spChg chg="add del mod">
          <ac:chgData name="HECTOR JUNIOR MARTINEZ CERVANTES" userId="0b86bddd-61ba-40f6-b111-41933449d4ea" providerId="ADAL" clId="{32A1EE02-9AB5-4529-9438-881FBD4EF8D5}" dt="2022-10-20T21:13:18.453" v="1326"/>
          <ac:spMkLst>
            <pc:docMk/>
            <pc:sldMk cId="902519619" sldId="277"/>
            <ac:spMk id="9" creationId="{85360851-B142-8284-7B7B-8DED000D5DB0}"/>
          </ac:spMkLst>
        </pc:spChg>
        <pc:spChg chg="add del mod">
          <ac:chgData name="HECTOR JUNIOR MARTINEZ CERVANTES" userId="0b86bddd-61ba-40f6-b111-41933449d4ea" providerId="ADAL" clId="{32A1EE02-9AB5-4529-9438-881FBD4EF8D5}" dt="2022-10-20T21:13:41.283" v="1329" actId="478"/>
          <ac:spMkLst>
            <pc:docMk/>
            <pc:sldMk cId="902519619" sldId="277"/>
            <ac:spMk id="12" creationId="{ADF785FD-DF1D-25FD-15BF-25FB017B347F}"/>
          </ac:spMkLst>
        </pc:spChg>
        <pc:spChg chg="del">
          <ac:chgData name="HECTOR JUNIOR MARTINEZ CERVANTES" userId="0b86bddd-61ba-40f6-b111-41933449d4ea" providerId="ADAL" clId="{32A1EE02-9AB5-4529-9438-881FBD4EF8D5}" dt="2022-10-20T21:13:03.379" v="1318" actId="478"/>
          <ac:spMkLst>
            <pc:docMk/>
            <pc:sldMk cId="902519619" sldId="277"/>
            <ac:spMk id="14" creationId="{BA909872-46F1-027F-FA8E-29715C49066A}"/>
          </ac:spMkLst>
        </pc:spChg>
        <pc:spChg chg="del mod">
          <ac:chgData name="HECTOR JUNIOR MARTINEZ CERVANTES" userId="0b86bddd-61ba-40f6-b111-41933449d4ea" providerId="ADAL" clId="{32A1EE02-9AB5-4529-9438-881FBD4EF8D5}" dt="2022-10-20T21:13:08.738" v="1321" actId="478"/>
          <ac:spMkLst>
            <pc:docMk/>
            <pc:sldMk cId="902519619" sldId="277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32A1EE02-9AB5-4529-9438-881FBD4EF8D5}" dt="2022-10-20T21:13:01.936" v="1317" actId="478"/>
          <ac:spMkLst>
            <pc:docMk/>
            <pc:sldMk cId="902519619" sldId="27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1:13:04.449" v="1319" actId="478"/>
          <ac:spMkLst>
            <pc:docMk/>
            <pc:sldMk cId="902519619" sldId="277"/>
            <ac:spMk id="26" creationId="{1FD526B0-1EFD-372A-D78F-CF006FF82208}"/>
          </ac:spMkLst>
        </pc:spChg>
        <pc:picChg chg="add del mod modCrop">
          <ac:chgData name="HECTOR JUNIOR MARTINEZ CERVANTES" userId="0b86bddd-61ba-40f6-b111-41933449d4ea" providerId="ADAL" clId="{32A1EE02-9AB5-4529-9438-881FBD4EF8D5}" dt="2022-10-20T21:12:36.450" v="1306"/>
          <ac:picMkLst>
            <pc:docMk/>
            <pc:sldMk cId="902519619" sldId="277"/>
            <ac:picMk id="4" creationId="{0564B0B3-8D24-9E0B-6AA6-5280A70688F9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2:51.058" v="1311" actId="22"/>
          <ac:picMkLst>
            <pc:docMk/>
            <pc:sldMk cId="902519619" sldId="277"/>
            <ac:picMk id="8" creationId="{764FAC4D-571E-31D4-CDB6-9444001C8CA7}"/>
          </ac:picMkLst>
        </pc:picChg>
        <pc:picChg chg="del">
          <ac:chgData name="HECTOR JUNIOR MARTINEZ CERVANTES" userId="0b86bddd-61ba-40f6-b111-41933449d4ea" providerId="ADAL" clId="{32A1EE02-9AB5-4529-9438-881FBD4EF8D5}" dt="2022-10-20T21:12:38.896" v="1307" actId="478"/>
          <ac:picMkLst>
            <pc:docMk/>
            <pc:sldMk cId="902519619" sldId="277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12:56.755" v="1313" actId="478"/>
          <ac:cxnSpMkLst>
            <pc:docMk/>
            <pc:sldMk cId="902519619" sldId="277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32A1EE02-9AB5-4529-9438-881FBD4EF8D5}" dt="2022-10-20T21:12:55.635" v="1312" actId="478"/>
          <ac:cxnSpMkLst>
            <pc:docMk/>
            <pc:sldMk cId="902519619" sldId="27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4.449" v="1319" actId="478"/>
          <ac:cxnSpMkLst>
            <pc:docMk/>
            <pc:sldMk cId="902519619" sldId="27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9.665" v="1322" actId="478"/>
          <ac:cxnSpMkLst>
            <pc:docMk/>
            <pc:sldMk cId="902519619" sldId="277"/>
            <ac:cxnSpMk id="28" creationId="{11BCA776-666F-9262-27CD-22A539DBE022}"/>
          </ac:cxnSpMkLst>
        </pc:cxnChg>
      </pc:sldChg>
      <pc:sldChg chg="addSp delSp modSp new mod ord">
        <pc:chgData name="HECTOR JUNIOR MARTINEZ CERVANTES" userId="0b86bddd-61ba-40f6-b111-41933449d4ea" providerId="ADAL" clId="{32A1EE02-9AB5-4529-9438-881FBD4EF8D5}" dt="2022-10-21T13:54:27.995" v="3924" actId="1036"/>
        <pc:sldMkLst>
          <pc:docMk/>
          <pc:sldMk cId="2989332939" sldId="278"/>
        </pc:sldMkLst>
        <pc:spChg chg="del">
          <ac:chgData name="HECTOR JUNIOR MARTINEZ CERVANTES" userId="0b86bddd-61ba-40f6-b111-41933449d4ea" providerId="ADAL" clId="{32A1EE02-9AB5-4529-9438-881FBD4EF8D5}" dt="2022-10-20T21:13:55.313" v="1331" actId="478"/>
          <ac:spMkLst>
            <pc:docMk/>
            <pc:sldMk cId="2989332939" sldId="278"/>
            <ac:spMk id="2" creationId="{DAB37699-B506-1A26-88D3-F4AB3E8934A4}"/>
          </ac:spMkLst>
        </pc:spChg>
        <pc:spChg chg="mod">
          <ac:chgData name="HECTOR JUNIOR MARTINEZ CERVANTES" userId="0b86bddd-61ba-40f6-b111-41933449d4ea" providerId="ADAL" clId="{32A1EE02-9AB5-4529-9438-881FBD4EF8D5}" dt="2022-10-20T21:18:37.006" v="1552" actId="108"/>
          <ac:spMkLst>
            <pc:docMk/>
            <pc:sldMk cId="2989332939" sldId="278"/>
            <ac:spMk id="3" creationId="{22217978-A473-2E6B-C203-513CB8E9DB5A}"/>
          </ac:spMkLst>
        </pc:spChg>
        <pc:spChg chg="del">
          <ac:chgData name="HECTOR JUNIOR MARTINEZ CERVANTES" userId="0b86bddd-61ba-40f6-b111-41933449d4ea" providerId="ADAL" clId="{32A1EE02-9AB5-4529-9438-881FBD4EF8D5}" dt="2022-10-20T21:14:40.998" v="1413" actId="478"/>
          <ac:spMkLst>
            <pc:docMk/>
            <pc:sldMk cId="2989332939" sldId="278"/>
            <ac:spMk id="4" creationId="{F7BE5965-F619-4AA5-2D0E-6BD2A5877A76}"/>
          </ac:spMkLst>
        </pc:spChg>
        <pc:spChg chg="mod">
          <ac:chgData name="HECTOR JUNIOR MARTINEZ CERVANTES" userId="0b86bddd-61ba-40f6-b111-41933449d4ea" providerId="ADAL" clId="{32A1EE02-9AB5-4529-9438-881FBD4EF8D5}" dt="2022-10-20T21:21:13.961" v="1799" actId="20577"/>
          <ac:spMkLst>
            <pc:docMk/>
            <pc:sldMk cId="2989332939" sldId="278"/>
            <ac:spMk id="5" creationId="{FBA3F7F3-C52E-1679-2FBB-9C88722C6115}"/>
          </ac:spMkLst>
        </pc:spChg>
        <pc:spChg chg="del">
          <ac:chgData name="HECTOR JUNIOR MARTINEZ CERVANTES" userId="0b86bddd-61ba-40f6-b111-41933449d4ea" providerId="ADAL" clId="{32A1EE02-9AB5-4529-9438-881FBD4EF8D5}" dt="2022-10-20T21:14:42.583" v="1414" actId="478"/>
          <ac:spMkLst>
            <pc:docMk/>
            <pc:sldMk cId="2989332939" sldId="278"/>
            <ac:spMk id="6" creationId="{09BE73BA-39F6-CCAA-E9B5-5C9DC63BBDD2}"/>
          </ac:spMkLst>
        </pc:spChg>
        <pc:spChg chg="add mod">
          <ac:chgData name="HECTOR JUNIOR MARTINEZ CERVANTES" userId="0b86bddd-61ba-40f6-b111-41933449d4ea" providerId="ADAL" clId="{32A1EE02-9AB5-4529-9438-881FBD4EF8D5}" dt="2022-10-20T21:19:08.445" v="1561" actId="1076"/>
          <ac:spMkLst>
            <pc:docMk/>
            <pc:sldMk cId="2989332939" sldId="278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0-20T21:19:32.666" v="1581" actId="1038"/>
          <ac:spMkLst>
            <pc:docMk/>
            <pc:sldMk cId="2989332939" sldId="278"/>
            <ac:spMk id="18" creationId="{F01C9392-39A3-52DF-E5B0-0712AFB4720E}"/>
          </ac:spMkLst>
        </pc:spChg>
        <pc:spChg chg="add mod">
          <ac:chgData name="HECTOR JUNIOR MARTINEZ CERVANTES" userId="0b86bddd-61ba-40f6-b111-41933449d4ea" providerId="ADAL" clId="{32A1EE02-9AB5-4529-9438-881FBD4EF8D5}" dt="2022-10-21T13:53:42.826" v="3788" actId="207"/>
          <ac:spMkLst>
            <pc:docMk/>
            <pc:sldMk cId="2989332939" sldId="278"/>
            <ac:spMk id="19" creationId="{BCA1A476-2BA8-92FA-9D0F-E54D56C2BFCE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4" creationId="{B35DB741-DA1A-2A8E-D520-90DACE522C81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5" creationId="{DD96D91E-8B65-D361-1C38-FA41FF503AEF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6" creationId="{64A448BC-DF76-A1A9-FA8F-B80D614E0F4E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0-20T21:16:26.602" v="1478" actId="478"/>
          <ac:picMkLst>
            <pc:docMk/>
            <pc:sldMk cId="2989332939" sldId="278"/>
            <ac:picMk id="8" creationId="{9CF5A3A7-6AC6-EEE9-5771-6C455725969A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6:25.747" v="1477" actId="478"/>
          <ac:picMkLst>
            <pc:docMk/>
            <pc:sldMk cId="2989332939" sldId="278"/>
            <ac:picMk id="10" creationId="{A63D3F90-1A00-5FAD-87CC-45183B371D2B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33.345" v="1500" actId="1037"/>
          <ac:picMkLst>
            <pc:docMk/>
            <pc:sldMk cId="2989332939" sldId="278"/>
            <ac:picMk id="12" creationId="{F7D4FA4E-C9CE-7E79-E120-1E77B3DC1A00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8:07.913" v="1536" actId="1036"/>
          <ac:picMkLst>
            <pc:docMk/>
            <pc:sldMk cId="2989332939" sldId="278"/>
            <ac:picMk id="14" creationId="{C0479BDC-41CE-7EFE-F1BD-B85242A1091A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41.381" v="1501" actId="732"/>
          <ac:picMkLst>
            <pc:docMk/>
            <pc:sldMk cId="2989332939" sldId="278"/>
            <ac:picMk id="16" creationId="{3285ACA9-B42B-7A78-48AD-626F8D17D9FE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20:48.607" v="1774" actId="732"/>
          <ac:picMkLst>
            <pc:docMk/>
            <pc:sldMk cId="2989332939" sldId="278"/>
            <ac:picMk id="21" creationId="{E8ACD36A-89D6-71FF-8A60-0496CBE09E99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1:26:18.445" v="1873" actId="478"/>
          <ac:picMkLst>
            <pc:docMk/>
            <pc:sldMk cId="2989332939" sldId="278"/>
            <ac:picMk id="23" creationId="{E3F686AE-1A02-498C-5055-8976C78F290B}"/>
          </ac:picMkLst>
        </pc:picChg>
        <pc:picChg chg="add del">
          <ac:chgData name="HECTOR JUNIOR MARTINEZ CERVANTES" userId="0b86bddd-61ba-40f6-b111-41933449d4ea" providerId="ADAL" clId="{32A1EE02-9AB5-4529-9438-881FBD4EF8D5}" dt="2022-10-20T21:26:27.422" v="1875" actId="22"/>
          <ac:picMkLst>
            <pc:docMk/>
            <pc:sldMk cId="2989332939" sldId="278"/>
            <ac:picMk id="25" creationId="{3B0D0391-6A27-A592-A7AC-BE86849647B7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7" creationId="{2321FCB1-CD4F-21C7-9B2D-F36A080903B2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9" creationId="{FFF5F045-8C7E-29C2-FE27-3D3437F984D3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1" creationId="{160DBB0D-677B-3F3D-68E9-0782B8B8DB3E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3" creationId="{3C1A421E-3BE8-1A32-30CE-501D63832840}"/>
          </ac:picMkLst>
        </pc:picChg>
      </pc:sldChg>
      <pc:sldChg chg="addSp delSp modSp add mod">
        <pc:chgData name="HECTOR JUNIOR MARTINEZ CERVANTES" userId="0b86bddd-61ba-40f6-b111-41933449d4ea" providerId="ADAL" clId="{32A1EE02-9AB5-4529-9438-881FBD4EF8D5}" dt="2022-10-21T21:23:38.621" v="5602" actId="20577"/>
        <pc:sldMkLst>
          <pc:docMk/>
          <pc:sldMk cId="1986241893" sldId="279"/>
        </pc:sldMkLst>
        <pc:spChg chg="mod">
          <ac:chgData name="HECTOR JUNIOR MARTINEZ CERVANTES" userId="0b86bddd-61ba-40f6-b111-41933449d4ea" providerId="ADAL" clId="{32A1EE02-9AB5-4529-9438-881FBD4EF8D5}" dt="2022-10-20T21:36:22.955" v="2446" actId="20577"/>
          <ac:spMkLst>
            <pc:docMk/>
            <pc:sldMk cId="1986241893" sldId="279"/>
            <ac:spMk id="3" creationId="{22217978-A473-2E6B-C203-513CB8E9DB5A}"/>
          </ac:spMkLst>
        </pc:spChg>
        <pc:spChg chg="del mod">
          <ac:chgData name="HECTOR JUNIOR MARTINEZ CERVANTES" userId="0b86bddd-61ba-40f6-b111-41933449d4ea" providerId="ADAL" clId="{32A1EE02-9AB5-4529-9438-881FBD4EF8D5}" dt="2022-10-20T21:37:02.252" v="2457" actId="478"/>
          <ac:spMkLst>
            <pc:docMk/>
            <pc:sldMk cId="1986241893" sldId="27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6" creationId="{BAAA793F-8306-3C54-5809-D8722DEE8800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7" creationId="{E45490A8-C3F6-521D-C247-E67757AD2F81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8" creationId="{3A36B404-1DE4-D809-DCFE-FBC3B5E55FBB}"/>
          </ac:spMkLst>
        </pc:spChg>
        <pc:spChg chg="add del mod">
          <ac:chgData name="HECTOR JUNIOR MARTINEZ CERVANTES" userId="0b86bddd-61ba-40f6-b111-41933449d4ea" providerId="ADAL" clId="{32A1EE02-9AB5-4529-9438-881FBD4EF8D5}" dt="2022-10-20T21:40:39.148" v="2527" actId="478"/>
          <ac:spMkLst>
            <pc:docMk/>
            <pc:sldMk cId="1986241893" sldId="279"/>
            <ac:spMk id="9" creationId="{3A02A654-066A-66C7-FF51-D5C28705F184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0" creationId="{CE272294-912F-CAFB-1809-1DA5F4D06DEF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1" creationId="{ECC4E877-7C90-458C-81BF-1DEC0F43508C}"/>
          </ac:spMkLst>
        </pc:spChg>
        <pc:spChg chg="add mod">
          <ac:chgData name="HECTOR JUNIOR MARTINEZ CERVANTES" userId="0b86bddd-61ba-40f6-b111-41933449d4ea" providerId="ADAL" clId="{32A1EE02-9AB5-4529-9438-881FBD4EF8D5}" dt="2022-10-21T21:23:38.621" v="5602" actId="20577"/>
          <ac:spMkLst>
            <pc:docMk/>
            <pc:sldMk cId="1986241893" sldId="279"/>
            <ac:spMk id="13" creationId="{E68D4616-0EC9-9115-BD33-21571BD19EEF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9" creationId="{BCA1A476-2BA8-92FA-9D0F-E54D56C2BFCE}"/>
          </ac:spMkLst>
        </pc:spChg>
        <pc:spChg chg="del">
          <ac:chgData name="HECTOR JUNIOR MARTINEZ CERVANTES" userId="0b86bddd-61ba-40f6-b111-41933449d4ea" providerId="ADAL" clId="{32A1EE02-9AB5-4529-9438-881FBD4EF8D5}" dt="2022-10-20T21:36:49.778" v="2447" actId="478"/>
          <ac:spMkLst>
            <pc:docMk/>
            <pc:sldMk cId="1986241893" sldId="27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0-20T21:36:57.196" v="2455" actId="478"/>
          <ac:spMkLst>
            <pc:docMk/>
            <pc:sldMk cId="1986241893" sldId="27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0-20T21:36:55.771" v="2454" actId="478"/>
          <ac:spMkLst>
            <pc:docMk/>
            <pc:sldMk cId="1986241893" sldId="279"/>
            <ac:spMk id="36" creationId="{64A448BC-DF76-A1A9-FA8F-B80D614E0F4E}"/>
          </ac:spMkLst>
        </pc:spChg>
        <pc:spChg chg="del mod">
          <ac:chgData name="HECTOR JUNIOR MARTINEZ CERVANTES" userId="0b86bddd-61ba-40f6-b111-41933449d4ea" providerId="ADAL" clId="{32A1EE02-9AB5-4529-9438-881FBD4EF8D5}" dt="2022-10-20T21:36:54.651" v="2453" actId="478"/>
          <ac:spMkLst>
            <pc:docMk/>
            <pc:sldMk cId="1986241893" sldId="279"/>
            <ac:spMk id="37" creationId="{1A45588D-9A1F-DB3E-8C19-0C5975C758C7}"/>
          </ac:spMkLst>
        </pc:spChg>
        <pc:picChg chg="add mod modCrop">
          <ac:chgData name="HECTOR JUNIOR MARTINEZ CERVANTES" userId="0b86bddd-61ba-40f6-b111-41933449d4ea" providerId="ADAL" clId="{32A1EE02-9AB5-4529-9438-881FBD4EF8D5}" dt="2022-10-20T21:44:46.368" v="2746" actId="1038"/>
          <ac:picMkLst>
            <pc:docMk/>
            <pc:sldMk cId="1986241893" sldId="279"/>
            <ac:picMk id="4" creationId="{E7D293A3-B708-5AE5-232D-1249F58586FF}"/>
          </ac:picMkLst>
        </pc:picChg>
        <pc:picChg chg="del">
          <ac:chgData name="HECTOR JUNIOR MARTINEZ CERVANTES" userId="0b86bddd-61ba-40f6-b111-41933449d4ea" providerId="ADAL" clId="{32A1EE02-9AB5-4529-9438-881FBD4EF8D5}" dt="2022-10-20T21:35:49.436" v="2421" actId="478"/>
          <ac:picMkLst>
            <pc:docMk/>
            <pc:sldMk cId="1986241893" sldId="279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6" creationId="{3285ACA9-B42B-7A78-48AD-626F8D17D9FE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0-20T21:36:52.989" v="2451" actId="478"/>
          <ac:picMkLst>
            <pc:docMk/>
            <pc:sldMk cId="1986241893" sldId="27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0-20T21:36:52.140" v="2450" actId="478"/>
          <ac:picMkLst>
            <pc:docMk/>
            <pc:sldMk cId="1986241893" sldId="27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0-20T21:36:51.532" v="2449" actId="478"/>
          <ac:picMkLst>
            <pc:docMk/>
            <pc:sldMk cId="1986241893" sldId="27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0-20T21:36:50.651" v="2448" actId="478"/>
          <ac:picMkLst>
            <pc:docMk/>
            <pc:sldMk cId="1986241893" sldId="279"/>
            <ac:picMk id="33" creationId="{3C1A421E-3BE8-1A32-30CE-501D63832840}"/>
          </ac:picMkLst>
        </pc:pic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0" creationId="{BB40BD7D-35A1-C532-E4C1-E4FE3F26DB89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4" creationId="{DCA4F97E-69EF-EDD9-646A-E217E2ABD011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6" creationId="{97D68ECE-41C4-1287-BF36-53F9E8265BE7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1:48:47.998" v="2773" actId="20577"/>
        <pc:sldMkLst>
          <pc:docMk/>
          <pc:sldMk cId="1139153218" sldId="280"/>
        </pc:sldMkLst>
        <pc:spChg chg="mod">
          <ac:chgData name="HECTOR JUNIOR MARTINEZ CERVANTES" userId="0b86bddd-61ba-40f6-b111-41933449d4ea" providerId="ADAL" clId="{32A1EE02-9AB5-4529-9438-881FBD4EF8D5}" dt="2022-10-20T21:48:47.998" v="2773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addSp modSp mod">
        <pc:chgData name="HECTOR JUNIOR MARTINEZ CERVANTES" userId="0b86bddd-61ba-40f6-b111-41933449d4ea" providerId="ADAL" clId="{32A1EE02-9AB5-4529-9438-881FBD4EF8D5}" dt="2022-10-20T21:50:25.859" v="2900" actId="692"/>
        <pc:sldMkLst>
          <pc:docMk/>
          <pc:sldMk cId="3895287328" sldId="281"/>
        </pc:sldMkLst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1:49:08.816" v="2822" actId="1037"/>
          <ac:spMkLst>
            <pc:docMk/>
            <pc:sldMk cId="3895287328" sldId="281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1:49:47.004" v="2861" actId="20577"/>
          <ac:spMkLst>
            <pc:docMk/>
            <pc:sldMk cId="3895287328" sldId="281"/>
            <ac:spMk id="108" creationId="{00000000-0000-0000-0000-000000000000}"/>
          </ac:spMkLst>
        </pc:spChg>
        <pc:picChg chg="add mod">
          <ac:chgData name="HECTOR JUNIOR MARTINEZ CERVANTES" userId="0b86bddd-61ba-40f6-b111-41933449d4ea" providerId="ADAL" clId="{32A1EE02-9AB5-4529-9438-881FBD4EF8D5}" dt="2022-10-20T21:49:52.381" v="2863" actId="571"/>
          <ac:picMkLst>
            <pc:docMk/>
            <pc:sldMk cId="3895287328" sldId="281"/>
            <ac:picMk id="3" creationId="{1C1AB5CE-38DD-832E-C7F3-3CBE621083C1}"/>
          </ac:picMkLst>
        </pc:picChg>
        <pc:picChg chg="mod modCrop">
          <ac:chgData name="HECTOR JUNIOR MARTINEZ CERVANTES" userId="0b86bddd-61ba-40f6-b111-41933449d4ea" providerId="ADAL" clId="{32A1EE02-9AB5-4529-9438-881FBD4EF8D5}" dt="2022-10-20T21:50:10.524" v="2899" actId="1037"/>
          <ac:picMkLst>
            <pc:docMk/>
            <pc:sldMk cId="3895287328" sldId="281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25.859" v="2900" actId="692"/>
          <ac:cxnSpMkLst>
            <pc:docMk/>
            <pc:sldMk cId="3895287328" sldId="281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26.082" v="4399"/>
        <pc:sldMkLst>
          <pc:docMk/>
          <pc:sldMk cId="473091987" sldId="282"/>
        </pc:sldMkLst>
        <pc:spChg chg="mod">
          <ac:chgData name="HECTOR JUNIOR MARTINEZ CERVANTES" userId="0b86bddd-61ba-40f6-b111-41933449d4ea" providerId="ADAL" clId="{32A1EE02-9AB5-4529-9438-881FBD4EF8D5}" dt="2022-10-20T21:52:30.244" v="2914" actId="14100"/>
          <ac:spMkLst>
            <pc:docMk/>
            <pc:sldMk cId="473091987" sldId="282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20.832" v="4398"/>
          <ac:spMkLst>
            <pc:docMk/>
            <pc:sldMk cId="473091987" sldId="282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39.738" v="3600" actId="1076"/>
          <ac:spMkLst>
            <pc:docMk/>
            <pc:sldMk cId="473091987" sldId="282"/>
            <ac:spMk id="4" creationId="{D35EB667-8B4F-A6CF-87F3-5E7CFE95A6A6}"/>
          </ac:spMkLst>
        </pc:spChg>
        <pc:spChg chg="mod">
          <ac:chgData name="HECTOR JUNIOR MARTINEZ CERVANTES" userId="0b86bddd-61ba-40f6-b111-41933449d4ea" providerId="ADAL" clId="{32A1EE02-9AB5-4529-9438-881FBD4EF8D5}" dt="2022-10-20T22:01:19.179" v="3145"/>
          <ac:spMkLst>
            <pc:docMk/>
            <pc:sldMk cId="473091987" sldId="282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1:52:40.828" v="2917" actId="14100"/>
          <ac:spMkLst>
            <pc:docMk/>
            <pc:sldMk cId="473091987" sldId="282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54:21.196" v="3015" actId="1076"/>
          <ac:spMkLst>
            <pc:docMk/>
            <pc:sldMk cId="473091987" sldId="282"/>
            <ac:spMk id="14" creationId="{BA909872-46F1-027F-FA8E-29715C49066A}"/>
          </ac:spMkLst>
        </pc:spChg>
        <pc:spChg chg="add del mod">
          <ac:chgData name="HECTOR JUNIOR MARTINEZ CERVANTES" userId="0b86bddd-61ba-40f6-b111-41933449d4ea" providerId="ADAL" clId="{32A1EE02-9AB5-4529-9438-881FBD4EF8D5}" dt="2022-10-20T22:26:23.129" v="3446" actId="20577"/>
          <ac:spMkLst>
            <pc:docMk/>
            <pc:sldMk cId="473091987" sldId="282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5:46.844" v="3040" actId="14100"/>
          <ac:spMkLst>
            <pc:docMk/>
            <pc:sldMk cId="473091987" sldId="282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1:28.305" v="4373"/>
          <ac:spMkLst>
            <pc:docMk/>
            <pc:sldMk cId="473091987" sldId="282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26.082" v="4399"/>
          <ac:spMkLst>
            <pc:docMk/>
            <pc:sldMk cId="473091987" sldId="282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1:22.321" v="4372"/>
          <ac:spMkLst>
            <pc:docMk/>
            <pc:sldMk cId="473091987" sldId="282"/>
            <ac:spMk id="45" creationId="{81A662A9-2256-FC73-07E2-3630570DEDD8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55:31.869" v="3037" actId="1076"/>
          <ac:picMkLst>
            <pc:docMk/>
            <pc:sldMk cId="473091987" sldId="282"/>
            <ac:picMk id="7" creationId="{E93BE111-00CB-2E5F-105D-11EF95C9AADD}"/>
          </ac:picMkLst>
        </pc:picChg>
        <pc:picChg chg="del">
          <ac:chgData name="HECTOR JUNIOR MARTINEZ CERVANTES" userId="0b86bddd-61ba-40f6-b111-41933449d4ea" providerId="ADAL" clId="{32A1EE02-9AB5-4529-9438-881FBD4EF8D5}" dt="2022-10-20T21:51:12.929" v="2903" actId="478"/>
          <ac:picMkLst>
            <pc:docMk/>
            <pc:sldMk cId="473091987" sldId="282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1:53:20.412" v="2980" actId="1076"/>
          <ac:cxnSpMkLst>
            <pc:docMk/>
            <pc:sldMk cId="473091987" sldId="282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54:21.196" v="3015" actId="1076"/>
          <ac:cxnSpMkLst>
            <pc:docMk/>
            <pc:sldMk cId="473091987" sldId="282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6:06.943" v="3439" actId="478"/>
          <ac:cxnSpMkLst>
            <pc:docMk/>
            <pc:sldMk cId="473091987" sldId="282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56:06.603" v="3044" actId="14100"/>
          <ac:cxnSpMkLst>
            <pc:docMk/>
            <pc:sldMk cId="473091987" sldId="282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1:56:00.373" v="3042" actId="14100"/>
          <ac:cxnSpMkLst>
            <pc:docMk/>
            <pc:sldMk cId="473091987" sldId="282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02:16.076" v="3149" actId="20577"/>
        <pc:sldMkLst>
          <pc:docMk/>
          <pc:sldMk cId="2245084749" sldId="283"/>
        </pc:sldMkLst>
        <pc:spChg chg="mod">
          <ac:chgData name="HECTOR JUNIOR MARTINEZ CERVANTES" userId="0b86bddd-61ba-40f6-b111-41933449d4ea" providerId="ADAL" clId="{32A1EE02-9AB5-4529-9438-881FBD4EF8D5}" dt="2022-10-20T21:59:35.860" v="3095" actId="14100"/>
          <ac:spMkLst>
            <pc:docMk/>
            <pc:sldMk cId="2245084749" sldId="283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59:04.003" v="3089" actId="14100"/>
          <ac:spMkLst>
            <pc:docMk/>
            <pc:sldMk cId="2245084749" sldId="283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0T21:57:33.983" v="3077" actId="571"/>
          <ac:spMkLst>
            <pc:docMk/>
            <pc:sldMk cId="2245084749" sldId="283"/>
            <ac:spMk id="6" creationId="{AFF7E6C8-3079-24DF-F550-5AA30A6A625E}"/>
          </ac:spMkLst>
        </pc:spChg>
        <pc:spChg chg="mod">
          <ac:chgData name="HECTOR JUNIOR MARTINEZ CERVANTES" userId="0b86bddd-61ba-40f6-b111-41933449d4ea" providerId="ADAL" clId="{32A1EE02-9AB5-4529-9438-881FBD4EF8D5}" dt="2022-10-20T22:00:47.892" v="3141" actId="1076"/>
          <ac:spMkLst>
            <pc:docMk/>
            <pc:sldMk cId="2245084749" sldId="283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59:13.740" v="3091" actId="1076"/>
          <ac:spMkLst>
            <pc:docMk/>
            <pc:sldMk cId="2245084749" sldId="283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9:19.044" v="3092" actId="14100"/>
          <ac:spMkLst>
            <pc:docMk/>
            <pc:sldMk cId="2245084749" sldId="283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2:02:16.076" v="3149" actId="20577"/>
          <ac:spMkLst>
            <pc:docMk/>
            <pc:sldMk cId="2245084749" sldId="283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0T22:00:51.249" v="3143" actId="571"/>
          <ac:spMkLst>
            <pc:docMk/>
            <pc:sldMk cId="2245084749" sldId="283"/>
            <ac:spMk id="34" creationId="{0140C314-6E15-90B3-D1FA-A7EBCCCB9EF3}"/>
          </ac:spMkLst>
        </pc:spChg>
        <pc:spChg chg="mod">
          <ac:chgData name="HECTOR JUNIOR MARTINEZ CERVANTES" userId="0b86bddd-61ba-40f6-b111-41933449d4ea" providerId="ADAL" clId="{32A1EE02-9AB5-4529-9438-881FBD4EF8D5}" dt="2022-10-20T22:00:54.885" v="3144" actId="1076"/>
          <ac:spMkLst>
            <pc:docMk/>
            <pc:sldMk cId="2245084749" sldId="283"/>
            <ac:spMk id="35" creationId="{D8920053-6A92-8C76-E46C-BE074DB0200E}"/>
          </ac:spMkLst>
        </pc:spChg>
        <pc:spChg chg="mod">
          <ac:chgData name="HECTOR JUNIOR MARTINEZ CERVANTES" userId="0b86bddd-61ba-40f6-b111-41933449d4ea" providerId="ADAL" clId="{32A1EE02-9AB5-4529-9438-881FBD4EF8D5}" dt="2022-10-20T21:59:22.588" v="3093" actId="1076"/>
          <ac:spMkLst>
            <pc:docMk/>
            <pc:sldMk cId="2245084749" sldId="283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1:59:26.539" v="3094" actId="1076"/>
          <ac:spMkLst>
            <pc:docMk/>
            <pc:sldMk cId="2245084749" sldId="283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00:42.577" v="3140" actId="1076"/>
          <ac:spMkLst>
            <pc:docMk/>
            <pc:sldMk cId="2245084749" sldId="283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0T21:57:47.059" v="3080" actId="1076"/>
          <ac:picMkLst>
            <pc:docMk/>
            <pc:sldMk cId="2245084749" sldId="283"/>
            <ac:picMk id="5" creationId="{21767E83-8693-380A-4D7A-BF0BE5273219}"/>
          </ac:picMkLst>
        </pc:picChg>
        <pc:picChg chg="del">
          <ac:chgData name="HECTOR JUNIOR MARTINEZ CERVANTES" userId="0b86bddd-61ba-40f6-b111-41933449d4ea" providerId="ADAL" clId="{32A1EE02-9AB5-4529-9438-881FBD4EF8D5}" dt="2022-10-20T21:57:28.157" v="3073" actId="478"/>
          <ac:picMkLst>
            <pc:docMk/>
            <pc:sldMk cId="2245084749" sldId="283"/>
            <ac:picMk id="7" creationId="{DCCAB270-AA2C-36DD-76EB-AE3476A0F779}"/>
          </ac:picMkLst>
        </pc:picChg>
        <pc:cxnChg chg="mod">
          <ac:chgData name="HECTOR JUNIOR MARTINEZ CERVANTES" userId="0b86bddd-61ba-40f6-b111-41933449d4ea" providerId="ADAL" clId="{32A1EE02-9AB5-4529-9438-881FBD4EF8D5}" dt="2022-10-20T22:00:47.892" v="3141" actId="1076"/>
          <ac:cxnSpMkLst>
            <pc:docMk/>
            <pc:sldMk cId="2245084749" sldId="283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00:06.747" v="3101" actId="14100"/>
          <ac:cxnSpMkLst>
            <pc:docMk/>
            <pc:sldMk cId="2245084749" sldId="283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00:04.268" v="3100" actId="14100"/>
          <ac:cxnSpMkLst>
            <pc:docMk/>
            <pc:sldMk cId="2245084749" sldId="283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03:04.638" v="3162" actId="20577"/>
        <pc:sldMkLst>
          <pc:docMk/>
          <pc:sldMk cId="1670131634" sldId="284"/>
        </pc:sldMkLst>
        <pc:spChg chg="mod">
          <ac:chgData name="HECTOR JUNIOR MARTINEZ CERVANTES" userId="0b86bddd-61ba-40f6-b111-41933449d4ea" providerId="ADAL" clId="{32A1EE02-9AB5-4529-9438-881FBD4EF8D5}" dt="2022-10-20T22:03:04.638" v="3162" actId="20577"/>
          <ac:spMkLst>
            <pc:docMk/>
            <pc:sldMk cId="1670131634" sldId="284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0T22:03:54.701" v="3248" actId="1038"/>
        <pc:sldMkLst>
          <pc:docMk/>
          <pc:sldMk cId="2610079762" sldId="285"/>
        </pc:sldMkLst>
        <pc:spChg chg="mod">
          <ac:chgData name="HECTOR JUNIOR MARTINEZ CERVANTES" userId="0b86bddd-61ba-40f6-b111-41933449d4ea" providerId="ADAL" clId="{32A1EE02-9AB5-4529-9438-881FBD4EF8D5}" dt="2022-10-20T22:03:52.876" v="3244" actId="1038"/>
          <ac:spMkLst>
            <pc:docMk/>
            <pc:sldMk cId="2610079762" sldId="285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2:03:54.701" v="3248" actId="1038"/>
          <ac:spMkLst>
            <pc:docMk/>
            <pc:sldMk cId="2610079762" sldId="285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2:03:12.988" v="3201" actId="1038"/>
          <ac:spMkLst>
            <pc:docMk/>
            <pc:sldMk cId="2610079762" sldId="285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2:03:35.534" v="3215" actId="20577"/>
          <ac:spMkLst>
            <pc:docMk/>
            <pc:sldMk cId="2610079762" sldId="285"/>
            <ac:spMk id="108" creationId="{00000000-0000-0000-0000-000000000000}"/>
          </ac:spMkLst>
        </pc:spChg>
        <pc:picChg chg="mod modCrop">
          <ac:chgData name="HECTOR JUNIOR MARTINEZ CERVANTES" userId="0b86bddd-61ba-40f6-b111-41933449d4ea" providerId="ADAL" clId="{32A1EE02-9AB5-4529-9438-881FBD4EF8D5}" dt="2022-10-20T22:03:42.955" v="3234" actId="1037"/>
          <ac:picMkLst>
            <pc:docMk/>
            <pc:sldMk cId="2610079762" sldId="285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2:03:42.955" v="3234" actId="1037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51.985" v="4401"/>
        <pc:sldMkLst>
          <pc:docMk/>
          <pc:sldMk cId="2719038856" sldId="286"/>
        </pc:sldMkLst>
        <pc:spChg chg="mod">
          <ac:chgData name="HECTOR JUNIOR MARTINEZ CERVANTES" userId="0b86bddd-61ba-40f6-b111-41933449d4ea" providerId="ADAL" clId="{32A1EE02-9AB5-4529-9438-881FBD4EF8D5}" dt="2022-10-20T22:23:12.461" v="3270" actId="1076"/>
          <ac:spMkLst>
            <pc:docMk/>
            <pc:sldMk cId="2719038856" sldId="28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51.985" v="4401"/>
          <ac:spMkLst>
            <pc:docMk/>
            <pc:sldMk cId="2719038856" sldId="286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1T13:41:56.232" v="3779" actId="20577"/>
          <ac:spMkLst>
            <pc:docMk/>
            <pc:sldMk cId="2719038856" sldId="286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2:23:27.734" v="3274" actId="14100"/>
          <ac:spMkLst>
            <pc:docMk/>
            <pc:sldMk cId="2719038856" sldId="28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2:25:20.327" v="3328" actId="1076"/>
          <ac:spMkLst>
            <pc:docMk/>
            <pc:sldMk cId="2719038856" sldId="28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26:29.257" v="3448" actId="20577"/>
          <ac:spMkLst>
            <pc:docMk/>
            <pc:sldMk cId="2719038856" sldId="28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22:36.166" v="3262" actId="14100"/>
          <ac:spMkLst>
            <pc:docMk/>
            <pc:sldMk cId="2719038856" sldId="28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2:04.759" v="4377"/>
          <ac:spMkLst>
            <pc:docMk/>
            <pc:sldMk cId="2719038856" sldId="286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45.077" v="4400"/>
          <ac:spMkLst>
            <pc:docMk/>
            <pc:sldMk cId="2719038856" sldId="286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2:09.807" v="4378"/>
          <ac:spMkLst>
            <pc:docMk/>
            <pc:sldMk cId="2719038856" sldId="286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0T22:04:11.568" v="3249" actId="478"/>
          <ac:picMkLst>
            <pc:docMk/>
            <pc:sldMk cId="2719038856" sldId="286"/>
            <ac:picMk id="7" creationId="{E93BE111-00CB-2E5F-105D-11EF95C9AADD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2:00.399" v="3254" actId="167"/>
          <ac:picMkLst>
            <pc:docMk/>
            <pc:sldMk cId="2719038856" sldId="286"/>
            <ac:picMk id="8" creationId="{E55775FA-9A25-98B0-1D2C-7C51A4986C81}"/>
          </ac:picMkLst>
        </pc:picChg>
        <pc:cxnChg chg="mod">
          <ac:chgData name="HECTOR JUNIOR MARTINEZ CERVANTES" userId="0b86bddd-61ba-40f6-b111-41933449d4ea" providerId="ADAL" clId="{32A1EE02-9AB5-4529-9438-881FBD4EF8D5}" dt="2022-10-20T22:23:31.678" v="3275" actId="1076"/>
          <ac:cxnSpMkLst>
            <pc:docMk/>
            <pc:sldMk cId="2719038856" sldId="28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2:25:24.647" v="3329" actId="14100"/>
          <ac:cxnSpMkLst>
            <pc:docMk/>
            <pc:sldMk cId="2719038856" sldId="28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5:41.816" v="3379" actId="20577"/>
          <ac:cxnSpMkLst>
            <pc:docMk/>
            <pc:sldMk cId="2719038856" sldId="28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22:47.869" v="3265" actId="1076"/>
          <ac:cxnSpMkLst>
            <pc:docMk/>
            <pc:sldMk cId="2719038856" sldId="286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2:23:00.285" v="3268" actId="1076"/>
          <ac:cxnSpMkLst>
            <pc:docMk/>
            <pc:sldMk cId="2719038856" sldId="286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30:55.387" v="3497" actId="14100"/>
        <pc:sldMkLst>
          <pc:docMk/>
          <pc:sldMk cId="2332648731" sldId="287"/>
        </pc:sldMkLst>
        <pc:spChg chg="mod">
          <ac:chgData name="HECTOR JUNIOR MARTINEZ CERVANTES" userId="0b86bddd-61ba-40f6-b111-41933449d4ea" providerId="ADAL" clId="{32A1EE02-9AB5-4529-9438-881FBD4EF8D5}" dt="2022-10-20T22:29:58.026" v="3481" actId="14100"/>
          <ac:spMkLst>
            <pc:docMk/>
            <pc:sldMk cId="2332648731" sldId="28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2:30:19.951" v="3486" actId="478"/>
          <ac:spMkLst>
            <pc:docMk/>
            <pc:sldMk cId="2332648731" sldId="287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0T22:29:12.618" v="3479" actId="1076"/>
          <ac:spMkLst>
            <pc:docMk/>
            <pc:sldMk cId="2332648731" sldId="287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30:31.244" v="3490" actId="1076"/>
          <ac:spMkLst>
            <pc:docMk/>
            <pc:sldMk cId="2332648731" sldId="287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30:45.139" v="3495" actId="14100"/>
          <ac:spMkLst>
            <pc:docMk/>
            <pc:sldMk cId="2332648731" sldId="28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2:30:14.972" v="3484" actId="478"/>
          <ac:spMkLst>
            <pc:docMk/>
            <pc:sldMk cId="2332648731" sldId="287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0T22:30:05.722" v="3482" actId="1076"/>
          <ac:spMkLst>
            <pc:docMk/>
            <pc:sldMk cId="2332648731" sldId="287"/>
            <ac:spMk id="35" creationId="{D8920053-6A92-8C76-E46C-BE074DB0200E}"/>
          </ac:spMkLst>
        </pc:spChg>
        <pc:spChg chg="del">
          <ac:chgData name="HECTOR JUNIOR MARTINEZ CERVANTES" userId="0b86bddd-61ba-40f6-b111-41933449d4ea" providerId="ADAL" clId="{32A1EE02-9AB5-4529-9438-881FBD4EF8D5}" dt="2022-10-20T22:30:08.926" v="3483" actId="478"/>
          <ac:spMkLst>
            <pc:docMk/>
            <pc:sldMk cId="2332648731" sldId="287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2:30:25.755" v="3489" actId="20577"/>
          <ac:spMkLst>
            <pc:docMk/>
            <pc:sldMk cId="2332648731" sldId="287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27:46.348" v="3471" actId="20577"/>
          <ac:spMkLst>
            <pc:docMk/>
            <pc:sldMk cId="2332648731" sldId="287"/>
            <ac:spMk id="39" creationId="{D469679C-DD1C-12A5-AE4B-E0D6F9BB0925}"/>
          </ac:spMkLst>
        </pc:spChg>
        <pc:picChg chg="del">
          <ac:chgData name="HECTOR JUNIOR MARTINEZ CERVANTES" userId="0b86bddd-61ba-40f6-b111-41933449d4ea" providerId="ADAL" clId="{32A1EE02-9AB5-4529-9438-881FBD4EF8D5}" dt="2022-10-20T22:27:05.051" v="3449" actId="478"/>
          <ac:picMkLst>
            <pc:docMk/>
            <pc:sldMk cId="2332648731" sldId="287"/>
            <ac:picMk id="5" creationId="{21767E83-8693-380A-4D7A-BF0BE5273219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7:40.416" v="3458" actId="14100"/>
          <ac:picMkLst>
            <pc:docMk/>
            <pc:sldMk cId="2332648731" sldId="287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0T22:29:58.026" v="3481" actId="14100"/>
          <ac:cxnSpMkLst>
            <pc:docMk/>
            <pc:sldMk cId="2332648731" sldId="287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30:55.387" v="3497" actId="14100"/>
          <ac:cxnSpMkLst>
            <pc:docMk/>
            <pc:sldMk cId="2332648731" sldId="28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2:30:17.613" v="3485" actId="478"/>
          <ac:cxnSpMkLst>
            <pc:docMk/>
            <pc:sldMk cId="2332648731" sldId="287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32:17.483" v="3511" actId="20577"/>
        <pc:sldMkLst>
          <pc:docMk/>
          <pc:sldMk cId="1784972743" sldId="288"/>
        </pc:sldMkLst>
        <pc:spChg chg="mod">
          <ac:chgData name="HECTOR JUNIOR MARTINEZ CERVANTES" userId="0b86bddd-61ba-40f6-b111-41933449d4ea" providerId="ADAL" clId="{32A1EE02-9AB5-4529-9438-881FBD4EF8D5}" dt="2022-10-20T22:32:17.483" v="3511" actId="20577"/>
          <ac:spMkLst>
            <pc:docMk/>
            <pc:sldMk cId="1784972743" sldId="288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20:44:06.687" v="5001" actId="20577"/>
        <pc:sldMkLst>
          <pc:docMk/>
          <pc:sldMk cId="579257123" sldId="290"/>
        </pc:sldMkLst>
        <pc:spChg chg="mod">
          <ac:chgData name="HECTOR JUNIOR MARTINEZ CERVANTES" userId="0b86bddd-61ba-40f6-b111-41933449d4ea" providerId="ADAL" clId="{32A1EE02-9AB5-4529-9438-881FBD4EF8D5}" dt="2022-10-21T19:53:51.385" v="4488" actId="14100"/>
          <ac:spMkLst>
            <pc:docMk/>
            <pc:sldMk cId="579257123" sldId="290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9:53:55.273" v="4489" actId="14100"/>
          <ac:spMkLst>
            <pc:docMk/>
            <pc:sldMk cId="579257123" sldId="290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9:54:27.533" v="4497" actId="1076"/>
          <ac:spMkLst>
            <pc:docMk/>
            <pc:sldMk cId="579257123" sldId="290"/>
            <ac:spMk id="4" creationId="{1D8EE279-7638-CBDE-A760-225AED3D49AB}"/>
          </ac:spMkLst>
        </pc:spChg>
        <pc:spChg chg="del mod">
          <ac:chgData name="HECTOR JUNIOR MARTINEZ CERVANTES" userId="0b86bddd-61ba-40f6-b111-41933449d4ea" providerId="ADAL" clId="{32A1EE02-9AB5-4529-9438-881FBD4EF8D5}" dt="2022-10-21T19:56:23.252" v="4545" actId="478"/>
          <ac:spMkLst>
            <pc:docMk/>
            <pc:sldMk cId="579257123" sldId="290"/>
            <ac:spMk id="5" creationId="{62D7204A-EB50-502B-140F-F825959B30A8}"/>
          </ac:spMkLst>
        </pc:spChg>
        <pc:spChg chg="del mod">
          <ac:chgData name="HECTOR JUNIOR MARTINEZ CERVANTES" userId="0b86bddd-61ba-40f6-b111-41933449d4ea" providerId="ADAL" clId="{32A1EE02-9AB5-4529-9438-881FBD4EF8D5}" dt="2022-10-21T19:56:22.454" v="4544" actId="478"/>
          <ac:spMkLst>
            <pc:docMk/>
            <pc:sldMk cId="579257123" sldId="290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9:55:04.974" v="4543" actId="20577"/>
          <ac:spMkLst>
            <pc:docMk/>
            <pc:sldMk cId="579257123" sldId="290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44:06.687" v="5001" actId="20577"/>
          <ac:spMkLst>
            <pc:docMk/>
            <pc:sldMk cId="579257123" sldId="290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9:57:50.011" v="4589" actId="14100"/>
          <ac:spMkLst>
            <pc:docMk/>
            <pc:sldMk cId="579257123" sldId="290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9:54:22.162" v="4495" actId="1076"/>
          <ac:spMkLst>
            <pc:docMk/>
            <pc:sldMk cId="579257123" sldId="290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9:54:13.290" v="4493" actId="1076"/>
          <ac:spMkLst>
            <pc:docMk/>
            <pc:sldMk cId="579257123" sldId="290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9:58:06.669" v="4592" actId="1076"/>
          <ac:spMkLst>
            <pc:docMk/>
            <pc:sldMk cId="579257123" sldId="290"/>
            <ac:spMk id="45" creationId="{81A662A9-2256-FC73-07E2-3630570DEDD8}"/>
          </ac:spMkLst>
        </pc:spChg>
        <pc:picChg chg="del mod">
          <ac:chgData name="HECTOR JUNIOR MARTINEZ CERVANTES" userId="0b86bddd-61ba-40f6-b111-41933449d4ea" providerId="ADAL" clId="{32A1EE02-9AB5-4529-9438-881FBD4EF8D5}" dt="2022-10-21T19:53:07.192" v="4424" actId="478"/>
          <ac:picMkLst>
            <pc:docMk/>
            <pc:sldMk cId="579257123" sldId="290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9:53:43.742" v="4486" actId="1037"/>
          <ac:picMkLst>
            <pc:docMk/>
            <pc:sldMk cId="579257123" sldId="290"/>
            <ac:picMk id="9" creationId="{71B3578B-E847-7973-0DFD-B3249015EC78}"/>
          </ac:picMkLst>
        </pc:picChg>
        <pc:cxnChg chg="del mod">
          <ac:chgData name="HECTOR JUNIOR MARTINEZ CERVANTES" userId="0b86bddd-61ba-40f6-b111-41933449d4ea" providerId="ADAL" clId="{32A1EE02-9AB5-4529-9438-881FBD4EF8D5}" dt="2022-10-21T19:56:24.325" v="4546" actId="478"/>
          <ac:cxnSpMkLst>
            <pc:docMk/>
            <pc:sldMk cId="579257123" sldId="290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9:55:02.768" v="4537" actId="20577"/>
          <ac:cxnSpMkLst>
            <pc:docMk/>
            <pc:sldMk cId="579257123" sldId="290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44:04.819" v="4990" actId="20577"/>
          <ac:cxnSpMkLst>
            <pc:docMk/>
            <pc:sldMk cId="579257123" sldId="290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9:54:22.162" v="4495" actId="1076"/>
          <ac:cxnSpMkLst>
            <pc:docMk/>
            <pc:sldMk cId="579257123" sldId="290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1T19:58:06.669" v="4592" actId="1076"/>
          <ac:cxnSpMkLst>
            <pc:docMk/>
            <pc:sldMk cId="579257123" sldId="290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20:43:57.505" v="4984" actId="20577"/>
        <pc:sldMkLst>
          <pc:docMk/>
          <pc:sldMk cId="1640765949" sldId="291"/>
        </pc:sldMkLst>
        <pc:spChg chg="mod">
          <ac:chgData name="HECTOR JUNIOR MARTINEZ CERVANTES" userId="0b86bddd-61ba-40f6-b111-41933449d4ea" providerId="ADAL" clId="{32A1EE02-9AB5-4529-9438-881FBD4EF8D5}" dt="2022-10-21T20:03:53.857" v="4624" actId="14100"/>
          <ac:spMkLst>
            <pc:docMk/>
            <pc:sldMk cId="1640765949" sldId="291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20:43:57.505" v="4984" actId="20577"/>
          <ac:spMkLst>
            <pc:docMk/>
            <pc:sldMk cId="1640765949" sldId="291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07:29.001" v="4688" actId="1076"/>
          <ac:spMkLst>
            <pc:docMk/>
            <pc:sldMk cId="1640765949" sldId="291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20:08:48.308" v="4695" actId="14100"/>
          <ac:spMkLst>
            <pc:docMk/>
            <pc:sldMk cId="1640765949" sldId="291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20:23:40.284" v="4867" actId="207"/>
          <ac:spMkLst>
            <pc:docMk/>
            <pc:sldMk cId="1640765949" sldId="291"/>
            <ac:spMk id="31" creationId="{52E6208C-C8C8-0BBF-B208-58FCD409DAAB}"/>
          </ac:spMkLst>
        </pc:spChg>
        <pc:spChg chg="add mod">
          <ac:chgData name="HECTOR JUNIOR MARTINEZ CERVANTES" userId="0b86bddd-61ba-40f6-b111-41933449d4ea" providerId="ADAL" clId="{32A1EE02-9AB5-4529-9438-881FBD4EF8D5}" dt="2022-10-21T20:09:04.325" v="4698" actId="207"/>
          <ac:spMkLst>
            <pc:docMk/>
            <pc:sldMk cId="1640765949" sldId="291"/>
            <ac:spMk id="32" creationId="{EC0A807C-C24C-90D5-9D10-DFD30FE315DC}"/>
          </ac:spMkLst>
        </pc:spChg>
        <pc:spChg chg="add del mod">
          <ac:chgData name="HECTOR JUNIOR MARTINEZ CERVANTES" userId="0b86bddd-61ba-40f6-b111-41933449d4ea" providerId="ADAL" clId="{32A1EE02-9AB5-4529-9438-881FBD4EF8D5}" dt="2022-10-21T20:11:13.152" v="4823" actId="478"/>
          <ac:spMkLst>
            <pc:docMk/>
            <pc:sldMk cId="1640765949" sldId="291"/>
            <ac:spMk id="34" creationId="{56C481A1-7846-F31E-EC8E-F98E04DE0373}"/>
          </ac:spMkLst>
        </pc:spChg>
        <pc:spChg chg="del">
          <ac:chgData name="HECTOR JUNIOR MARTINEZ CERVANTES" userId="0b86bddd-61ba-40f6-b111-41933449d4ea" providerId="ADAL" clId="{32A1EE02-9AB5-4529-9438-881FBD4EF8D5}" dt="2022-10-21T20:11:11.156" v="4821" actId="478"/>
          <ac:spMkLst>
            <pc:docMk/>
            <pc:sldMk cId="1640765949" sldId="291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11:12.176" v="4822" actId="478"/>
          <ac:spMkLst>
            <pc:docMk/>
            <pc:sldMk cId="1640765949" sldId="291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02:59.926" v="4619" actId="14100"/>
          <ac:spMkLst>
            <pc:docMk/>
            <pc:sldMk cId="1640765949" sldId="291"/>
            <ac:spMk id="39" creationId="{D469679C-DD1C-12A5-AE4B-E0D6F9BB0925}"/>
          </ac:spMkLst>
        </pc:spChg>
        <pc:spChg chg="add mod">
          <ac:chgData name="HECTOR JUNIOR MARTINEZ CERVANTES" userId="0b86bddd-61ba-40f6-b111-41933449d4ea" providerId="ADAL" clId="{32A1EE02-9AB5-4529-9438-881FBD4EF8D5}" dt="2022-10-21T20:25:51.812" v="4936" actId="1076"/>
          <ac:spMkLst>
            <pc:docMk/>
            <pc:sldMk cId="1640765949" sldId="291"/>
            <ac:spMk id="52" creationId="{F0D525B4-66F2-C9F1-1123-462015412846}"/>
          </ac:spMkLst>
        </pc:spChg>
        <pc:spChg chg="add mod">
          <ac:chgData name="HECTOR JUNIOR MARTINEZ CERVANTES" userId="0b86bddd-61ba-40f6-b111-41933449d4ea" providerId="ADAL" clId="{32A1EE02-9AB5-4529-9438-881FBD4EF8D5}" dt="2022-10-21T20:25:13.420" v="4880" actId="692"/>
          <ac:spMkLst>
            <pc:docMk/>
            <pc:sldMk cId="1640765949" sldId="291"/>
            <ac:spMk id="53" creationId="{FADF12A6-0072-F01C-4C3F-5F40234C6E12}"/>
          </ac:spMkLst>
        </pc:spChg>
        <pc:spChg chg="add mod">
          <ac:chgData name="HECTOR JUNIOR MARTINEZ CERVANTES" userId="0b86bddd-61ba-40f6-b111-41933449d4ea" providerId="ADAL" clId="{32A1EE02-9AB5-4529-9438-881FBD4EF8D5}" dt="2022-10-21T20:28:11.269" v="4983" actId="1076"/>
          <ac:spMkLst>
            <pc:docMk/>
            <pc:sldMk cId="1640765949" sldId="291"/>
            <ac:spMk id="64" creationId="{009CBD2A-8AA5-CF33-C713-67B651D4A3F6}"/>
          </ac:spMkLst>
        </pc:spChg>
        <pc:spChg chg="add mod">
          <ac:chgData name="HECTOR JUNIOR MARTINEZ CERVANTES" userId="0b86bddd-61ba-40f6-b111-41933449d4ea" providerId="ADAL" clId="{32A1EE02-9AB5-4529-9438-881FBD4EF8D5}" dt="2022-10-21T20:27:11.245" v="4941" actId="207"/>
          <ac:spMkLst>
            <pc:docMk/>
            <pc:sldMk cId="1640765949" sldId="291"/>
            <ac:spMk id="65" creationId="{82B535DA-EC03-CE9B-DD63-6B97E47A41A8}"/>
          </ac:spMkLst>
        </pc:spChg>
        <pc:picChg chg="add mod ord">
          <ac:chgData name="HECTOR JUNIOR MARTINEZ CERVANTES" userId="0b86bddd-61ba-40f6-b111-41933449d4ea" providerId="ADAL" clId="{32A1EE02-9AB5-4529-9438-881FBD4EF8D5}" dt="2022-10-21T20:03:27.920" v="4622" actId="1076"/>
          <ac:picMkLst>
            <pc:docMk/>
            <pc:sldMk cId="1640765949" sldId="291"/>
            <ac:picMk id="4" creationId="{897F8D49-B9AA-EC01-B5A7-086A42BCDEEB}"/>
          </ac:picMkLst>
        </pc:picChg>
        <pc:picChg chg="del">
          <ac:chgData name="HECTOR JUNIOR MARTINEZ CERVANTES" userId="0b86bddd-61ba-40f6-b111-41933449d4ea" providerId="ADAL" clId="{32A1EE02-9AB5-4529-9438-881FBD4EF8D5}" dt="2022-10-21T19:58:48.962" v="4593" actId="478"/>
          <ac:picMkLst>
            <pc:docMk/>
            <pc:sldMk cId="1640765949" sldId="291"/>
            <ac:picMk id="6" creationId="{D12849A7-808A-A865-CF30-5C7DE2A5CDF3}"/>
          </ac:picMkLst>
        </pc:picChg>
        <pc:picChg chg="add mod ord">
          <ac:chgData name="HECTOR JUNIOR MARTINEZ CERVANTES" userId="0b86bddd-61ba-40f6-b111-41933449d4ea" providerId="ADAL" clId="{32A1EE02-9AB5-4529-9438-881FBD4EF8D5}" dt="2022-10-21T20:27:47.807" v="4949" actId="1076"/>
          <ac:picMkLst>
            <pc:docMk/>
            <pc:sldMk cId="1640765949" sldId="291"/>
            <ac:picMk id="15" creationId="{8701F7DC-FD5A-FEE7-BC18-10ACFC2F9D13}"/>
          </ac:picMkLst>
        </pc:picChg>
        <pc:picChg chg="add mod">
          <ac:chgData name="HECTOR JUNIOR MARTINEZ CERVANTES" userId="0b86bddd-61ba-40f6-b111-41933449d4ea" providerId="ADAL" clId="{32A1EE02-9AB5-4529-9438-881FBD4EF8D5}" dt="2022-10-21T20:22:44.110" v="4859" actId="571"/>
          <ac:picMkLst>
            <pc:docMk/>
            <pc:sldMk cId="1640765949" sldId="291"/>
            <ac:picMk id="55" creationId="{F93296F4-8190-ACE6-3ECE-2B86A236B180}"/>
          </ac:picMkLst>
        </pc:picChg>
        <pc:cxnChg chg="mod">
          <ac:chgData name="HECTOR JUNIOR MARTINEZ CERVANTES" userId="0b86bddd-61ba-40f6-b111-41933449d4ea" providerId="ADAL" clId="{32A1EE02-9AB5-4529-9438-881FBD4EF8D5}" dt="2022-10-21T20:16:41.478" v="4855" actId="1076"/>
          <ac:cxnSpMkLst>
            <pc:docMk/>
            <pc:sldMk cId="1640765949" sldId="291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08:48.308" v="4695" actId="14100"/>
          <ac:cxnSpMkLst>
            <pc:docMk/>
            <pc:sldMk cId="1640765949" sldId="291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0:16:34.150" v="4854" actId="1037"/>
          <ac:cxnSpMkLst>
            <pc:docMk/>
            <pc:sldMk cId="1640765949" sldId="291"/>
            <ac:cxnSpMk id="33" creationId="{38A8E161-F1D3-43FE-DC36-675223683A99}"/>
          </ac:cxnSpMkLst>
        </pc:cxnChg>
        <pc:cxnChg chg="add mod">
          <ac:chgData name="HECTOR JUNIOR MARTINEZ CERVANTES" userId="0b86bddd-61ba-40f6-b111-41933449d4ea" providerId="ADAL" clId="{32A1EE02-9AB5-4529-9438-881FBD4EF8D5}" dt="2022-10-21T20:25:51.812" v="4936" actId="1076"/>
          <ac:cxnSpMkLst>
            <pc:docMk/>
            <pc:sldMk cId="1640765949" sldId="291"/>
            <ac:cxnSpMk id="54" creationId="{3CCC930C-CDA5-A88F-22D7-4C4B36B410EC}"/>
          </ac:cxnSpMkLst>
        </pc:cxnChg>
        <pc:cxnChg chg="add mod">
          <ac:chgData name="HECTOR JUNIOR MARTINEZ CERVANTES" userId="0b86bddd-61ba-40f6-b111-41933449d4ea" providerId="ADAL" clId="{32A1EE02-9AB5-4529-9438-881FBD4EF8D5}" dt="2022-10-21T20:28:11.269" v="4983" actId="1076"/>
          <ac:cxnSpMkLst>
            <pc:docMk/>
            <pc:sldMk cId="1640765949" sldId="291"/>
            <ac:cxnSpMk id="66" creationId="{C8D20E95-69BC-B01B-8781-A432F2AE6C7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1T13:30:37.618" v="3526" actId="20577"/>
        <pc:sldMkLst>
          <pc:docMk/>
          <pc:sldMk cId="3462632189" sldId="292"/>
        </pc:sldMkLst>
        <pc:spChg chg="mod">
          <ac:chgData name="HECTOR JUNIOR MARTINEZ CERVANTES" userId="0b86bddd-61ba-40f6-b111-41933449d4ea" providerId="ADAL" clId="{32A1EE02-9AB5-4529-9438-881FBD4EF8D5}" dt="2022-10-21T13:30:37.618" v="3526" actId="20577"/>
          <ac:spMkLst>
            <pc:docMk/>
            <pc:sldMk cId="3462632189" sldId="292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1T13:55:58.470" v="3946" actId="1035"/>
        <pc:sldMkLst>
          <pc:docMk/>
          <pc:sldMk cId="2972516990" sldId="293"/>
        </pc:sldMkLst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1T13:31:15.281" v="3533" actId="1076"/>
          <ac:spMkLst>
            <pc:docMk/>
            <pc:sldMk cId="2972516990" sldId="293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1T13:31:34.033" v="3551" actId="20577"/>
          <ac:spMkLst>
            <pc:docMk/>
            <pc:sldMk cId="2972516990" sldId="293"/>
            <ac:spMk id="108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1T13:31:07.163" v="3532" actId="1076"/>
          <ac:picMkLst>
            <pc:docMk/>
            <pc:sldMk cId="2972516990" sldId="293"/>
            <ac:picMk id="6" creationId="{E1DA483E-EDAF-D968-6E73-6F60E68DA4BF}"/>
          </ac:picMkLst>
        </pc:picChg>
        <pc:picChg chg="mod modCrop">
          <ac:chgData name="HECTOR JUNIOR MARTINEZ CERVANTES" userId="0b86bddd-61ba-40f6-b111-41933449d4ea" providerId="ADAL" clId="{32A1EE02-9AB5-4529-9438-881FBD4EF8D5}" dt="2022-10-21T13:55:49.575" v="3931" actId="18131"/>
          <ac:picMkLst>
            <pc:docMk/>
            <pc:sldMk cId="2972516990" sldId="293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1T13:55:49.575" v="3931" actId="18131"/>
          <ac:cxnSpMkLst>
            <pc:docMk/>
            <pc:sldMk cId="2972516990" sldId="293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3:30.649" v="4395"/>
        <pc:sldMkLst>
          <pc:docMk/>
          <pc:sldMk cId="595058027" sldId="294"/>
        </pc:sldMkLst>
        <pc:spChg chg="mod">
          <ac:chgData name="HECTOR JUNIOR MARTINEZ CERVANTES" userId="0b86bddd-61ba-40f6-b111-41933449d4ea" providerId="ADAL" clId="{32A1EE02-9AB5-4529-9438-881FBD4EF8D5}" dt="2022-10-21T14:13:23.551" v="4394"/>
          <ac:spMkLst>
            <pc:docMk/>
            <pc:sldMk cId="595058027" sldId="294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41:16.913" v="3721" actId="1076"/>
          <ac:spMkLst>
            <pc:docMk/>
            <pc:sldMk cId="595058027" sldId="294"/>
            <ac:spMk id="4" creationId="{C9AF231F-E4F4-7254-77D9-EAED328F85DB}"/>
          </ac:spMkLst>
        </pc:spChg>
        <pc:spChg chg="mod">
          <ac:chgData name="HECTOR JUNIOR MARTINEZ CERVANTES" userId="0b86bddd-61ba-40f6-b111-41933449d4ea" providerId="ADAL" clId="{32A1EE02-9AB5-4529-9438-881FBD4EF8D5}" dt="2022-10-21T13:56:18.447" v="3947"/>
          <ac:spMkLst>
            <pc:docMk/>
            <pc:sldMk cId="595058027" sldId="294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1T13:41:12.792" v="3719" actId="1076"/>
          <ac:spMkLst>
            <pc:docMk/>
            <pc:sldMk cId="595058027" sldId="294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3:41:08.751" v="3718" actId="1076"/>
          <ac:spMkLst>
            <pc:docMk/>
            <pc:sldMk cId="595058027" sldId="294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13:41:37.468" v="3767" actId="14100"/>
          <ac:spMkLst>
            <pc:docMk/>
            <pc:sldMk cId="595058027" sldId="294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39:52.956" v="3656" actId="14100"/>
          <ac:spMkLst>
            <pc:docMk/>
            <pc:sldMk cId="595058027" sldId="294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3:14.438" v="4393"/>
          <ac:spMkLst>
            <pc:docMk/>
            <pc:sldMk cId="595058027" sldId="294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3:30.649" v="4395"/>
          <ac:spMkLst>
            <pc:docMk/>
            <pc:sldMk cId="595058027" sldId="294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3:06.347" v="4392"/>
          <ac:spMkLst>
            <pc:docMk/>
            <pc:sldMk cId="595058027" sldId="294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1T13:35:45.121" v="3650" actId="478"/>
          <ac:picMkLst>
            <pc:docMk/>
            <pc:sldMk cId="595058027" sldId="294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3:36:04.142" v="3654" actId="167"/>
          <ac:picMkLst>
            <pc:docMk/>
            <pc:sldMk cId="595058027" sldId="294"/>
            <ac:picMk id="9" creationId="{B27CDE71-8E5C-FC54-E6CD-37D168136E02}"/>
          </ac:picMkLst>
        </pc:picChg>
        <pc:cxnChg chg="mod">
          <ac:chgData name="HECTOR JUNIOR MARTINEZ CERVANTES" userId="0b86bddd-61ba-40f6-b111-41933449d4ea" providerId="ADAL" clId="{32A1EE02-9AB5-4529-9438-881FBD4EF8D5}" dt="2022-10-21T13:41:24.139" v="3737" actId="20577"/>
          <ac:cxnSpMkLst>
            <pc:docMk/>
            <pc:sldMk cId="595058027" sldId="294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3:41:08.751" v="3718" actId="1076"/>
          <ac:cxnSpMkLst>
            <pc:docMk/>
            <pc:sldMk cId="595058027" sldId="294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41:37.468" v="3767" actId="14100"/>
          <ac:cxnSpMkLst>
            <pc:docMk/>
            <pc:sldMk cId="595058027" sldId="294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3:40:10.325" v="3657" actId="1076"/>
          <ac:cxnSpMkLst>
            <pc:docMk/>
            <pc:sldMk cId="595058027" sldId="294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3:57:08.641" v="3997" actId="20577"/>
        <pc:sldMkLst>
          <pc:docMk/>
          <pc:sldMk cId="403887923" sldId="295"/>
        </pc:sldMkLst>
        <pc:spChg chg="mod">
          <ac:chgData name="HECTOR JUNIOR MARTINEZ CERVANTES" userId="0b86bddd-61ba-40f6-b111-41933449d4ea" providerId="ADAL" clId="{32A1EE02-9AB5-4529-9438-881FBD4EF8D5}" dt="2022-10-21T13:56:33.356" v="3949" actId="14100"/>
          <ac:spMkLst>
            <pc:docMk/>
            <pc:sldMk cId="403887923" sldId="29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3:57:08.641" v="3997" actId="20577"/>
          <ac:spMkLst>
            <pc:docMk/>
            <pc:sldMk cId="403887923" sldId="295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56:44.746" v="3952" actId="14100"/>
          <ac:spMkLst>
            <pc:docMk/>
            <pc:sldMk cId="403887923" sldId="295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3:56:57.986" v="3992" actId="20577"/>
          <ac:spMkLst>
            <pc:docMk/>
            <pc:sldMk cId="403887923" sldId="295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1T13:56:36.822" v="3950" actId="167"/>
          <ac:picMkLst>
            <pc:docMk/>
            <pc:sldMk cId="403887923" sldId="295"/>
            <ac:picMk id="4" creationId="{FCDB4836-8415-6544-588D-AF86A4EEA4F9}"/>
          </ac:picMkLst>
        </pc:picChg>
        <pc:picChg chg="del">
          <ac:chgData name="HECTOR JUNIOR MARTINEZ CERVANTES" userId="0b86bddd-61ba-40f6-b111-41933449d4ea" providerId="ADAL" clId="{32A1EE02-9AB5-4529-9438-881FBD4EF8D5}" dt="2022-10-21T13:55:03.545" v="3925" actId="478"/>
          <ac:picMkLst>
            <pc:docMk/>
            <pc:sldMk cId="403887923" sldId="295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1T13:56:33.356" v="3949" actId="14100"/>
          <ac:cxnSpMkLst>
            <pc:docMk/>
            <pc:sldMk cId="403887923" sldId="295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56:44.746" v="3952" actId="14100"/>
          <ac:cxnSpMkLst>
            <pc:docMk/>
            <pc:sldMk cId="403887923" sldId="295"/>
            <ac:cxnSpMk id="22" creationId="{59660F0B-84B3-3AF3-95EB-BDB49A4FF8C2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1T20:47:26.501" v="5023" actId="14100"/>
        <pc:sldMkLst>
          <pc:docMk/>
          <pc:sldMk cId="2573929723" sldId="296"/>
        </pc:sldMkLst>
        <pc:spChg chg="mod">
          <ac:chgData name="HECTOR JUNIOR MARTINEZ CERVANTES" userId="0b86bddd-61ba-40f6-b111-41933449d4ea" providerId="ADAL" clId="{32A1EE02-9AB5-4529-9438-881FBD4EF8D5}" dt="2022-10-21T14:07:21.242" v="4340" actId="1035"/>
          <ac:spMkLst>
            <pc:docMk/>
            <pc:sldMk cId="2573929723" sldId="29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08:08.705" v="4352" actId="1076"/>
          <ac:spMkLst>
            <pc:docMk/>
            <pc:sldMk cId="2573929723" sldId="296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1T14:07:57.024" v="4348" actId="1076"/>
          <ac:spMkLst>
            <pc:docMk/>
            <pc:sldMk cId="2573929723" sldId="296"/>
            <ac:spMk id="17" creationId="{0A356DD0-CE38-E593-5F30-188F7BC4498C}"/>
          </ac:spMkLst>
        </pc:spChg>
        <pc:spChg chg="del mod">
          <ac:chgData name="HECTOR JUNIOR MARTINEZ CERVANTES" userId="0b86bddd-61ba-40f6-b111-41933449d4ea" providerId="ADAL" clId="{32A1EE02-9AB5-4529-9438-881FBD4EF8D5}" dt="2022-10-21T14:09:33.949" v="4367" actId="478"/>
          <ac:spMkLst>
            <pc:docMk/>
            <pc:sldMk cId="2573929723" sldId="296"/>
            <ac:spMk id="19" creationId="{451D45B1-EB8B-F4B8-C94B-797209757857}"/>
          </ac:spMkLst>
        </pc:spChg>
        <pc:spChg chg="del mod">
          <ac:chgData name="HECTOR JUNIOR MARTINEZ CERVANTES" userId="0b86bddd-61ba-40f6-b111-41933449d4ea" providerId="ADAL" clId="{32A1EE02-9AB5-4529-9438-881FBD4EF8D5}" dt="2022-10-21T14:09:27.271" v="4364" actId="478"/>
          <ac:spMkLst>
            <pc:docMk/>
            <pc:sldMk cId="2573929723" sldId="29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08:05.265" v="4351" actId="1076"/>
          <ac:spMkLst>
            <pc:docMk/>
            <pc:sldMk cId="2573929723" sldId="296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14:09:31.421" v="4366" actId="478"/>
          <ac:spMkLst>
            <pc:docMk/>
            <pc:sldMk cId="2573929723" sldId="296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46:29.204" v="5016" actId="20577"/>
          <ac:spMkLst>
            <pc:docMk/>
            <pc:sldMk cId="2573929723" sldId="296"/>
            <ac:spMk id="39" creationId="{D469679C-DD1C-12A5-AE4B-E0D6F9BB0925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1T14:07:42.048" v="4346" actId="1076"/>
          <ac:picMkLst>
            <pc:docMk/>
            <pc:sldMk cId="2573929723" sldId="296"/>
            <ac:picMk id="3" creationId="{AE9756A0-CBEE-E2A9-9E7F-D672DC0E9F2D}"/>
          </ac:picMkLst>
        </pc:picChg>
        <pc:picChg chg="del">
          <ac:chgData name="HECTOR JUNIOR MARTINEZ CERVANTES" userId="0b86bddd-61ba-40f6-b111-41933449d4ea" providerId="ADAL" clId="{32A1EE02-9AB5-4529-9438-881FBD4EF8D5}" dt="2022-10-21T14:02:08.821" v="4074" actId="478"/>
          <ac:picMkLst>
            <pc:docMk/>
            <pc:sldMk cId="2573929723" sldId="296"/>
            <ac:picMk id="4" creationId="{FCDB4836-8415-6544-588D-AF86A4EEA4F9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1T14:07:21.242" v="4340" actId="1035"/>
          <ac:picMkLst>
            <pc:docMk/>
            <pc:sldMk cId="2573929723" sldId="296"/>
            <ac:picMk id="9" creationId="{745D9667-2EA9-9666-0FEB-B8FD1FAB7CBF}"/>
          </ac:picMkLst>
        </pc:picChg>
        <pc:picChg chg="add del mod">
          <ac:chgData name="HECTOR JUNIOR MARTINEZ CERVANTES" userId="0b86bddd-61ba-40f6-b111-41933449d4ea" providerId="ADAL" clId="{32A1EE02-9AB5-4529-9438-881FBD4EF8D5}" dt="2022-10-21T20:46:56.709" v="5017" actId="478"/>
          <ac:picMkLst>
            <pc:docMk/>
            <pc:sldMk cId="2573929723" sldId="296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47:22.822" v="5022" actId="1440"/>
          <ac:picMkLst>
            <pc:docMk/>
            <pc:sldMk cId="2573929723" sldId="296"/>
            <ac:picMk id="46" creationId="{292E31D1-FD89-54CF-03CE-99C3FA5BF75E}"/>
          </ac:picMkLst>
        </pc:picChg>
        <pc:cxnChg chg="mod">
          <ac:chgData name="HECTOR JUNIOR MARTINEZ CERVANTES" userId="0b86bddd-61ba-40f6-b111-41933449d4ea" providerId="ADAL" clId="{32A1EE02-9AB5-4529-9438-881FBD4EF8D5}" dt="2022-10-21T14:07:47.985" v="4347" actId="14100"/>
          <ac:cxnSpMkLst>
            <pc:docMk/>
            <pc:sldMk cId="2573929723" sldId="296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1T14:08:08.705" v="4352" actId="1076"/>
          <ac:cxnSpMkLst>
            <pc:docMk/>
            <pc:sldMk cId="2573929723" sldId="296"/>
            <ac:cxnSpMk id="21" creationId="{F1F39A5C-EF20-2AFE-17F8-1013D2DF8329}"/>
          </ac:cxnSpMkLst>
        </pc:cxnChg>
        <pc:cxnChg chg="mod">
          <ac:chgData name="HECTOR JUNIOR MARTINEZ CERVANTES" userId="0b86bddd-61ba-40f6-b111-41933449d4ea" providerId="ADAL" clId="{32A1EE02-9AB5-4529-9438-881FBD4EF8D5}" dt="2022-10-21T20:47:26.501" v="5023" actId="14100"/>
          <ac:cxnSpMkLst>
            <pc:docMk/>
            <pc:sldMk cId="2573929723" sldId="296"/>
            <ac:cxnSpMk id="22" creationId="{59660F0B-84B3-3AF3-95EB-BDB49A4FF8C2}"/>
          </ac:cxnSpMkLst>
        </pc:cxnChg>
      </pc:sldChg>
      <pc:sldChg chg="new del">
        <pc:chgData name="HECTOR JUNIOR MARTINEZ CERVANTES" userId="0b86bddd-61ba-40f6-b111-41933449d4ea" providerId="ADAL" clId="{32A1EE02-9AB5-4529-9438-881FBD4EF8D5}" dt="2022-10-21T14:11:03.107" v="4371" actId="2696"/>
        <pc:sldMkLst>
          <pc:docMk/>
          <pc:sldMk cId="1866542260" sldId="297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3:50.501" v="5493" actId="1076"/>
        <pc:sldMkLst>
          <pc:docMk/>
          <pc:sldMk cId="4009816797" sldId="297"/>
        </pc:sldMkLst>
        <pc:spChg chg="del mod">
          <ac:chgData name="HECTOR JUNIOR MARTINEZ CERVANTES" userId="0b86bddd-61ba-40f6-b111-41933449d4ea" providerId="ADAL" clId="{32A1EE02-9AB5-4529-9438-881FBD4EF8D5}" dt="2022-10-21T20:53:17.358" v="5150" actId="478"/>
          <ac:spMkLst>
            <pc:docMk/>
            <pc:sldMk cId="4009816797" sldId="297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21:01:28.474" v="5475" actId="207"/>
          <ac:spMkLst>
            <pc:docMk/>
            <pc:sldMk cId="4009816797" sldId="297"/>
            <ac:spMk id="12" creationId="{325B6850-08AF-5E41-73C8-64B281144F01}"/>
          </ac:spMkLst>
        </pc:spChg>
        <pc:spChg chg="add del mod">
          <ac:chgData name="HECTOR JUNIOR MARTINEZ CERVANTES" userId="0b86bddd-61ba-40f6-b111-41933449d4ea" providerId="ADAL" clId="{32A1EE02-9AB5-4529-9438-881FBD4EF8D5}" dt="2022-10-21T20:51:10.031" v="5038" actId="478"/>
          <ac:spMkLst>
            <pc:docMk/>
            <pc:sldMk cId="4009816797" sldId="297"/>
            <ac:spMk id="13" creationId="{5B3EAD22-AE1B-617D-D246-417BE1B9E9A1}"/>
          </ac:spMkLst>
        </pc:spChg>
        <pc:spChg chg="del mod">
          <ac:chgData name="HECTOR JUNIOR MARTINEZ CERVANTES" userId="0b86bddd-61ba-40f6-b111-41933449d4ea" providerId="ADAL" clId="{32A1EE02-9AB5-4529-9438-881FBD4EF8D5}" dt="2022-10-21T14:20:27.381" v="4421" actId="478"/>
          <ac:spMkLst>
            <pc:docMk/>
            <pc:sldMk cId="4009816797" sldId="297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32A1EE02-9AB5-4529-9438-881FBD4EF8D5}" dt="2022-10-21T14:20:28.950" v="4422" actId="478"/>
          <ac:spMkLst>
            <pc:docMk/>
            <pc:sldMk cId="4009816797" sldId="297"/>
            <ac:spMk id="17" creationId="{0A356DD0-CE38-E593-5F30-188F7BC4498C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5.965" v="5471" actId="478"/>
          <ac:spMkLst>
            <pc:docMk/>
            <pc:sldMk cId="4009816797" sldId="297"/>
            <ac:spMk id="26" creationId="{F4CDC224-0B92-241C-5CC1-913CC4F80CF5}"/>
          </ac:spMkLst>
        </pc:spChg>
        <pc:spChg chg="add mod">
          <ac:chgData name="HECTOR JUNIOR MARTINEZ CERVANTES" userId="0b86bddd-61ba-40f6-b111-41933449d4ea" providerId="ADAL" clId="{32A1EE02-9AB5-4529-9438-881FBD4EF8D5}" dt="2022-10-21T21:02:28.003" v="5488" actId="20577"/>
          <ac:spMkLst>
            <pc:docMk/>
            <pc:sldMk cId="4009816797" sldId="297"/>
            <ac:spMk id="27" creationId="{9B1DABFD-2416-99F2-C5E9-6FD82CACBEC1}"/>
          </ac:spMkLst>
        </pc:spChg>
        <pc:spChg chg="add mod">
          <ac:chgData name="HECTOR JUNIOR MARTINEZ CERVANTES" userId="0b86bddd-61ba-40f6-b111-41933449d4ea" providerId="ADAL" clId="{32A1EE02-9AB5-4529-9438-881FBD4EF8D5}" dt="2022-10-21T20:56:34.502" v="5325" actId="207"/>
          <ac:spMkLst>
            <pc:docMk/>
            <pc:sldMk cId="4009816797" sldId="297"/>
            <ac:spMk id="28" creationId="{E3677813-8843-2105-52DE-1FA9CA297391}"/>
          </ac:spMkLst>
        </pc:spChg>
        <pc:spChg chg="del mod">
          <ac:chgData name="HECTOR JUNIOR MARTINEZ CERVANTES" userId="0b86bddd-61ba-40f6-b111-41933449d4ea" providerId="ADAL" clId="{32A1EE02-9AB5-4529-9438-881FBD4EF8D5}" dt="2022-10-21T21:01:06.908" v="5472" actId="478"/>
          <ac:spMkLst>
            <pc:docMk/>
            <pc:sldMk cId="4009816797" sldId="297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50:48.277" v="5033" actId="478"/>
          <ac:spMkLst>
            <pc:docMk/>
            <pc:sldMk cId="4009816797" sldId="297"/>
            <ac:spMk id="39" creationId="{D469679C-DD1C-12A5-AE4B-E0D6F9BB0925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4.002" v="5470" actId="478"/>
          <ac:spMkLst>
            <pc:docMk/>
            <pc:sldMk cId="4009816797" sldId="297"/>
            <ac:spMk id="42" creationId="{F659517C-E573-BE4E-FC7D-A07BAABA29E1}"/>
          </ac:spMkLst>
        </pc:spChg>
        <pc:spChg chg="add mod">
          <ac:chgData name="HECTOR JUNIOR MARTINEZ CERVANTES" userId="0b86bddd-61ba-40f6-b111-41933449d4ea" providerId="ADAL" clId="{32A1EE02-9AB5-4529-9438-881FBD4EF8D5}" dt="2022-10-21T20:59:03.478" v="5446" actId="1076"/>
          <ac:spMkLst>
            <pc:docMk/>
            <pc:sldMk cId="4009816797" sldId="297"/>
            <ac:spMk id="43" creationId="{14E00D33-30B0-D2A7-278B-0CFBAC8FAD29}"/>
          </ac:spMkLst>
        </pc:spChg>
        <pc:spChg chg="add mod">
          <ac:chgData name="HECTOR JUNIOR MARTINEZ CERVANTES" userId="0b86bddd-61ba-40f6-b111-41933449d4ea" providerId="ADAL" clId="{32A1EE02-9AB5-4529-9438-881FBD4EF8D5}" dt="2022-10-21T20:59:36.740" v="5452" actId="14100"/>
          <ac:spMkLst>
            <pc:docMk/>
            <pc:sldMk cId="4009816797" sldId="297"/>
            <ac:spMk id="46" creationId="{4D6CD66F-1B0D-99F0-A269-2A7F990EE896}"/>
          </ac:spMkLst>
        </pc:spChg>
        <pc:spChg chg="add mod">
          <ac:chgData name="HECTOR JUNIOR MARTINEZ CERVANTES" userId="0b86bddd-61ba-40f6-b111-41933449d4ea" providerId="ADAL" clId="{32A1EE02-9AB5-4529-9438-881FBD4EF8D5}" dt="2022-10-21T21:01:01.502" v="5469" actId="20577"/>
          <ac:spMkLst>
            <pc:docMk/>
            <pc:sldMk cId="4009816797" sldId="297"/>
            <ac:spMk id="50" creationId="{B43E8A9B-C9A5-7813-3FB8-38DD34831370}"/>
          </ac:spMkLst>
        </pc:spChg>
        <pc:spChg chg="add mod">
          <ac:chgData name="HECTOR JUNIOR MARTINEZ CERVANTES" userId="0b86bddd-61ba-40f6-b111-41933449d4ea" providerId="ADAL" clId="{32A1EE02-9AB5-4529-9438-881FBD4EF8D5}" dt="2022-10-21T21:00:57.515" v="5462" actId="1076"/>
          <ac:spMkLst>
            <pc:docMk/>
            <pc:sldMk cId="4009816797" sldId="297"/>
            <ac:spMk id="51" creationId="{CFC4BF0D-4D52-AB0E-4562-4B77E7DE668F}"/>
          </ac:spMkLst>
        </pc:spChg>
        <pc:spChg chg="add mod">
          <ac:chgData name="HECTOR JUNIOR MARTINEZ CERVANTES" userId="0b86bddd-61ba-40f6-b111-41933449d4ea" providerId="ADAL" clId="{32A1EE02-9AB5-4529-9438-881FBD4EF8D5}" dt="2022-10-21T21:03:50.501" v="5493" actId="1076"/>
          <ac:spMkLst>
            <pc:docMk/>
            <pc:sldMk cId="4009816797" sldId="297"/>
            <ac:spMk id="61" creationId="{45D1C0A5-D0B5-6E46-1124-3A8D88B4B525}"/>
          </ac:spMkLst>
        </pc:spChg>
        <pc:picChg chg="del">
          <ac:chgData name="HECTOR JUNIOR MARTINEZ CERVANTES" userId="0b86bddd-61ba-40f6-b111-41933449d4ea" providerId="ADAL" clId="{32A1EE02-9AB5-4529-9438-881FBD4EF8D5}" dt="2022-10-21T14:20:09.333" v="4413" actId="478"/>
          <ac:picMkLst>
            <pc:docMk/>
            <pc:sldMk cId="4009816797" sldId="297"/>
            <ac:picMk id="3" creationId="{AE9756A0-CBEE-E2A9-9E7F-D672DC0E9F2D}"/>
          </ac:picMkLst>
        </pc:picChg>
        <pc:picChg chg="del mod">
          <ac:chgData name="HECTOR JUNIOR MARTINEZ CERVANTES" userId="0b86bddd-61ba-40f6-b111-41933449d4ea" providerId="ADAL" clId="{32A1EE02-9AB5-4529-9438-881FBD4EF8D5}" dt="2022-10-21T20:53:15.985" v="5149" actId="478"/>
          <ac:picMkLst>
            <pc:docMk/>
            <pc:sldMk cId="4009816797" sldId="297"/>
            <ac:picMk id="9" creationId="{745D9667-2EA9-9666-0FEB-B8FD1FAB7CBF}"/>
          </ac:picMkLst>
        </pc:picChg>
        <pc:picChg chg="add mod ord">
          <ac:chgData name="HECTOR JUNIOR MARTINEZ CERVANTES" userId="0b86bddd-61ba-40f6-b111-41933449d4ea" providerId="ADAL" clId="{32A1EE02-9AB5-4529-9438-881FBD4EF8D5}" dt="2022-10-21T20:50:54.277" v="5035" actId="1076"/>
          <ac:picMkLst>
            <pc:docMk/>
            <pc:sldMk cId="4009816797" sldId="297"/>
            <ac:picMk id="11" creationId="{6F02DFA9-9BBB-AB32-A0A5-2C17CAE4B7E6}"/>
          </ac:picMkLst>
        </pc:picChg>
        <pc:picChg chg="add mod">
          <ac:chgData name="HECTOR JUNIOR MARTINEZ CERVANTES" userId="0b86bddd-61ba-40f6-b111-41933449d4ea" providerId="ADAL" clId="{32A1EE02-9AB5-4529-9438-881FBD4EF8D5}" dt="2022-10-21T20:53:59.622" v="5157" actId="1440"/>
          <ac:picMkLst>
            <pc:docMk/>
            <pc:sldMk cId="4009816797" sldId="297"/>
            <ac:picMk id="23" creationId="{87C4C3D4-D4C3-CF1D-F472-0E2B6C7CCAB4}"/>
          </ac:picMkLst>
        </pc:picChg>
        <pc:picChg chg="del mod ord">
          <ac:chgData name="HECTOR JUNIOR MARTINEZ CERVANTES" userId="0b86bddd-61ba-40f6-b111-41933449d4ea" providerId="ADAL" clId="{32A1EE02-9AB5-4529-9438-881FBD4EF8D5}" dt="2022-10-21T20:50:29.891" v="5027" actId="478"/>
          <ac:picMkLst>
            <pc:docMk/>
            <pc:sldMk cId="4009816797" sldId="297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52:24.069" v="5046" actId="1076"/>
          <ac:picMkLst>
            <pc:docMk/>
            <pc:sldMk cId="4009816797" sldId="297"/>
            <ac:picMk id="1026" creationId="{F012E166-DF9E-8EEE-5289-9AB0FA189636}"/>
          </ac:picMkLst>
        </pc:picChg>
        <pc:cxnChg chg="add del mod">
          <ac:chgData name="HECTOR JUNIOR MARTINEZ CERVANTES" userId="0b86bddd-61ba-40f6-b111-41933449d4ea" providerId="ADAL" clId="{32A1EE02-9AB5-4529-9438-881FBD4EF8D5}" dt="2022-10-21T20:51:11.134" v="5039" actId="478"/>
          <ac:cxnSpMkLst>
            <pc:docMk/>
            <pc:sldMk cId="4009816797" sldId="297"/>
            <ac:cxnSpMk id="15" creationId="{518771A3-1324-1115-D061-B1DCC46D482C}"/>
          </ac:cxnSpMkLst>
        </pc:cxnChg>
        <pc:cxnChg chg="del mod">
          <ac:chgData name="HECTOR JUNIOR MARTINEZ CERVANTES" userId="0b86bddd-61ba-40f6-b111-41933449d4ea" providerId="ADAL" clId="{32A1EE02-9AB5-4529-9438-881FBD4EF8D5}" dt="2022-10-21T20:53:18.350" v="5151" actId="478"/>
          <ac:cxnSpMkLst>
            <pc:docMk/>
            <pc:sldMk cId="4009816797" sldId="29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29.749" v="4423" actId="478"/>
          <ac:cxnSpMkLst>
            <pc:docMk/>
            <pc:sldMk cId="4009816797" sldId="297"/>
            <ac:cxnSpMk id="21" creationId="{F1F39A5C-EF20-2AFE-17F8-1013D2DF8329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17.111" v="4417" actId="478"/>
          <ac:cxnSpMkLst>
            <pc:docMk/>
            <pc:sldMk cId="4009816797" sldId="297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13.020" v="5473" actId="1076"/>
          <ac:cxnSpMkLst>
            <pc:docMk/>
            <pc:sldMk cId="4009816797" sldId="297"/>
            <ac:cxnSpMk id="25" creationId="{E773094C-ADBC-5BA2-9963-AE2353812E36}"/>
          </ac:cxnSpMkLst>
        </pc:cxnChg>
        <pc:cxnChg chg="add mod">
          <ac:chgData name="HECTOR JUNIOR MARTINEZ CERVANTES" userId="0b86bddd-61ba-40f6-b111-41933449d4ea" providerId="ADAL" clId="{32A1EE02-9AB5-4529-9438-881FBD4EF8D5}" dt="2022-10-21T21:02:28.003" v="5488" actId="20577"/>
          <ac:cxnSpMkLst>
            <pc:docMk/>
            <pc:sldMk cId="4009816797" sldId="297"/>
            <ac:cxnSpMk id="30" creationId="{446EDA08-9759-0357-67E4-522BC91E5D97}"/>
          </ac:cxnSpMkLst>
        </pc:cxnChg>
        <pc:cxnChg chg="add mod">
          <ac:chgData name="HECTOR JUNIOR MARTINEZ CERVANTES" userId="0b86bddd-61ba-40f6-b111-41933449d4ea" providerId="ADAL" clId="{32A1EE02-9AB5-4529-9438-881FBD4EF8D5}" dt="2022-10-21T21:00:09.109" v="5456" actId="692"/>
          <ac:cxnSpMkLst>
            <pc:docMk/>
            <pc:sldMk cId="4009816797" sldId="297"/>
            <ac:cxnSpMk id="47" creationId="{4C939C5C-8CD0-081B-F99F-90C63DDF8EF9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00.756" v="5464" actId="20577"/>
          <ac:cxnSpMkLst>
            <pc:docMk/>
            <pc:sldMk cId="4009816797" sldId="297"/>
            <ac:cxnSpMk id="52" creationId="{0A32096F-A6E8-2316-158F-9B00E75FE361}"/>
          </ac:cxnSpMkLst>
        </pc:cxnChg>
        <pc:cxnChg chg="add del mod">
          <ac:chgData name="HECTOR JUNIOR MARTINEZ CERVANTES" userId="0b86bddd-61ba-40f6-b111-41933449d4ea" providerId="ADAL" clId="{32A1EE02-9AB5-4529-9438-881FBD4EF8D5}" dt="2022-10-21T21:03:47.980" v="5492" actId="478"/>
          <ac:cxnSpMkLst>
            <pc:docMk/>
            <pc:sldMk cId="4009816797" sldId="297"/>
            <ac:cxnSpMk id="58" creationId="{4D71283A-E636-104D-0FF0-F6BE82176BB3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0-21T21:03:57.842" v="5494" actId="47"/>
        <pc:sldMkLst>
          <pc:docMk/>
          <pc:sldMk cId="2978681223" sldId="298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6:41.251" v="5596" actId="692"/>
        <pc:sldMkLst>
          <pc:docMk/>
          <pc:sldMk cId="3182162301" sldId="298"/>
        </pc:sldMkLst>
        <pc:spChg chg="mod">
          <ac:chgData name="HECTOR JUNIOR MARTINEZ CERVANTES" userId="0b86bddd-61ba-40f6-b111-41933449d4ea" providerId="ADAL" clId="{32A1EE02-9AB5-4529-9438-881FBD4EF8D5}" dt="2022-10-21T21:06:29.398" v="5586" actId="20577"/>
          <ac:spMkLst>
            <pc:docMk/>
            <pc:sldMk cId="3182162301" sldId="298"/>
            <ac:spMk id="12" creationId="{325B6850-08AF-5E41-73C8-64B281144F01}"/>
          </ac:spMkLst>
        </pc:spChg>
        <pc:spChg chg="del">
          <ac:chgData name="HECTOR JUNIOR MARTINEZ CERVANTES" userId="0b86bddd-61ba-40f6-b111-41933449d4ea" providerId="ADAL" clId="{32A1EE02-9AB5-4529-9438-881FBD4EF8D5}" dt="2022-10-21T21:04:54.316" v="5550" actId="478"/>
          <ac:spMkLst>
            <pc:docMk/>
            <pc:sldMk cId="3182162301" sldId="298"/>
            <ac:spMk id="27" creationId="{9B1DABFD-2416-99F2-C5E9-6FD82CACBEC1}"/>
          </ac:spMkLst>
        </pc:spChg>
        <pc:spChg chg="del">
          <ac:chgData name="HECTOR JUNIOR MARTINEZ CERVANTES" userId="0b86bddd-61ba-40f6-b111-41933449d4ea" providerId="ADAL" clId="{32A1EE02-9AB5-4529-9438-881FBD4EF8D5}" dt="2022-10-21T21:04:56.604" v="5552" actId="478"/>
          <ac:spMkLst>
            <pc:docMk/>
            <pc:sldMk cId="3182162301" sldId="298"/>
            <ac:spMk id="28" creationId="{E3677813-8843-2105-52DE-1FA9CA297391}"/>
          </ac:spMkLst>
        </pc:spChg>
        <pc:spChg chg="del">
          <ac:chgData name="HECTOR JUNIOR MARTINEZ CERVANTES" userId="0b86bddd-61ba-40f6-b111-41933449d4ea" providerId="ADAL" clId="{32A1EE02-9AB5-4529-9438-881FBD4EF8D5}" dt="2022-10-21T21:04:58.717" v="5554" actId="478"/>
          <ac:spMkLst>
            <pc:docMk/>
            <pc:sldMk cId="3182162301" sldId="298"/>
            <ac:spMk id="43" creationId="{14E00D33-30B0-D2A7-278B-0CFBAC8FAD29}"/>
          </ac:spMkLst>
        </pc:spChg>
        <pc:spChg chg="del">
          <ac:chgData name="HECTOR JUNIOR MARTINEZ CERVANTES" userId="0b86bddd-61ba-40f6-b111-41933449d4ea" providerId="ADAL" clId="{32A1EE02-9AB5-4529-9438-881FBD4EF8D5}" dt="2022-10-21T21:05:01.709" v="5556" actId="478"/>
          <ac:spMkLst>
            <pc:docMk/>
            <pc:sldMk cId="3182162301" sldId="298"/>
            <ac:spMk id="46" creationId="{4D6CD66F-1B0D-99F0-A269-2A7F990EE896}"/>
          </ac:spMkLst>
        </pc:spChg>
        <pc:spChg chg="del">
          <ac:chgData name="HECTOR JUNIOR MARTINEZ CERVANTES" userId="0b86bddd-61ba-40f6-b111-41933449d4ea" providerId="ADAL" clId="{32A1EE02-9AB5-4529-9438-881FBD4EF8D5}" dt="2022-10-21T21:05:00.546" v="5555" actId="478"/>
          <ac:spMkLst>
            <pc:docMk/>
            <pc:sldMk cId="3182162301" sldId="298"/>
            <ac:spMk id="50" creationId="{B43E8A9B-C9A5-7813-3FB8-38DD34831370}"/>
          </ac:spMkLst>
        </pc:spChg>
        <pc:spChg chg="del">
          <ac:chgData name="HECTOR JUNIOR MARTINEZ CERVANTES" userId="0b86bddd-61ba-40f6-b111-41933449d4ea" providerId="ADAL" clId="{32A1EE02-9AB5-4529-9438-881FBD4EF8D5}" dt="2022-10-21T21:05:02.749" v="5557" actId="478"/>
          <ac:spMkLst>
            <pc:docMk/>
            <pc:sldMk cId="3182162301" sldId="298"/>
            <ac:spMk id="51" creationId="{CFC4BF0D-4D52-AB0E-4562-4B77E7DE668F}"/>
          </ac:spMkLst>
        </pc:spChg>
        <pc:spChg chg="mod">
          <ac:chgData name="HECTOR JUNIOR MARTINEZ CERVANTES" userId="0b86bddd-61ba-40f6-b111-41933449d4ea" providerId="ADAL" clId="{32A1EE02-9AB5-4529-9438-881FBD4EF8D5}" dt="2022-10-21T21:04:05.679" v="5496" actId="688"/>
          <ac:spMkLst>
            <pc:docMk/>
            <pc:sldMk cId="3182162301" sldId="298"/>
            <ac:spMk id="61" creationId="{45D1C0A5-D0B5-6E46-1124-3A8D88B4B525}"/>
          </ac:spMkLst>
        </pc:spChg>
        <pc:picChg chg="add mod">
          <ac:chgData name="HECTOR JUNIOR MARTINEZ CERVANTES" userId="0b86bddd-61ba-40f6-b111-41933449d4ea" providerId="ADAL" clId="{32A1EE02-9AB5-4529-9438-881FBD4EF8D5}" dt="2022-10-21T21:06:12.023" v="5560"/>
          <ac:picMkLst>
            <pc:docMk/>
            <pc:sldMk cId="3182162301" sldId="298"/>
            <ac:picMk id="3" creationId="{15BA8873-D243-9D75-6C72-C3E717411B9A}"/>
          </ac:picMkLst>
        </pc:picChg>
        <pc:picChg chg="add mod">
          <ac:chgData name="HECTOR JUNIOR MARTINEZ CERVANTES" userId="0b86bddd-61ba-40f6-b111-41933449d4ea" providerId="ADAL" clId="{32A1EE02-9AB5-4529-9438-881FBD4EF8D5}" dt="2022-10-21T21:06:17.481" v="5562" actId="571"/>
          <ac:picMkLst>
            <pc:docMk/>
            <pc:sldMk cId="3182162301" sldId="298"/>
            <ac:picMk id="4" creationId="{B6304E1B-5F99-28D7-9058-1AB4B68FED50}"/>
          </ac:picMkLst>
        </pc:picChg>
        <pc:picChg chg="del">
          <ac:chgData name="HECTOR JUNIOR MARTINEZ CERVANTES" userId="0b86bddd-61ba-40f6-b111-41933449d4ea" providerId="ADAL" clId="{32A1EE02-9AB5-4529-9438-881FBD4EF8D5}" dt="2022-10-21T21:04:55.162" v="5551" actId="478"/>
          <ac:picMkLst>
            <pc:docMk/>
            <pc:sldMk cId="3182162301" sldId="298"/>
            <ac:picMk id="23" creationId="{87C4C3D4-D4C3-CF1D-F472-0E2B6C7CCAB4}"/>
          </ac:picMkLst>
        </pc:picChg>
        <pc:cxnChg chg="add mod">
          <ac:chgData name="HECTOR JUNIOR MARTINEZ CERVANTES" userId="0b86bddd-61ba-40f6-b111-41933449d4ea" providerId="ADAL" clId="{32A1EE02-9AB5-4529-9438-881FBD4EF8D5}" dt="2022-10-21T21:06:41.251" v="5596" actId="692"/>
          <ac:cxnSpMkLst>
            <pc:docMk/>
            <pc:sldMk cId="3182162301" sldId="298"/>
            <ac:cxnSpMk id="6" creationId="{709FBD58-FFE0-D295-85E1-FBF5FCA4FEF3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6.910" v="5559" actId="478"/>
          <ac:cxnSpMkLst>
            <pc:docMk/>
            <pc:sldMk cId="3182162301" sldId="298"/>
            <ac:cxnSpMk id="25" creationId="{E773094C-ADBC-5BA2-9963-AE2353812E36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3.456" v="5549" actId="478"/>
          <ac:cxnSpMkLst>
            <pc:docMk/>
            <pc:sldMk cId="3182162301" sldId="298"/>
            <ac:cxnSpMk id="30" creationId="{446EDA08-9759-0357-67E4-522BC91E5D97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7.526" v="5553" actId="478"/>
          <ac:cxnSpMkLst>
            <pc:docMk/>
            <pc:sldMk cId="3182162301" sldId="298"/>
            <ac:cxnSpMk id="47" creationId="{4C939C5C-8CD0-081B-F99F-90C63DDF8EF9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3.740" v="5558" actId="478"/>
          <ac:cxnSpMkLst>
            <pc:docMk/>
            <pc:sldMk cId="3182162301" sldId="298"/>
            <ac:cxnSpMk id="52" creationId="{0A32096F-A6E8-2316-158F-9B00E75FE361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2:43.420" v="5896" actId="1076"/>
        <pc:sldMkLst>
          <pc:docMk/>
          <pc:sldMk cId="3920742254" sldId="299"/>
        </pc:sldMkLst>
        <pc:spChg chg="add del mod">
          <ac:chgData name="HECTOR JUNIOR MARTINEZ CERVANTES" userId="0b86bddd-61ba-40f6-b111-41933449d4ea" providerId="ADAL" clId="{32A1EE02-9AB5-4529-9438-881FBD4EF8D5}" dt="2022-11-01T15:05:49.044" v="5615" actId="478"/>
          <ac:spMkLst>
            <pc:docMk/>
            <pc:sldMk cId="3920742254" sldId="299"/>
            <ac:spMk id="4" creationId="{588D18D1-188C-84FF-05A6-07EC25F870F9}"/>
          </ac:spMkLst>
        </pc:spChg>
        <pc:spChg chg="del">
          <ac:chgData name="HECTOR JUNIOR MARTINEZ CERVANTES" userId="0b86bddd-61ba-40f6-b111-41933449d4ea" providerId="ADAL" clId="{32A1EE02-9AB5-4529-9438-881FBD4EF8D5}" dt="2022-11-01T15:05:46.596" v="5614" actId="478"/>
          <ac:spMkLst>
            <pc:docMk/>
            <pc:sldMk cId="3920742254" sldId="29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1-01T15:12:43.015" v="5884" actId="1076"/>
          <ac:spMkLst>
            <pc:docMk/>
            <pc:sldMk cId="3920742254" sldId="299"/>
            <ac:spMk id="10" creationId="{1A29F5B9-EA8F-52FD-A462-DA55CABA3F3E}"/>
          </ac:spMkLst>
        </pc:spChg>
        <pc:spChg chg="mod">
          <ac:chgData name="HECTOR JUNIOR MARTINEZ CERVANTES" userId="0b86bddd-61ba-40f6-b111-41933449d4ea" providerId="ADAL" clId="{32A1EE02-9AB5-4529-9438-881FBD4EF8D5}" dt="2022-11-01T15:07:31.791" v="5656" actId="1035"/>
          <ac:spMkLst>
            <pc:docMk/>
            <pc:sldMk cId="3920742254" sldId="29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1-01T15:05:59.327" v="5618" actId="478"/>
          <ac:spMkLst>
            <pc:docMk/>
            <pc:sldMk cId="3920742254" sldId="29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1-01T15:05:54.644" v="5617" actId="478"/>
          <ac:spMkLst>
            <pc:docMk/>
            <pc:sldMk cId="3920742254" sldId="299"/>
            <ac:spMk id="19" creationId="{BCA1A476-2BA8-92FA-9D0F-E54D56C2BFCE}"/>
          </ac:spMkLst>
        </pc:spChg>
        <pc:spChg chg="add del mod">
          <ac:chgData name="HECTOR JUNIOR MARTINEZ CERVANTES" userId="0b86bddd-61ba-40f6-b111-41933449d4ea" providerId="ADAL" clId="{32A1EE02-9AB5-4529-9438-881FBD4EF8D5}" dt="2022-11-01T15:12:43.127" v="5887" actId="14100"/>
          <ac:spMkLst>
            <pc:docMk/>
            <pc:sldMk cId="3920742254" sldId="299"/>
            <ac:spMk id="22" creationId="{C938A1A5-834C-B371-5A83-27F3950C4144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6" creationId="{64A448BC-DF76-A1A9-FA8F-B80D614E0F4E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1-01T15:09:43.795" v="5718" actId="478"/>
          <ac:picMkLst>
            <pc:docMk/>
            <pc:sldMk cId="3920742254" sldId="299"/>
            <ac:picMk id="7" creationId="{2BFAB311-B16A-E18A-4FBF-5ABEB866F08D}"/>
          </ac:picMkLst>
        </pc:picChg>
        <pc:picChg chg="add del mod">
          <ac:chgData name="HECTOR JUNIOR MARTINEZ CERVANTES" userId="0b86bddd-61ba-40f6-b111-41933449d4ea" providerId="ADAL" clId="{32A1EE02-9AB5-4529-9438-881FBD4EF8D5}" dt="2022-11-01T15:09:18.369" v="5717" actId="478"/>
          <ac:picMkLst>
            <pc:docMk/>
            <pc:sldMk cId="3920742254" sldId="299"/>
            <ac:picMk id="9" creationId="{86F9416B-B1EE-B095-5D2C-96FAD1BBD1FE}"/>
          </ac:picMkLst>
        </pc:picChg>
        <pc:picChg chg="mod">
          <ac:chgData name="HECTOR JUNIOR MARTINEZ CERVANTES" userId="0b86bddd-61ba-40f6-b111-41933449d4ea" providerId="ADAL" clId="{32A1EE02-9AB5-4529-9438-881FBD4EF8D5}" dt="2022-11-01T15:08:31.205" v="5677" actId="1038"/>
          <ac:picMkLst>
            <pc:docMk/>
            <pc:sldMk cId="3920742254" sldId="299"/>
            <ac:picMk id="12" creationId="{F7D4FA4E-C9CE-7E79-E120-1E77B3DC1A00}"/>
          </ac:picMkLst>
        </pc:picChg>
        <pc:picChg chg="add mod">
          <ac:chgData name="HECTOR JUNIOR MARTINEZ CERVANTES" userId="0b86bddd-61ba-40f6-b111-41933449d4ea" providerId="ADAL" clId="{32A1EE02-9AB5-4529-9438-881FBD4EF8D5}" dt="2022-11-01T15:09:49.509" v="5721" actId="14100"/>
          <ac:picMkLst>
            <pc:docMk/>
            <pc:sldMk cId="3920742254" sldId="299"/>
            <ac:picMk id="13" creationId="{C892C1B8-6E09-CDD0-965A-774B33DCB85F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1-01T15:06:00.129" v="5619" actId="478"/>
          <ac:picMkLst>
            <pc:docMk/>
            <pc:sldMk cId="3920742254" sldId="299"/>
            <ac:picMk id="16" creationId="{3285ACA9-B42B-7A78-48AD-626F8D17D9FE}"/>
          </ac:picMkLst>
        </pc:picChg>
        <pc:picChg chg="add mod">
          <ac:chgData name="HECTOR JUNIOR MARTINEZ CERVANTES" userId="0b86bddd-61ba-40f6-b111-41933449d4ea" providerId="ADAL" clId="{32A1EE02-9AB5-4529-9438-881FBD4EF8D5}" dt="2022-11-01T15:12:43.420" v="5896" actId="1076"/>
          <ac:picMkLst>
            <pc:docMk/>
            <pc:sldMk cId="3920742254" sldId="299"/>
            <ac:picMk id="20" creationId="{E048F7DE-F7B6-BE7F-7EB0-11EBF3291225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3" creationId="{3C1A421E-3BE8-1A32-30CE-501D63832840}"/>
          </ac:picMkLst>
        </pc:picChg>
        <pc:cxnChg chg="add del mod">
          <ac:chgData name="HECTOR JUNIOR MARTINEZ CERVANTES" userId="0b86bddd-61ba-40f6-b111-41933449d4ea" providerId="ADAL" clId="{32A1EE02-9AB5-4529-9438-881FBD4EF8D5}" dt="2022-11-01T15:12:43.327" v="5893" actId="14100"/>
          <ac:cxnSpMkLst>
            <pc:docMk/>
            <pc:sldMk cId="3920742254" sldId="299"/>
            <ac:cxnSpMk id="23" creationId="{52B8A7D7-CB5A-3964-02DB-8DA7A3678B0D}"/>
          </ac:cxnSpMkLst>
        </pc:cxnChg>
        <pc:cxnChg chg="add del mod">
          <ac:chgData name="HECTOR JUNIOR MARTINEZ CERVANTES" userId="0b86bddd-61ba-40f6-b111-41933449d4ea" providerId="ADAL" clId="{32A1EE02-9AB5-4529-9438-881FBD4EF8D5}" dt="2022-11-01T15:12:43.420" v="5896" actId="1076"/>
          <ac:cxnSpMkLst>
            <pc:docMk/>
            <pc:sldMk cId="3920742254" sldId="299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9:45.276" v="6056" actId="1076"/>
        <pc:sldMkLst>
          <pc:docMk/>
          <pc:sldMk cId="136992392" sldId="300"/>
        </pc:sldMkLst>
        <pc:spChg chg="mod">
          <ac:chgData name="HECTOR JUNIOR MARTINEZ CERVANTES" userId="0b86bddd-61ba-40f6-b111-41933449d4ea" providerId="ADAL" clId="{32A1EE02-9AB5-4529-9438-881FBD4EF8D5}" dt="2022-11-01T15:19:11.277" v="6050" actId="1037"/>
          <ac:spMkLst>
            <pc:docMk/>
            <pc:sldMk cId="136992392" sldId="300"/>
            <ac:spMk id="6" creationId="{BAAA793F-8306-3C54-5809-D8722DEE8800}"/>
          </ac:spMkLst>
        </pc:spChg>
        <pc:spChg chg="del">
          <ac:chgData name="HECTOR JUNIOR MARTINEZ CERVANTES" userId="0b86bddd-61ba-40f6-b111-41933449d4ea" providerId="ADAL" clId="{32A1EE02-9AB5-4529-9438-881FBD4EF8D5}" dt="2022-10-24T19:22:46.340" v="5611" actId="478"/>
          <ac:spMkLst>
            <pc:docMk/>
            <pc:sldMk cId="136992392" sldId="300"/>
            <ac:spMk id="7" creationId="{E45490A8-C3F6-521D-C247-E67757AD2F81}"/>
          </ac:spMkLst>
        </pc:spChg>
        <pc:spChg chg="del">
          <ac:chgData name="HECTOR JUNIOR MARTINEZ CERVANTES" userId="0b86bddd-61ba-40f6-b111-41933449d4ea" providerId="ADAL" clId="{32A1EE02-9AB5-4529-9438-881FBD4EF8D5}" dt="2022-10-24T19:22:45.299" v="5610" actId="478"/>
          <ac:spMkLst>
            <pc:docMk/>
            <pc:sldMk cId="136992392" sldId="300"/>
            <ac:spMk id="8" creationId="{3A36B404-1DE4-D809-DCFE-FBC3B5E55FBB}"/>
          </ac:spMkLst>
        </pc:spChg>
        <pc:spChg chg="del">
          <ac:chgData name="HECTOR JUNIOR MARTINEZ CERVANTES" userId="0b86bddd-61ba-40f6-b111-41933449d4ea" providerId="ADAL" clId="{32A1EE02-9AB5-4529-9438-881FBD4EF8D5}" dt="2022-10-24T19:22:42.498" v="5608" actId="478"/>
          <ac:spMkLst>
            <pc:docMk/>
            <pc:sldMk cId="136992392" sldId="300"/>
            <ac:spMk id="10" creationId="{CE272294-912F-CAFB-1809-1DA5F4D06DEF}"/>
          </ac:spMkLst>
        </pc:spChg>
        <pc:spChg chg="del">
          <ac:chgData name="HECTOR JUNIOR MARTINEZ CERVANTES" userId="0b86bddd-61ba-40f6-b111-41933449d4ea" providerId="ADAL" clId="{32A1EE02-9AB5-4529-9438-881FBD4EF8D5}" dt="2022-10-24T19:22:43.841" v="5609" actId="478"/>
          <ac:spMkLst>
            <pc:docMk/>
            <pc:sldMk cId="136992392" sldId="300"/>
            <ac:spMk id="11" creationId="{ECC4E877-7C90-458C-81BF-1DEC0F43508C}"/>
          </ac:spMkLst>
        </pc:spChg>
        <pc:spChg chg="mod">
          <ac:chgData name="HECTOR JUNIOR MARTINEZ CERVANTES" userId="0b86bddd-61ba-40f6-b111-41933449d4ea" providerId="ADAL" clId="{32A1EE02-9AB5-4529-9438-881FBD4EF8D5}" dt="2022-11-01T15:19:45.276" v="6056" actId="1076"/>
          <ac:spMkLst>
            <pc:docMk/>
            <pc:sldMk cId="136992392" sldId="300"/>
            <ac:spMk id="13" creationId="{E68D4616-0EC9-9115-BD33-21571BD19EEF}"/>
          </ac:spMkLst>
        </pc:spChg>
        <pc:picChg chg="mod">
          <ac:chgData name="HECTOR JUNIOR MARTINEZ CERVANTES" userId="0b86bddd-61ba-40f6-b111-41933449d4ea" providerId="ADAL" clId="{32A1EE02-9AB5-4529-9438-881FBD4EF8D5}" dt="2022-11-01T15:19:11.277" v="6050" actId="1037"/>
          <ac:picMkLst>
            <pc:docMk/>
            <pc:sldMk cId="136992392" sldId="300"/>
            <ac:picMk id="4" creationId="{E7D293A3-B708-5AE5-232D-1249F58586FF}"/>
          </ac:picMkLst>
        </pc:picChg>
        <pc:picChg chg="add mod">
          <ac:chgData name="HECTOR JUNIOR MARTINEZ CERVANTES" userId="0b86bddd-61ba-40f6-b111-41933449d4ea" providerId="ADAL" clId="{32A1EE02-9AB5-4529-9438-881FBD4EF8D5}" dt="2022-11-01T15:19:34.676" v="6054" actId="1076"/>
          <ac:picMkLst>
            <pc:docMk/>
            <pc:sldMk cId="136992392" sldId="300"/>
            <ac:picMk id="19" creationId="{2E90F207-6AA1-CBB3-D50C-CFC7AF2F0D56}"/>
          </ac:picMkLst>
        </pc:picChg>
        <pc:cxnChg chg="del mod">
          <ac:chgData name="HECTOR JUNIOR MARTINEZ CERVANTES" userId="0b86bddd-61ba-40f6-b111-41933449d4ea" providerId="ADAL" clId="{32A1EE02-9AB5-4529-9438-881FBD4EF8D5}" dt="2022-10-24T19:22:40.620" v="5606" actId="478"/>
          <ac:cxnSpMkLst>
            <pc:docMk/>
            <pc:sldMk cId="136992392" sldId="300"/>
            <ac:cxnSpMk id="20" creationId="{BB40BD7D-35A1-C532-E4C1-E4FE3F26DB89}"/>
          </ac:cxnSpMkLst>
        </pc:cxnChg>
        <pc:cxnChg chg="del mod">
          <ac:chgData name="HECTOR JUNIOR MARTINEZ CERVANTES" userId="0b86bddd-61ba-40f6-b111-41933449d4ea" providerId="ADAL" clId="{32A1EE02-9AB5-4529-9438-881FBD4EF8D5}" dt="2022-10-24T19:22:41.776" v="5607" actId="478"/>
          <ac:cxnSpMkLst>
            <pc:docMk/>
            <pc:sldMk cId="136992392" sldId="300"/>
            <ac:cxnSpMk id="24" creationId="{DCA4F97E-69EF-EDD9-646A-E217E2ABD011}"/>
          </ac:cxnSpMkLst>
        </pc:cxnChg>
        <pc:cxnChg chg="mod">
          <ac:chgData name="HECTOR JUNIOR MARTINEZ CERVANTES" userId="0b86bddd-61ba-40f6-b111-41933449d4ea" providerId="ADAL" clId="{32A1EE02-9AB5-4529-9438-881FBD4EF8D5}" dt="2022-11-01T15:19:34.676" v="6054" actId="1076"/>
          <ac:cxnSpMkLst>
            <pc:docMk/>
            <pc:sldMk cId="136992392" sldId="300"/>
            <ac:cxnSpMk id="26" creationId="{97D68ECE-41C4-1287-BF36-53F9E8265BE7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1-01T15:24:06.842" v="6058" actId="2696"/>
        <pc:sldMkLst>
          <pc:docMk/>
          <pc:sldMk cId="3194596651" sldId="301"/>
        </pc:sldMkLst>
      </pc:sldChg>
      <pc:sldChg chg="add del">
        <pc:chgData name="HECTOR JUNIOR MARTINEZ CERVANTES" userId="0b86bddd-61ba-40f6-b111-41933449d4ea" providerId="ADAL" clId="{32A1EE02-9AB5-4529-9438-881FBD4EF8D5}" dt="2022-11-01T15:12:43.454" v="5897" actId="2696"/>
        <pc:sldMkLst>
          <pc:docMk/>
          <pc:sldMk cId="4278289902" sldId="302"/>
        </pc:sldMkLst>
      </pc:sldChg>
      <pc:sldChg chg="add del">
        <pc:chgData name="HECTOR JUNIOR MARTINEZ CERVANTES" userId="0b86bddd-61ba-40f6-b111-41933449d4ea" providerId="ADAL" clId="{32A1EE02-9AB5-4529-9438-881FBD4EF8D5}" dt="2022-11-01T15:16:18.768" v="6003" actId="2696"/>
        <pc:sldMkLst>
          <pc:docMk/>
          <pc:sldMk cId="3129499160" sldId="303"/>
        </pc:sldMkLst>
      </pc:sldChg>
      <pc:sldChg chg="addSp delSp modSp add del mod">
        <pc:chgData name="HECTOR JUNIOR MARTINEZ CERVANTES" userId="0b86bddd-61ba-40f6-b111-41933449d4ea" providerId="ADAL" clId="{32A1EE02-9AB5-4529-9438-881FBD4EF8D5}" dt="2022-11-01T15:15:17.535" v="6002" actId="1076"/>
        <pc:sldMkLst>
          <pc:docMk/>
          <pc:sldMk cId="3760492719" sldId="304"/>
        </pc:sldMkLst>
        <pc:spChg chg="mod">
          <ac:chgData name="HECTOR JUNIOR MARTINEZ CERVANTES" userId="0b86bddd-61ba-40f6-b111-41933449d4ea" providerId="ADAL" clId="{32A1EE02-9AB5-4529-9438-881FBD4EF8D5}" dt="2022-11-01T15:14:15.990" v="5991" actId="20577"/>
          <ac:spMkLst>
            <pc:docMk/>
            <pc:sldMk cId="3760492719" sldId="304"/>
            <ac:spMk id="10" creationId="{1A29F5B9-EA8F-52FD-A462-DA55CABA3F3E}"/>
          </ac:spMkLst>
        </pc:spChg>
        <pc:spChg chg="del">
          <ac:chgData name="HECTOR JUNIOR MARTINEZ CERVANTES" userId="0b86bddd-61ba-40f6-b111-41933449d4ea" providerId="ADAL" clId="{32A1EE02-9AB5-4529-9438-881FBD4EF8D5}" dt="2022-11-01T15:15:10.009" v="5999" actId="478"/>
          <ac:spMkLst>
            <pc:docMk/>
            <pc:sldMk cId="3760492719" sldId="304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1-01T15:15:17.535" v="6002" actId="1076"/>
          <ac:spMkLst>
            <pc:docMk/>
            <pc:sldMk cId="3760492719" sldId="304"/>
            <ac:spMk id="18" creationId="{1F3BA7DE-C0D5-5D37-C1BA-A4AFB59BD366}"/>
          </ac:spMkLst>
        </pc:spChg>
        <pc:spChg chg="mod">
          <ac:chgData name="HECTOR JUNIOR MARTINEZ CERVANTES" userId="0b86bddd-61ba-40f6-b111-41933449d4ea" providerId="ADAL" clId="{32A1EE02-9AB5-4529-9438-881FBD4EF8D5}" dt="2022-11-01T15:13:13.840" v="5906" actId="1076"/>
          <ac:spMkLst>
            <pc:docMk/>
            <pc:sldMk cId="3760492719" sldId="304"/>
            <ac:spMk id="22" creationId="{C938A1A5-834C-B371-5A83-27F3950C4144}"/>
          </ac:spMkLst>
        </pc:spChg>
        <pc:picChg chg="add mod ord">
          <ac:chgData name="HECTOR JUNIOR MARTINEZ CERVANTES" userId="0b86bddd-61ba-40f6-b111-41933449d4ea" providerId="ADAL" clId="{32A1EE02-9AB5-4529-9438-881FBD4EF8D5}" dt="2022-11-01T15:13:05.824" v="5904" actId="14100"/>
          <ac:picMkLst>
            <pc:docMk/>
            <pc:sldMk cId="3760492719" sldId="304"/>
            <ac:picMk id="4" creationId="{2C4DF12F-4F3E-C576-1F9B-8FB073E001EE}"/>
          </ac:picMkLst>
        </pc:picChg>
        <pc:picChg chg="add mod">
          <ac:chgData name="HECTOR JUNIOR MARTINEZ CERVANTES" userId="0b86bddd-61ba-40f6-b111-41933449d4ea" providerId="ADAL" clId="{32A1EE02-9AB5-4529-9438-881FBD4EF8D5}" dt="2022-11-01T15:14:49.443" v="5998" actId="1076"/>
          <ac:picMkLst>
            <pc:docMk/>
            <pc:sldMk cId="3760492719" sldId="304"/>
            <ac:picMk id="11" creationId="{07220360-B1AB-C9D6-E793-09ECA0642F87}"/>
          </ac:picMkLst>
        </pc:picChg>
        <pc:picChg chg="del">
          <ac:chgData name="HECTOR JUNIOR MARTINEZ CERVANTES" userId="0b86bddd-61ba-40f6-b111-41933449d4ea" providerId="ADAL" clId="{32A1EE02-9AB5-4529-9438-881FBD4EF8D5}" dt="2022-11-01T15:15:10.808" v="6000" actId="478"/>
          <ac:picMkLst>
            <pc:docMk/>
            <pc:sldMk cId="3760492719" sldId="304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1-01T15:12:48.623" v="5899" actId="478"/>
          <ac:picMkLst>
            <pc:docMk/>
            <pc:sldMk cId="3760492719" sldId="304"/>
            <ac:picMk id="13" creationId="{C892C1B8-6E09-CDD0-965A-774B33DCB85F}"/>
          </ac:picMkLst>
        </pc:picChg>
        <pc:picChg chg="add mod">
          <ac:chgData name="HECTOR JUNIOR MARTINEZ CERVANTES" userId="0b86bddd-61ba-40f6-b111-41933449d4ea" providerId="ADAL" clId="{32A1EE02-9AB5-4529-9438-881FBD4EF8D5}" dt="2022-11-01T15:15:17.535" v="6002" actId="1076"/>
          <ac:picMkLst>
            <pc:docMk/>
            <pc:sldMk cId="3760492719" sldId="304"/>
            <ac:picMk id="16" creationId="{D72C6FCD-FF73-F843-3D95-8D38F51980E5}"/>
          </ac:picMkLst>
        </pc:picChg>
        <pc:picChg chg="del">
          <ac:chgData name="HECTOR JUNIOR MARTINEZ CERVANTES" userId="0b86bddd-61ba-40f6-b111-41933449d4ea" providerId="ADAL" clId="{32A1EE02-9AB5-4529-9438-881FBD4EF8D5}" dt="2022-11-01T15:14:36.135" v="5992" actId="478"/>
          <ac:picMkLst>
            <pc:docMk/>
            <pc:sldMk cId="3760492719" sldId="304"/>
            <ac:picMk id="20" creationId="{E048F7DE-F7B6-BE7F-7EB0-11EBF3291225}"/>
          </ac:picMkLst>
        </pc:picChg>
        <pc:cxnChg chg="mod">
          <ac:chgData name="HECTOR JUNIOR MARTINEZ CERVANTES" userId="0b86bddd-61ba-40f6-b111-41933449d4ea" providerId="ADAL" clId="{32A1EE02-9AB5-4529-9438-881FBD4EF8D5}" dt="2022-11-01T15:14:12.201" v="5982" actId="20577"/>
          <ac:cxnSpMkLst>
            <pc:docMk/>
            <pc:sldMk cId="3760492719" sldId="304"/>
            <ac:cxnSpMk id="23" creationId="{52B8A7D7-CB5A-3964-02DB-8DA7A3678B0D}"/>
          </ac:cxnSpMkLst>
        </pc:cxnChg>
        <pc:cxnChg chg="mod">
          <ac:chgData name="HECTOR JUNIOR MARTINEZ CERVANTES" userId="0b86bddd-61ba-40f6-b111-41933449d4ea" providerId="ADAL" clId="{32A1EE02-9AB5-4529-9438-881FBD4EF8D5}" dt="2022-11-01T15:14:49.443" v="5998" actId="1076"/>
          <ac:cxnSpMkLst>
            <pc:docMk/>
            <pc:sldMk cId="3760492719" sldId="304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27:23.881" v="6096" actId="14100"/>
        <pc:sldMkLst>
          <pc:docMk/>
          <pc:sldMk cId="1774525503" sldId="305"/>
        </pc:sldMkLst>
        <pc:spChg chg="mod">
          <ac:chgData name="HECTOR JUNIOR MARTINEZ CERVANTES" userId="0b86bddd-61ba-40f6-b111-41933449d4ea" providerId="ADAL" clId="{32A1EE02-9AB5-4529-9438-881FBD4EF8D5}" dt="2022-11-01T15:25:40.686" v="6077" actId="692"/>
          <ac:spMkLst>
            <pc:docMk/>
            <pc:sldMk cId="1774525503" sldId="305"/>
            <ac:spMk id="6" creationId="{BAAA793F-8306-3C54-5809-D8722DEE8800}"/>
          </ac:spMkLst>
        </pc:spChg>
        <pc:spChg chg="mod">
          <ac:chgData name="HECTOR JUNIOR MARTINEZ CERVANTES" userId="0b86bddd-61ba-40f6-b111-41933449d4ea" providerId="ADAL" clId="{32A1EE02-9AB5-4529-9438-881FBD4EF8D5}" dt="2022-11-01T15:25:57.265" v="6078" actId="692"/>
          <ac:spMkLst>
            <pc:docMk/>
            <pc:sldMk cId="1774525503" sldId="305"/>
            <ac:spMk id="13" creationId="{E68D4616-0EC9-9115-BD33-21571BD19EEF}"/>
          </ac:spMkLst>
        </pc:spChg>
        <pc:picChg chg="mod modCrop">
          <ac:chgData name="HECTOR JUNIOR MARTINEZ CERVANTES" userId="0b86bddd-61ba-40f6-b111-41933449d4ea" providerId="ADAL" clId="{32A1EE02-9AB5-4529-9438-881FBD4EF8D5}" dt="2022-11-01T15:24:34.658" v="6066" actId="1076"/>
          <ac:picMkLst>
            <pc:docMk/>
            <pc:sldMk cId="1774525503" sldId="305"/>
            <ac:picMk id="4" creationId="{E7D293A3-B708-5AE5-232D-1249F58586FF}"/>
          </ac:picMkLst>
        </pc:picChg>
        <pc:picChg chg="add mod modCrop">
          <ac:chgData name="HECTOR JUNIOR MARTINEZ CERVANTES" userId="0b86bddd-61ba-40f6-b111-41933449d4ea" providerId="ADAL" clId="{32A1EE02-9AB5-4529-9438-881FBD4EF8D5}" dt="2022-11-01T15:27:11.476" v="6093" actId="1076"/>
          <ac:picMkLst>
            <pc:docMk/>
            <pc:sldMk cId="1774525503" sldId="305"/>
            <ac:picMk id="5" creationId="{B64F2484-F438-2607-02C0-89E95B8A4525}"/>
          </ac:picMkLst>
        </pc:picChg>
        <pc:picChg chg="add mod ord">
          <ac:chgData name="HECTOR JUNIOR MARTINEZ CERVANTES" userId="0b86bddd-61ba-40f6-b111-41933449d4ea" providerId="ADAL" clId="{32A1EE02-9AB5-4529-9438-881FBD4EF8D5}" dt="2022-11-01T15:27:09.795" v="6092" actId="1076"/>
          <ac:picMkLst>
            <pc:docMk/>
            <pc:sldMk cId="1774525503" sldId="305"/>
            <ac:picMk id="15" creationId="{C5892B8C-9167-F4AA-16B7-135EE5122E6E}"/>
          </ac:picMkLst>
        </pc:picChg>
        <pc:picChg chg="del">
          <ac:chgData name="HECTOR JUNIOR MARTINEZ CERVANTES" userId="0b86bddd-61ba-40f6-b111-41933449d4ea" providerId="ADAL" clId="{32A1EE02-9AB5-4529-9438-881FBD4EF8D5}" dt="2022-11-01T15:24:10.383" v="6059" actId="478"/>
          <ac:picMkLst>
            <pc:docMk/>
            <pc:sldMk cId="1774525503" sldId="305"/>
            <ac:picMk id="19" creationId="{2E90F207-6AA1-CBB3-D50C-CFC7AF2F0D56}"/>
          </ac:picMkLst>
        </pc:picChg>
        <pc:cxnChg chg="add mod">
          <ac:chgData name="HECTOR JUNIOR MARTINEZ CERVANTES" userId="0b86bddd-61ba-40f6-b111-41933449d4ea" providerId="ADAL" clId="{32A1EE02-9AB5-4529-9438-881FBD4EF8D5}" dt="2022-11-01T15:27:23.881" v="6096" actId="14100"/>
          <ac:cxnSpMkLst>
            <pc:docMk/>
            <pc:sldMk cId="1774525503" sldId="305"/>
            <ac:cxnSpMk id="17" creationId="{D390585A-35DB-77FF-A822-7A5997657E54}"/>
          </ac:cxnSpMkLst>
        </pc:cxnChg>
        <pc:cxnChg chg="mod">
          <ac:chgData name="HECTOR JUNIOR MARTINEZ CERVANTES" userId="0b86bddd-61ba-40f6-b111-41933449d4ea" providerId="ADAL" clId="{32A1EE02-9AB5-4529-9438-881FBD4EF8D5}" dt="2022-11-01T15:27:11.476" v="6093" actId="1076"/>
          <ac:cxnSpMkLst>
            <pc:docMk/>
            <pc:sldMk cId="1774525503" sldId="305"/>
            <ac:cxnSpMk id="26" creationId="{97D68ECE-41C4-1287-BF36-53F9E8265BE7}"/>
          </ac:cxnSpMkLst>
        </pc:cxnChg>
      </pc:sldChg>
      <pc:sldMasterChg chg="delSldLayout">
        <pc:chgData name="HECTOR JUNIOR MARTINEZ CERVANTES" userId="0b86bddd-61ba-40f6-b111-41933449d4ea" providerId="ADAL" clId="{32A1EE02-9AB5-4529-9438-881FBD4EF8D5}" dt="2022-10-21T14:11:03.107" v="4371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32A1EE02-9AB5-4529-9438-881FBD4EF8D5}" dt="2022-10-20T21:48:28.405" v="276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HECTOR JUNIOR MARTINEZ CERVANTES" userId="0b86bddd-61ba-40f6-b111-41933449d4ea" providerId="ADAL" clId="{32A1EE02-9AB5-4529-9438-881FBD4EF8D5}" dt="2022-10-21T14:11:03.107" v="437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ANDREA PATRICIA PASTORI ROJAS" userId="S::andrea.pastori@unisimon.edu.co::62588e05-5874-4b1f-bb98-2372ec742878" providerId="AD" clId="Web-{25D1A56D-A061-43FC-8F7B-515A46B2DDD7}"/>
    <pc:docChg chg="modSld">
      <pc:chgData name="ANDREA PATRICIA PASTORI ROJAS" userId="S::andrea.pastori@unisimon.edu.co::62588e05-5874-4b1f-bb98-2372ec742878" providerId="AD" clId="Web-{25D1A56D-A061-43FC-8F7B-515A46B2DDD7}" dt="2023-03-13T16:42:37.951" v="238" actId="20577"/>
      <pc:docMkLst>
        <pc:docMk/>
      </pc:docMkLst>
      <pc:sldChg chg="modSp">
        <pc:chgData name="ANDREA PATRICIA PASTORI ROJAS" userId="S::andrea.pastori@unisimon.edu.co::62588e05-5874-4b1f-bb98-2372ec742878" providerId="AD" clId="Web-{25D1A56D-A061-43FC-8F7B-515A46B2DDD7}" dt="2023-03-13T16:42:37.951" v="238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2:37.951" v="238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Sp modSp">
        <pc:chgData name="ANDREA PATRICIA PASTORI ROJAS" userId="S::andrea.pastori@unisimon.edu.co::62588e05-5874-4b1f-bb98-2372ec742878" providerId="AD" clId="Web-{25D1A56D-A061-43FC-8F7B-515A46B2DDD7}" dt="2023-03-13T16:42:17.904" v="219" actId="1076"/>
        <pc:sldMkLst>
          <pc:docMk/>
          <pc:sldMk cId="4286166816" sldId="284"/>
        </pc:sldMkLst>
        <pc:spChg chg="del">
          <ac:chgData name="ANDREA PATRICIA PASTORI ROJAS" userId="S::andrea.pastori@unisimon.edu.co::62588e05-5874-4b1f-bb98-2372ec742878" providerId="AD" clId="Web-{25D1A56D-A061-43FC-8F7B-515A46B2DDD7}" dt="2023-03-13T16:42:12.950" v="217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2:17.904" v="219" actId="1076"/>
          <ac:spMkLst>
            <pc:docMk/>
            <pc:sldMk cId="4286166816" sldId="284"/>
            <ac:spMk id="18" creationId="{449C38C8-C1ED-3F3D-2652-C477F46835D3}"/>
          </ac:spMkLst>
        </pc:spChg>
        <pc:picChg chg="mod">
          <ac:chgData name="ANDREA PATRICIA PASTORI ROJAS" userId="S::andrea.pastori@unisimon.edu.co::62588e05-5874-4b1f-bb98-2372ec742878" providerId="AD" clId="Web-{25D1A56D-A061-43FC-8F7B-515A46B2DDD7}" dt="2023-03-13T16:42:17.904" v="218" actId="1076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ANDREA PATRICIA PASTORI ROJAS" userId="S::andrea.pastori@unisimon.edu.co::62588e05-5874-4b1f-bb98-2372ec742878" providerId="AD" clId="Web-{25D1A56D-A061-43FC-8F7B-515A46B2DDD7}" dt="2023-03-13T16:42:12.450" v="216"/>
          <ac:picMkLst>
            <pc:docMk/>
            <pc:sldMk cId="4286166816" sldId="284"/>
            <ac:picMk id="6" creationId="{BF6448B1-3DA0-435C-BD3F-9D696D910BDF}"/>
          </ac:picMkLst>
        </pc:picChg>
      </pc:sldChg>
      <pc:sldChg chg="modSp">
        <pc:chgData name="ANDREA PATRICIA PASTORI ROJAS" userId="S::andrea.pastori@unisimon.edu.co::62588e05-5874-4b1f-bb98-2372ec742878" providerId="AD" clId="Web-{25D1A56D-A061-43FC-8F7B-515A46B2DDD7}" dt="2023-03-13T16:41:57.544" v="213" actId="20577"/>
        <pc:sldMkLst>
          <pc:docMk/>
          <pc:sldMk cId="2621074941" sldId="290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49.231" v="210" actId="20577"/>
          <ac:spMkLst>
            <pc:docMk/>
            <pc:sldMk cId="2621074941" sldId="290"/>
            <ac:spMk id="4" creationId="{0655C628-DECE-7BF2-0F77-6A67660E809E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57.544" v="213" actId="20577"/>
          <ac:spMkLst>
            <pc:docMk/>
            <pc:sldMk cId="2621074941" sldId="290"/>
            <ac:spMk id="13" creationId="{2400B484-A063-41B3-A0FB-A4EA700FD8B2}"/>
          </ac:spMkLst>
        </pc:spChg>
      </pc:sldChg>
      <pc:sldChg chg="addSp delSp modSp">
        <pc:chgData name="ANDREA PATRICIA PASTORI ROJAS" userId="S::andrea.pastori@unisimon.edu.co::62588e05-5874-4b1f-bb98-2372ec742878" providerId="AD" clId="Web-{25D1A56D-A061-43FC-8F7B-515A46B2DDD7}" dt="2023-03-13T16:42:07.341" v="215"/>
        <pc:sldMkLst>
          <pc:docMk/>
          <pc:sldMk cId="1053964674" sldId="291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52.335" v="42" actId="20577"/>
          <ac:spMkLst>
            <pc:docMk/>
            <pc:sldMk cId="1053964674" sldId="291"/>
            <ac:spMk id="98" creationId="{00000000-0000-0000-0000-000000000000}"/>
          </ac:spMkLst>
        </pc:spChg>
        <pc:picChg chg="add del">
          <ac:chgData name="ANDREA PATRICIA PASTORI ROJAS" userId="S::andrea.pastori@unisimon.edu.co::62588e05-5874-4b1f-bb98-2372ec742878" providerId="AD" clId="Web-{25D1A56D-A061-43FC-8F7B-515A46B2DDD7}" dt="2023-03-13T16:42:07.341" v="215"/>
          <ac:picMkLst>
            <pc:docMk/>
            <pc:sldMk cId="1053964674" sldId="291"/>
            <ac:picMk id="4" creationId="{62C8B858-D9B3-4A89-8EAA-8EFAFB49F04B}"/>
          </ac:picMkLst>
        </pc:picChg>
        <pc:cxnChg chg="mod">
          <ac:chgData name="ANDREA PATRICIA PASTORI ROJAS" userId="S::andrea.pastori@unisimon.edu.co::62588e05-5874-4b1f-bb98-2372ec742878" providerId="AD" clId="Web-{25D1A56D-A061-43FC-8F7B-515A46B2DDD7}" dt="2023-03-13T16:42:07.341" v="215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38:18.068" v="14" actId="20577"/>
        <pc:sldMkLst>
          <pc:docMk/>
          <pc:sldMk cId="2045206371" sldId="292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18.068" v="14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39:51.540" v="88" actId="20577"/>
        <pc:sldMkLst>
          <pc:docMk/>
          <pc:sldMk cId="2895630071" sldId="293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9:21.007" v="74" actId="20577"/>
          <ac:spMkLst>
            <pc:docMk/>
            <pc:sldMk cId="2895630071" sldId="293"/>
            <ac:spMk id="10" creationId="{71CDCB9F-9223-40EB-BFE2-DCCC9CCF9EA0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18.304" v="60" actId="1076"/>
          <ac:spMkLst>
            <pc:docMk/>
            <pc:sldMk cId="2895630071" sldId="293"/>
            <ac:spMk id="36" creationId="{CF8BCC55-620B-4536-B646-FDF3DFC9D4BC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32.148" v="75"/>
          <ac:spMkLst>
            <pc:docMk/>
            <pc:sldMk cId="2895630071" sldId="293"/>
            <ac:spMk id="38" creationId="{BB184355-3F02-4799-930B-0AF2835DEF2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51.540" v="88" actId="20577"/>
          <ac:spMkLst>
            <pc:docMk/>
            <pc:sldMk cId="2895630071" sldId="293"/>
            <ac:spMk id="50" creationId="{B941250A-4019-46D7-9BFA-F50F669DD89C}"/>
          </ac:spMkLst>
        </pc:spChg>
        <pc:cxnChg chg="mod">
          <ac:chgData name="ANDREA PATRICIA PASTORI ROJAS" userId="S::andrea.pastori@unisimon.edu.co::62588e05-5874-4b1f-bb98-2372ec742878" providerId="AD" clId="Web-{25D1A56D-A061-43FC-8F7B-515A46B2DDD7}" dt="2023-03-13T16:39:21.007" v="73" actId="20577"/>
          <ac:cxnSpMkLst>
            <pc:docMk/>
            <pc:sldMk cId="2895630071" sldId="293"/>
            <ac:cxnSpMk id="11" creationId="{62AC4279-5B9C-4BC9-96F2-E6FA1ABF6CE5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41:39.496" v="208" actId="20577"/>
        <pc:sldMkLst>
          <pc:docMk/>
          <pc:sldMk cId="1752066582" sldId="295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11.073" v="179" actId="20577"/>
          <ac:spMkLst>
            <pc:docMk/>
            <pc:sldMk cId="1752066582" sldId="295"/>
            <ac:spMk id="15" creationId="{837E8B23-5424-4C69-BFA5-E9FA0EF689C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39.496" v="208" actId="20577"/>
          <ac:spMkLst>
            <pc:docMk/>
            <pc:sldMk cId="1752066582" sldId="295"/>
            <ac:spMk id="25" creationId="{9472602A-08D6-4E4F-ABAA-AFD1D0724306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40:53.463" v="158" actId="20577"/>
        <pc:sldMkLst>
          <pc:docMk/>
          <pc:sldMk cId="1903169907" sldId="298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0:53.463" v="158" actId="20577"/>
          <ac:spMkLst>
            <pc:docMk/>
            <pc:sldMk cId="1903169907" sldId="298"/>
            <ac:spMk id="49" creationId="{4CC9EF87-79C0-4826-8349-B8B748BAB673}"/>
          </ac:spMkLst>
        </pc:spChg>
      </pc:sldChg>
    </pc:docChg>
  </pc:docChgLst>
  <pc:docChgLst>
    <pc:chgData name="HECTOR JUNIOR MARTINEZ CERVANTES" userId="0b86bddd-61ba-40f6-b111-41933449d4ea" providerId="ADAL" clId="{8CCDBD9F-3621-4226-9254-9C57DDD046CF}"/>
    <pc:docChg chg="undo custSel addSld delSld modSld">
      <pc:chgData name="HECTOR JUNIOR MARTINEZ CERVANTES" userId="0b86bddd-61ba-40f6-b111-41933449d4ea" providerId="ADAL" clId="{8CCDBD9F-3621-4226-9254-9C57DDD046CF}" dt="2022-11-30T18:37:05.222" v="1565" actId="113"/>
      <pc:docMkLst>
        <pc:docMk/>
      </pc:docMkLst>
      <pc:sldChg chg="modSp mod">
        <pc:chgData name="HECTOR JUNIOR MARTINEZ CERVANTES" userId="0b86bddd-61ba-40f6-b111-41933449d4ea" providerId="ADAL" clId="{8CCDBD9F-3621-4226-9254-9C57DDD046CF}" dt="2022-11-30T17:22:25.143" v="26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8CCDBD9F-3621-4226-9254-9C57DDD046CF}" dt="2022-11-30T17:22:25.14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8CCDBD9F-3621-4226-9254-9C57DDD046CF}" dt="2022-11-30T17:22:30.410" v="27" actId="2696"/>
        <pc:sldMkLst>
          <pc:docMk/>
          <pc:sldMk cId="0" sldId="257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5:52.903" v="96" actId="1035"/>
        <pc:sldMkLst>
          <pc:docMk/>
          <pc:sldMk cId="0" sldId="258"/>
        </pc:sldMkLst>
        <pc:spChg chg="mod">
          <ac:chgData name="HECTOR JUNIOR MARTINEZ CERVANTES" userId="0b86bddd-61ba-40f6-b111-41933449d4ea" providerId="ADAL" clId="{8CCDBD9F-3621-4226-9254-9C57DDD046CF}" dt="2022-11-30T17:25:32.181" v="66" actId="692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0b86bddd-61ba-40f6-b111-41933449d4ea" providerId="ADAL" clId="{8CCDBD9F-3621-4226-9254-9C57DDD046CF}" dt="2022-11-30T17:25:52.903" v="96" actId="1035"/>
          <ac:spMkLst>
            <pc:docMk/>
            <pc:sldMk cId="0" sldId="258"/>
            <ac:spMk id="3" creationId="{E32AE2E1-212D-2D80-485B-3E622BCD787A}"/>
          </ac:spMkLst>
        </pc:spChg>
        <pc:spChg chg="mod">
          <ac:chgData name="HECTOR JUNIOR MARTINEZ CERVANTES" userId="0b86bddd-61ba-40f6-b111-41933449d4ea" providerId="ADAL" clId="{8CCDBD9F-3621-4226-9254-9C57DDD046CF}" dt="2022-11-30T17:24:26.929" v="43" actId="313"/>
          <ac:spMkLst>
            <pc:docMk/>
            <pc:sldMk cId="0" sldId="25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3:48.023" v="30" actId="478"/>
          <ac:picMkLst>
            <pc:docMk/>
            <pc:sldMk cId="0" sldId="258"/>
            <ac:picMk id="5" creationId="{AF8A4123-FBDA-E34D-4657-F22C717B460C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4:10.182" v="36" actId="14100"/>
          <ac:picMkLst>
            <pc:docMk/>
            <pc:sldMk cId="0" sldId="258"/>
            <ac:picMk id="6" creationId="{2D9C9F9C-DD3A-4888-94BC-4E27C4C24800}"/>
          </ac:picMkLst>
        </pc:picChg>
      </pc:sldChg>
      <pc:sldChg chg="addSp delSp modSp del mod">
        <pc:chgData name="HECTOR JUNIOR MARTINEZ CERVANTES" userId="0b86bddd-61ba-40f6-b111-41933449d4ea" providerId="ADAL" clId="{8CCDBD9F-3621-4226-9254-9C57DDD046CF}" dt="2022-11-30T18:12:46.937" v="567" actId="2696"/>
        <pc:sldMkLst>
          <pc:docMk/>
          <pc:sldMk cId="0" sldId="259"/>
        </pc:sldMkLst>
        <pc:picChg chg="del">
          <ac:chgData name="HECTOR JUNIOR MARTINEZ CERVANTES" userId="0b86bddd-61ba-40f6-b111-41933449d4ea" providerId="ADAL" clId="{8CCDBD9F-3621-4226-9254-9C57DDD046CF}" dt="2022-11-30T17:28:56.872" v="228" actId="478"/>
          <ac:picMkLst>
            <pc:docMk/>
            <pc:sldMk cId="0" sldId="259"/>
            <ac:picMk id="2" creationId="{D7E62C5B-C99D-D819-325E-0D4E846604D2}"/>
          </ac:picMkLst>
        </pc:picChg>
        <pc:picChg chg="add del">
          <ac:chgData name="HECTOR JUNIOR MARTINEZ CERVANTES" userId="0b86bddd-61ba-40f6-b111-41933449d4ea" providerId="ADAL" clId="{8CCDBD9F-3621-4226-9254-9C57DDD046CF}" dt="2022-11-30T18:10:19.172" v="456" actId="22"/>
          <ac:picMkLst>
            <pc:docMk/>
            <pc:sldMk cId="0" sldId="259"/>
            <ac:picMk id="4" creationId="{F46166D3-E9EA-4BDA-9065-D10FB98B0A52}"/>
          </ac:picMkLst>
        </pc:picChg>
        <pc:picChg chg="del">
          <ac:chgData name="HECTOR JUNIOR MARTINEZ CERVANTES" userId="0b86bddd-61ba-40f6-b111-41933449d4ea" providerId="ADAL" clId="{8CCDBD9F-3621-4226-9254-9C57DDD046CF}" dt="2022-11-30T17:28:56.154" v="227" actId="478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8CCDBD9F-3621-4226-9254-9C57DDD046CF}" dt="2022-11-30T17:28:56.154" v="227" actId="478"/>
          <ac:cxnSpMkLst>
            <pc:docMk/>
            <pc:sldMk cId="0" sldId="259"/>
            <ac:cxnSpMk id="16" creationId="{2AEC4DD7-1D30-CF3A-5165-11CD31D5DB3A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0" sldId="266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8:47.097" v="226" actId="122"/>
        <pc:sldMkLst>
          <pc:docMk/>
          <pc:sldMk cId="577171009" sldId="273"/>
        </pc:sldMkLst>
        <pc:spChg chg="del">
          <ac:chgData name="HECTOR JUNIOR MARTINEZ CERVANTES" userId="0b86bddd-61ba-40f6-b111-41933449d4ea" providerId="ADAL" clId="{8CCDBD9F-3621-4226-9254-9C57DDD046CF}" dt="2022-11-30T17:27:10.077" v="168" actId="478"/>
          <ac:spMkLst>
            <pc:docMk/>
            <pc:sldMk cId="577171009" sldId="273"/>
            <ac:spMk id="11" creationId="{F39893C8-42CA-76CC-4A99-1B95351ABDCE}"/>
          </ac:spMkLst>
        </pc:spChg>
        <pc:spChg chg="del">
          <ac:chgData name="HECTOR JUNIOR MARTINEZ CERVANTES" userId="0b86bddd-61ba-40f6-b111-41933449d4ea" providerId="ADAL" clId="{8CCDBD9F-3621-4226-9254-9C57DDD046CF}" dt="2022-11-30T17:27:28.361" v="173" actId="478"/>
          <ac:spMkLst>
            <pc:docMk/>
            <pc:sldMk cId="577171009" sldId="273"/>
            <ac:spMk id="13" creationId="{10E83437-82B2-C259-D883-517BB49FCD81}"/>
          </ac:spMkLst>
        </pc:spChg>
        <pc:spChg chg="add mod">
          <ac:chgData name="HECTOR JUNIOR MARTINEZ CERVANTES" userId="0b86bddd-61ba-40f6-b111-41933449d4ea" providerId="ADAL" clId="{8CCDBD9F-3621-4226-9254-9C57DDD046CF}" dt="2022-11-30T17:27:51.622" v="179" actId="1076"/>
          <ac:spMkLst>
            <pc:docMk/>
            <pc:sldMk cId="577171009" sldId="273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8CCDBD9F-3621-4226-9254-9C57DDD046CF}" dt="2022-11-30T17:27:29.155" v="174" actId="478"/>
          <ac:spMkLst>
            <pc:docMk/>
            <pc:sldMk cId="577171009" sldId="273"/>
            <ac:spMk id="15" creationId="{2AD2D856-2A21-09A5-7FC9-A67A964A1363}"/>
          </ac:spMkLst>
        </pc:spChg>
        <pc:spChg chg="del">
          <ac:chgData name="HECTOR JUNIOR MARTINEZ CERVANTES" userId="0b86bddd-61ba-40f6-b111-41933449d4ea" providerId="ADAL" clId="{8CCDBD9F-3621-4226-9254-9C57DDD046CF}" dt="2022-11-30T17:26:40.863" v="99" actId="478"/>
          <ac:spMkLst>
            <pc:docMk/>
            <pc:sldMk cId="577171009" sldId="273"/>
            <ac:spMk id="16" creationId="{FE35CEE1-9ED1-DA50-840A-6849B36FBF1E}"/>
          </ac:spMkLst>
        </pc:spChg>
        <pc:spChg chg="mod">
          <ac:chgData name="HECTOR JUNIOR MARTINEZ CERVANTES" userId="0b86bddd-61ba-40f6-b111-41933449d4ea" providerId="ADAL" clId="{8CCDBD9F-3621-4226-9254-9C57DDD046CF}" dt="2022-11-30T17:27:24.560" v="171" actId="14100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28:47.097" v="226" actId="122"/>
          <ac:spMkLst>
            <pc:docMk/>
            <pc:sldMk cId="577171009" sldId="27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6:39.552" v="98" actId="478"/>
          <ac:picMkLst>
            <pc:docMk/>
            <pc:sldMk cId="577171009" sldId="273"/>
            <ac:picMk id="3" creationId="{177BA63B-AB63-DF93-EEC3-2695E291EF8E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7:45.767" v="178" actId="1076"/>
          <ac:picMkLst>
            <pc:docMk/>
            <pc:sldMk cId="577171009" sldId="273"/>
            <ac:picMk id="4" creationId="{0FA1479A-965D-47A0-B0C8-EE8E49BCCACD}"/>
          </ac:picMkLst>
        </pc:picChg>
        <pc:picChg chg="del">
          <ac:chgData name="HECTOR JUNIOR MARTINEZ CERVANTES" userId="0b86bddd-61ba-40f6-b111-41933449d4ea" providerId="ADAL" clId="{8CCDBD9F-3621-4226-9254-9C57DDD046CF}" dt="2022-11-30T17:26:39.016" v="97" actId="478"/>
          <ac:picMkLst>
            <pc:docMk/>
            <pc:sldMk cId="577171009" sldId="273"/>
            <ac:picMk id="17" creationId="{1B618D5F-E8FF-AE47-3EE1-8239D702C39F}"/>
          </ac:picMkLst>
        </pc:picChg>
        <pc:cxnChg chg="del mod">
          <ac:chgData name="HECTOR JUNIOR MARTINEZ CERVANTES" userId="0b86bddd-61ba-40f6-b111-41933449d4ea" providerId="ADAL" clId="{8CCDBD9F-3621-4226-9254-9C57DDD046CF}" dt="2022-11-30T17:27:26.448" v="172" actId="478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36.058" v="28" actId="2696"/>
        <pc:sldMkLst>
          <pc:docMk/>
          <pc:sldMk cId="2146478518" sldId="274"/>
        </pc:sldMkLst>
      </pc:sldChg>
      <pc:sldChg chg="addSp delSp modSp mod">
        <pc:chgData name="HECTOR JUNIOR MARTINEZ CERVANTES" userId="0b86bddd-61ba-40f6-b111-41933449d4ea" providerId="ADAL" clId="{8CCDBD9F-3621-4226-9254-9C57DDD046CF}" dt="2022-11-30T18:20:38.353" v="1083" actId="1076"/>
        <pc:sldMkLst>
          <pc:docMk/>
          <pc:sldMk cId="2755532771" sldId="275"/>
        </pc:sldMkLst>
        <pc:spChg chg="mod">
          <ac:chgData name="HECTOR JUNIOR MARTINEZ CERVANTES" userId="0b86bddd-61ba-40f6-b111-41933449d4ea" providerId="ADAL" clId="{8CCDBD9F-3621-4226-9254-9C57DDD046CF}" dt="2022-11-30T18:17:54.201" v="877" actId="14100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8CCDBD9F-3621-4226-9254-9C57DDD046CF}" dt="2022-11-30T18:17:26.192" v="871" actId="478"/>
          <ac:spMkLst>
            <pc:docMk/>
            <pc:sldMk cId="2755532771" sldId="275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8CCDBD9F-3621-4226-9254-9C57DDD046CF}" dt="2022-11-30T18:19:12.876" v="996" actId="1076"/>
          <ac:spMkLst>
            <pc:docMk/>
            <pc:sldMk cId="2755532771" sldId="275"/>
            <ac:spMk id="4" creationId="{0655C628-DECE-7BF2-0F77-6A67660E809E}"/>
          </ac:spMkLst>
        </pc:spChg>
        <pc:spChg chg="mod">
          <ac:chgData name="HECTOR JUNIOR MARTINEZ CERVANTES" userId="0b86bddd-61ba-40f6-b111-41933449d4ea" providerId="ADAL" clId="{8CCDBD9F-3621-4226-9254-9C57DDD046CF}" dt="2022-11-30T18:20:38.353" v="1083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8CCDBD9F-3621-4226-9254-9C57DDD046CF}" dt="2022-11-30T18:19:32.528" v="1000" actId="14100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8CCDBD9F-3621-4226-9254-9C57DDD046CF}" dt="2022-11-30T18:19:03.747" v="993" actId="1076"/>
          <ac:spMkLst>
            <pc:docMk/>
            <pc:sldMk cId="2755532771" sldId="275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8CCDBD9F-3621-4226-9254-9C57DDD046CF}" dt="2022-11-30T18:17:09.441" v="863" actId="478"/>
          <ac:spMkLst>
            <pc:docMk/>
            <pc:sldMk cId="2755532771" sldId="275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8CCDBD9F-3621-4226-9254-9C57DDD046CF}" dt="2022-11-30T18:17:11.788" v="865" actId="478"/>
          <ac:spMkLst>
            <pc:docMk/>
            <pc:sldMk cId="2755532771" sldId="275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8CCDBD9F-3621-4226-9254-9C57DDD046CF}" dt="2022-11-30T18:17:22.135" v="869" actId="478"/>
          <ac:spMkLst>
            <pc:docMk/>
            <pc:sldMk cId="2755532771" sldId="275"/>
            <ac:spMk id="26" creationId="{1FD526B0-1EFD-372A-D78F-CF006FF82208}"/>
          </ac:spMkLst>
        </pc:spChg>
        <pc:spChg chg="del">
          <ac:chgData name="HECTOR JUNIOR MARTINEZ CERVANTES" userId="0b86bddd-61ba-40f6-b111-41933449d4ea" providerId="ADAL" clId="{8CCDBD9F-3621-4226-9254-9C57DDD046CF}" dt="2022-11-30T18:17:17.146" v="868" actId="478"/>
          <ac:spMkLst>
            <pc:docMk/>
            <pc:sldMk cId="2755532771" sldId="275"/>
            <ac:spMk id="44" creationId="{1E6E64D4-80BB-8C8A-9865-B58AAE2E6DB0}"/>
          </ac:spMkLst>
        </pc:spChg>
        <pc:spChg chg="del">
          <ac:chgData name="HECTOR JUNIOR MARTINEZ CERVANTES" userId="0b86bddd-61ba-40f6-b111-41933449d4ea" providerId="ADAL" clId="{8CCDBD9F-3621-4226-9254-9C57DDD046CF}" dt="2022-11-30T18:17:14.281" v="866" actId="478"/>
          <ac:spMkLst>
            <pc:docMk/>
            <pc:sldMk cId="2755532771" sldId="275"/>
            <ac:spMk id="45" creationId="{81A662A9-2256-FC73-07E2-3630570DEDD8}"/>
          </ac:spMkLst>
        </pc:spChg>
        <pc:picChg chg="add mod ord">
          <ac:chgData name="HECTOR JUNIOR MARTINEZ CERVANTES" userId="0b86bddd-61ba-40f6-b111-41933449d4ea" providerId="ADAL" clId="{8CCDBD9F-3621-4226-9254-9C57DDD046CF}" dt="2022-11-30T18:18:01.616" v="879" actId="1076"/>
          <ac:picMkLst>
            <pc:docMk/>
            <pc:sldMk cId="2755532771" sldId="275"/>
            <ac:picMk id="8" creationId="{B142A24A-CC14-4B2A-BFC3-9528CF2906B0}"/>
          </ac:picMkLst>
        </pc:picChg>
        <pc:picChg chg="del">
          <ac:chgData name="HECTOR JUNIOR MARTINEZ CERVANTES" userId="0b86bddd-61ba-40f6-b111-41933449d4ea" providerId="ADAL" clId="{8CCDBD9F-3621-4226-9254-9C57DDD046CF}" dt="2022-11-30T18:16:15.148" v="808" actId="478"/>
          <ac:picMkLst>
            <pc:docMk/>
            <pc:sldMk cId="2755532771" sldId="275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8CCDBD9F-3621-4226-9254-9C57DDD046CF}" dt="2022-11-30T18:20:38.353" v="1083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8CCDBD9F-3621-4226-9254-9C57DDD046CF}" dt="2022-11-30T18:19:03.747" v="993" actId="1076"/>
          <ac:cxnSpMkLst>
            <pc:docMk/>
            <pc:sldMk cId="2755532771" sldId="275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0.634" v="864" actId="478"/>
          <ac:cxnSpMkLst>
            <pc:docMk/>
            <pc:sldMk cId="2755532771" sldId="275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23.963" v="870" actId="478"/>
          <ac:cxnSpMkLst>
            <pc:docMk/>
            <pc:sldMk cId="2755532771" sldId="275"/>
            <ac:cxnSpMk id="28" creationId="{11BCA776-666F-9262-27CD-22A539DBE02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5.561" v="867" actId="478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89332939" sldId="27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986241893" sldId="279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7:30:47.015" v="454" actId="20577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8CCDBD9F-3621-4226-9254-9C57DDD046CF}" dt="2022-11-30T17:30:13.647" v="397" actId="1038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7:29:53.030" v="285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30:47.015" v="454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7:29:43.041" v="283" actId="1038"/>
          <ac:picMkLst>
            <pc:docMk/>
            <pc:sldMk cId="3251051220" sldId="281"/>
            <ac:picMk id="3" creationId="{6D63FB4B-08F5-4FDA-8814-E20D0BC1F606}"/>
          </ac:picMkLst>
        </pc:picChg>
        <pc:picChg chg="del">
          <ac:chgData name="HECTOR JUNIOR MARTINEZ CERVANTES" userId="0b86bddd-61ba-40f6-b111-41933449d4ea" providerId="ADAL" clId="{8CCDBD9F-3621-4226-9254-9C57DDD046CF}" dt="2022-11-30T17:29:24.996" v="230" actId="478"/>
          <ac:picMkLst>
            <pc:docMk/>
            <pc:sldMk cId="3251051220" sldId="281"/>
            <ac:picMk id="4" creationId="{0FA1479A-965D-47A0-B0C8-EE8E49BCCACD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895287328" sldId="28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73091987" sldId="282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2:07.965" v="566" actId="6549"/>
        <pc:sldMkLst>
          <pc:docMk/>
          <pc:sldMk cId="3866481285" sldId="282"/>
        </pc:sldMkLst>
        <pc:spChg chg="mod">
          <ac:chgData name="HECTOR JUNIOR MARTINEZ CERVANTES" userId="0b86bddd-61ba-40f6-b111-41933449d4ea" providerId="ADAL" clId="{8CCDBD9F-3621-4226-9254-9C57DDD046CF}" dt="2022-11-30T18:10:58.969" v="510" actId="1076"/>
          <ac:spMkLst>
            <pc:docMk/>
            <pc:sldMk cId="3866481285" sldId="282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0:49.426" v="508" actId="14100"/>
          <ac:spMkLst>
            <pc:docMk/>
            <pc:sldMk cId="3866481285" sldId="282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2:07.965" v="566" actId="6549"/>
          <ac:spMkLst>
            <pc:docMk/>
            <pc:sldMk cId="3866481285" sldId="282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0:23.886" v="458" actId="478"/>
          <ac:picMkLst>
            <pc:docMk/>
            <pc:sldMk cId="3866481285" sldId="282"/>
            <ac:picMk id="3" creationId="{6D63FB4B-08F5-4FDA-8814-E20D0BC1F606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0:41.262" v="506" actId="1038"/>
          <ac:picMkLst>
            <pc:docMk/>
            <pc:sldMk cId="3866481285" sldId="282"/>
            <ac:picMk id="4" creationId="{21F747E8-9EF8-4EE8-A0B1-FBD22EAF7008}"/>
          </ac:picMkLst>
        </pc:picChg>
      </pc:sldChg>
      <pc:sldChg chg="addSp delSp modSp add mod">
        <pc:chgData name="HECTOR JUNIOR MARTINEZ CERVANTES" userId="0b86bddd-61ba-40f6-b111-41933449d4ea" providerId="ADAL" clId="{8CCDBD9F-3621-4226-9254-9C57DDD046CF}" dt="2022-11-30T18:15:16.795" v="777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8CCDBD9F-3621-4226-9254-9C57DDD046CF}" dt="2022-11-30T18:15:16.795" v="777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3:26.201" v="656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4:07.956" v="664" actId="20577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8:13:18.160" v="654" actId="167"/>
          <ac:picMkLst>
            <pc:docMk/>
            <pc:sldMk cId="1826181222" sldId="283"/>
            <ac:picMk id="3" creationId="{AE15923E-B2F1-4D96-B5CC-B17E0C99B8D7}"/>
          </ac:picMkLst>
        </pc:picChg>
        <pc:picChg chg="del">
          <ac:chgData name="HECTOR JUNIOR MARTINEZ CERVANTES" userId="0b86bddd-61ba-40f6-b111-41933449d4ea" providerId="ADAL" clId="{8CCDBD9F-3621-4226-9254-9C57DDD046CF}" dt="2022-11-30T18:12:55.325" v="569" actId="478"/>
          <ac:picMkLst>
            <pc:docMk/>
            <pc:sldMk cId="1826181222" sldId="283"/>
            <ac:picMk id="4" creationId="{21F747E8-9EF8-4EE8-A0B1-FBD22EAF7008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245084749" sldId="28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70131634" sldId="284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6:05.177" v="807" actId="20577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8CCDBD9F-3621-4226-9254-9C57DDD046CF}" dt="2022-11-30T18:15:10.073" v="776" actId="1076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5:07.196" v="775" actId="103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6:05.177" v="807" actId="20577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4:31.927" v="666" actId="478"/>
          <ac:picMkLst>
            <pc:docMk/>
            <pc:sldMk cId="4286166816" sldId="284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4:59.846" v="721" actId="167"/>
          <ac:picMkLst>
            <pc:docMk/>
            <pc:sldMk cId="4286166816" sldId="284"/>
            <ac:picMk id="4" creationId="{497A533D-1353-4B58-8763-2E91924D5DBF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0079762" sldId="285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6:25.271" v="1408" actId="1038"/>
        <pc:sldMkLst>
          <pc:docMk/>
          <pc:sldMk cId="3619726873" sldId="285"/>
        </pc:sldMkLst>
        <pc:spChg chg="del">
          <ac:chgData name="HECTOR JUNIOR MARTINEZ CERVANTES" userId="0b86bddd-61ba-40f6-b111-41933449d4ea" providerId="ADAL" clId="{8CCDBD9F-3621-4226-9254-9C57DDD046CF}" dt="2022-11-30T18:22:06.569" v="1135" actId="478"/>
          <ac:spMkLst>
            <pc:docMk/>
            <pc:sldMk cId="3619726873" sldId="28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8CCDBD9F-3621-4226-9254-9C57DDD046CF}" dt="2022-11-30T18:24:48.294" v="1320" actId="1035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2:08.696" v="1136" actId="478"/>
          <ac:spMkLst>
            <pc:docMk/>
            <pc:sldMk cId="3619726873" sldId="285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8CCDBD9F-3621-4226-9254-9C57DDD046CF}" dt="2022-11-30T18:21:56.487" v="1131" actId="478"/>
          <ac:spMkLst>
            <pc:docMk/>
            <pc:sldMk cId="3619726873" sldId="28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8CCDBD9F-3621-4226-9254-9C57DDD046CF}" dt="2022-11-30T18:25:07.400" v="1328" actId="14100"/>
          <ac:spMkLst>
            <pc:docMk/>
            <pc:sldMk cId="3619726873" sldId="285"/>
            <ac:spMk id="12" creationId="{A9B5A6F9-8155-4274-AB24-E5E947D25828}"/>
          </ac:spMkLst>
        </pc:spChg>
        <pc:spChg chg="add mod">
          <ac:chgData name="HECTOR JUNIOR MARTINEZ CERVANTES" userId="0b86bddd-61ba-40f6-b111-41933449d4ea" providerId="ADAL" clId="{8CCDBD9F-3621-4226-9254-9C57DDD046CF}" dt="2022-11-30T18:25:25.888" v="1358" actId="1037"/>
          <ac:spMkLst>
            <pc:docMk/>
            <pc:sldMk cId="3619726873" sldId="285"/>
            <ac:spMk id="13" creationId="{FE260A72-0CE7-408A-ACB6-789D54089EFF}"/>
          </ac:spMkLst>
        </pc:spChg>
        <pc:spChg chg="del">
          <ac:chgData name="HECTOR JUNIOR MARTINEZ CERVANTES" userId="0b86bddd-61ba-40f6-b111-41933449d4ea" providerId="ADAL" clId="{8CCDBD9F-3621-4226-9254-9C57DDD046CF}" dt="2022-11-30T18:22:10.806" v="1137" actId="478"/>
          <ac:spMkLst>
            <pc:docMk/>
            <pc:sldMk cId="3619726873" sldId="285"/>
            <ac:spMk id="14" creationId="{BA909872-46F1-027F-FA8E-29715C49066A}"/>
          </ac:spMkLst>
        </pc:spChg>
        <pc:picChg chg="add del mod ord">
          <ac:chgData name="HECTOR JUNIOR MARTINEZ CERVANTES" userId="0b86bddd-61ba-40f6-b111-41933449d4ea" providerId="ADAL" clId="{8CCDBD9F-3621-4226-9254-9C57DDD046CF}" dt="2022-11-30T18:22:29.416" v="1140" actId="478"/>
          <ac:picMkLst>
            <pc:docMk/>
            <pc:sldMk cId="3619726873" sldId="285"/>
            <ac:picMk id="7" creationId="{30C7F421-AB65-4D84-844B-89C018060D5B}"/>
          </ac:picMkLst>
        </pc:picChg>
        <pc:picChg chg="del">
          <ac:chgData name="HECTOR JUNIOR MARTINEZ CERVANTES" userId="0b86bddd-61ba-40f6-b111-41933449d4ea" providerId="ADAL" clId="{8CCDBD9F-3621-4226-9254-9C57DDD046CF}" dt="2022-11-30T18:21:40.217" v="1085" actId="478"/>
          <ac:picMkLst>
            <pc:docMk/>
            <pc:sldMk cId="3619726873" sldId="285"/>
            <ac:picMk id="8" creationId="{B142A24A-CC14-4B2A-BFC3-9528CF2906B0}"/>
          </ac:picMkLst>
        </pc:picChg>
        <pc:picChg chg="add del mod ord">
          <ac:chgData name="HECTOR JUNIOR MARTINEZ CERVANTES" userId="0b86bddd-61ba-40f6-b111-41933449d4ea" providerId="ADAL" clId="{8CCDBD9F-3621-4226-9254-9C57DDD046CF}" dt="2022-11-30T18:25:27.052" v="1359" actId="478"/>
          <ac:picMkLst>
            <pc:docMk/>
            <pc:sldMk cId="3619726873" sldId="285"/>
            <ac:picMk id="10" creationId="{CE500B54-AE88-4147-AE54-1F9CB61480BF}"/>
          </ac:picMkLst>
        </pc:picChg>
        <pc:picChg chg="add mod ord">
          <ac:chgData name="HECTOR JUNIOR MARTINEZ CERVANTES" userId="0b86bddd-61ba-40f6-b111-41933449d4ea" providerId="ADAL" clId="{8CCDBD9F-3621-4226-9254-9C57DDD046CF}" dt="2022-11-30T18:26:25.271" v="1408" actId="1038"/>
          <ac:picMkLst>
            <pc:docMk/>
            <pc:sldMk cId="3619726873" sldId="285"/>
            <ac:picMk id="17" creationId="{E238A3E5-5112-4E19-B396-D5C9A05F0859}"/>
          </ac:picMkLst>
        </pc:picChg>
        <pc:cxnChg chg="del mod">
          <ac:chgData name="HECTOR JUNIOR MARTINEZ CERVANTES" userId="0b86bddd-61ba-40f6-b111-41933449d4ea" providerId="ADAL" clId="{8CCDBD9F-3621-4226-9254-9C57DDD046CF}" dt="2022-11-30T18:22:04.979" v="1134" actId="478"/>
          <ac:cxnSpMkLst>
            <pc:docMk/>
            <pc:sldMk cId="3619726873" sldId="285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8CCDBD9F-3621-4226-9254-9C57DDD046CF}" dt="2022-11-30T18:22:12.909" v="1138" actId="478"/>
          <ac:cxnSpMkLst>
            <pc:docMk/>
            <pc:sldMk cId="3619726873" sldId="285"/>
            <ac:cxnSpMk id="16" creationId="{D7DEB8D8-B09E-EB29-6E59-D096A7436470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719038856" sldId="286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8:33.287" v="1500" actId="478"/>
        <pc:sldMkLst>
          <pc:docMk/>
          <pc:sldMk cId="3037171203" sldId="286"/>
        </pc:sldMkLst>
        <pc:spChg chg="mod">
          <ac:chgData name="HECTOR JUNIOR MARTINEZ CERVANTES" userId="0b86bddd-61ba-40f6-b111-41933449d4ea" providerId="ADAL" clId="{8CCDBD9F-3621-4226-9254-9C57DDD046CF}" dt="2022-11-30T18:28:12.353" v="1498" actId="20577"/>
          <ac:spMkLst>
            <pc:docMk/>
            <pc:sldMk cId="3037171203" sldId="286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8:33.287" v="1500" actId="478"/>
          <ac:spMkLst>
            <pc:docMk/>
            <pc:sldMk cId="3037171203" sldId="286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8CCDBD9F-3621-4226-9254-9C57DDD046CF}" dt="2022-11-30T18:28:31.694" v="1499" actId="478"/>
          <ac:spMkLst>
            <pc:docMk/>
            <pc:sldMk cId="3037171203" sldId="286"/>
            <ac:spMk id="13" creationId="{FE260A72-0CE7-408A-ACB6-789D54089EFF}"/>
          </ac:spMkLst>
        </pc:spChg>
        <pc:picChg chg="add mod ord">
          <ac:chgData name="HECTOR JUNIOR MARTINEZ CERVANTES" userId="0b86bddd-61ba-40f6-b111-41933449d4ea" providerId="ADAL" clId="{8CCDBD9F-3621-4226-9254-9C57DDD046CF}" dt="2022-11-30T18:27:23.382" v="1466" actId="1037"/>
          <ac:picMkLst>
            <pc:docMk/>
            <pc:sldMk cId="3037171203" sldId="286"/>
            <ac:picMk id="3" creationId="{C47D9D73-7F49-40EB-B3A2-7F7CEC616F9B}"/>
          </ac:picMkLst>
        </pc:picChg>
        <pc:picChg chg="del">
          <ac:chgData name="HECTOR JUNIOR MARTINEZ CERVANTES" userId="0b86bddd-61ba-40f6-b111-41933449d4ea" providerId="ADAL" clId="{8CCDBD9F-3621-4226-9254-9C57DDD046CF}" dt="2022-11-30T18:27:05.244" v="1410" actId="478"/>
          <ac:picMkLst>
            <pc:docMk/>
            <pc:sldMk cId="3037171203" sldId="286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332648731" sldId="287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37:05.222" v="1565" actId="113"/>
        <pc:sldMkLst>
          <pc:docMk/>
          <pc:sldMk cId="2655020554" sldId="287"/>
        </pc:sldMkLst>
        <pc:spChg chg="mod">
          <ac:chgData name="HECTOR JUNIOR MARTINEZ CERVANTES" userId="0b86bddd-61ba-40f6-b111-41933449d4ea" providerId="ADAL" clId="{8CCDBD9F-3621-4226-9254-9C57DDD046CF}" dt="2022-11-30T18:37:05.222" v="1565" actId="113"/>
          <ac:spMkLst>
            <pc:docMk/>
            <pc:sldMk cId="2655020554" sldId="287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8CCDBD9F-3621-4226-9254-9C57DDD046CF}" dt="2022-11-30T18:36:41.088" v="1562" actId="14100"/>
          <ac:spMkLst>
            <pc:docMk/>
            <pc:sldMk cId="2655020554" sldId="287"/>
            <ac:spMk id="13" creationId="{32FC8FAB-6D6A-4210-B233-227D7D6B39A5}"/>
          </ac:spMkLst>
        </pc:spChg>
        <pc:picChg chg="del">
          <ac:chgData name="HECTOR JUNIOR MARTINEZ CERVANTES" userId="0b86bddd-61ba-40f6-b111-41933449d4ea" providerId="ADAL" clId="{8CCDBD9F-3621-4226-9254-9C57DDD046CF}" dt="2022-11-30T18:29:06.590" v="1502" actId="478"/>
          <ac:picMkLst>
            <pc:docMk/>
            <pc:sldMk cId="2655020554" sldId="287"/>
            <ac:picMk id="3" creationId="{C47D9D73-7F49-40EB-B3A2-7F7CEC616F9B}"/>
          </ac:picMkLst>
        </pc:picChg>
        <pc:picChg chg="add mod">
          <ac:chgData name="HECTOR JUNIOR MARTINEZ CERVANTES" userId="0b86bddd-61ba-40f6-b111-41933449d4ea" providerId="ADAL" clId="{8CCDBD9F-3621-4226-9254-9C57DDD046CF}" dt="2022-11-30T18:29:22.077" v="1545" actId="1037"/>
          <ac:picMkLst>
            <pc:docMk/>
            <pc:sldMk cId="2655020554" sldId="287"/>
            <ac:picMk id="5" creationId="{2C9797C2-1778-4D92-9A7A-11A3950E361D}"/>
          </ac:picMkLst>
        </pc:picChg>
        <pc:picChg chg="add del mod">
          <ac:chgData name="HECTOR JUNIOR MARTINEZ CERVANTES" userId="0b86bddd-61ba-40f6-b111-41933449d4ea" providerId="ADAL" clId="{8CCDBD9F-3621-4226-9254-9C57DDD046CF}" dt="2022-11-30T18:30:25.051" v="1551" actId="478"/>
          <ac:picMkLst>
            <pc:docMk/>
            <pc:sldMk cId="2655020554" sldId="287"/>
            <ac:picMk id="7" creationId="{6EE40CCB-FF78-4B12-ADB6-7012442DAA9B}"/>
          </ac:picMkLst>
        </pc:picChg>
        <pc:picChg chg="add mod">
          <ac:chgData name="HECTOR JUNIOR MARTINEZ CERVANTES" userId="0b86bddd-61ba-40f6-b111-41933449d4ea" providerId="ADAL" clId="{8CCDBD9F-3621-4226-9254-9C57DDD046CF}" dt="2022-11-30T18:35:53.926" v="1555" actId="1440"/>
          <ac:picMkLst>
            <pc:docMk/>
            <pc:sldMk cId="2655020554" sldId="287"/>
            <ac:picMk id="9" creationId="{38631173-C8E8-4572-8826-997F1CF7A53A}"/>
          </ac:picMkLst>
        </pc:picChg>
        <pc:cxnChg chg="add mod">
          <ac:chgData name="HECTOR JUNIOR MARTINEZ CERVANTES" userId="0b86bddd-61ba-40f6-b111-41933449d4ea" providerId="ADAL" clId="{8CCDBD9F-3621-4226-9254-9C57DDD046CF}" dt="2022-11-30T18:36:45.327" v="1563" actId="14100"/>
          <ac:cxnSpMkLst>
            <pc:docMk/>
            <pc:sldMk cId="2655020554" sldId="287"/>
            <ac:cxnSpMk id="10" creationId="{F712B447-318F-4D66-888A-6E2417432999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84972743" sldId="28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897914191" sldId="28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79257123" sldId="29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40765949" sldId="29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462632189" sldId="292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72516990" sldId="29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95058027" sldId="29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3887923" sldId="29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73929723" sldId="29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09816797" sldId="29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182162301" sldId="29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920742254" sldId="29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36992392" sldId="30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760492719" sldId="30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74525503" sldId="30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092135168" sldId="30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9231148" sldId="30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802593739" sldId="30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178184448" sldId="30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88632607" sldId="310"/>
        </pc:sldMkLst>
      </pc:sldChg>
      <pc:sldMasterChg chg="delSldLayout">
        <pc:chgData name="HECTOR JUNIOR MARTINEZ CERVANTES" userId="0b86bddd-61ba-40f6-b111-41933449d4ea" providerId="ADAL" clId="{8CCDBD9F-3621-4226-9254-9C57DDD046CF}" dt="2022-11-30T17:22:58.056" v="29" actId="47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8CCDBD9F-3621-4226-9254-9C57DDD046CF}" dt="2022-11-30T17:22:58.056" v="29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HECTOR JUNIOR MARTINEZ CERVANTES" userId="S::hector.martinez@unisimon.edu.co::0b86bddd-61ba-40f6-b111-41933449d4ea" providerId="AD" clId="Web-{D2573253-8164-40EF-A82C-F487C1385E25}"/>
    <pc:docChg chg="addSld delSld modSld sldOrd">
      <pc:chgData name="HECTOR JUNIOR MARTINEZ CERVANTES" userId="S::hector.martinez@unisimon.edu.co::0b86bddd-61ba-40f6-b111-41933449d4ea" providerId="AD" clId="Web-{D2573253-8164-40EF-A82C-F487C1385E25}" dt="2022-12-09T16:52:00.391" v="457" actId="1076"/>
      <pc:docMkLst>
        <pc:docMk/>
      </pc:docMkLst>
      <pc:sldChg chg="modSp">
        <pc:chgData name="HECTOR JUNIOR MARTINEZ CERVANTES" userId="S::hector.martinez@unisimon.edu.co::0b86bddd-61ba-40f6-b111-41933449d4ea" providerId="AD" clId="Web-{D2573253-8164-40EF-A82C-F487C1385E25}" dt="2022-12-09T16:51:48.062" v="455" actId="1076"/>
        <pc:sldMkLst>
          <pc:docMk/>
          <pc:sldMk cId="0" sldId="258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8.062" v="455" actId="1076"/>
          <ac:picMkLst>
            <pc:docMk/>
            <pc:sldMk cId="0" sldId="258"/>
            <ac:picMk id="6" creationId="{2D9C9F9C-DD3A-4888-94BC-4E27C4C24800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41.390" v="454" actId="1076"/>
        <pc:sldMkLst>
          <pc:docMk/>
          <pc:sldMk cId="577171009" sldId="27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1.390" v="454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35.232" v="444"/>
        <pc:sldMkLst>
          <pc:docMk/>
          <pc:sldMk cId="2755532771" sldId="275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50:27.841" v="438" actId="1076"/>
          <ac:spMkLst>
            <pc:docMk/>
            <pc:sldMk cId="2755532771" sldId="275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76" v="439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88" v="440" actId="1076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920" v="442" actId="1076"/>
          <ac:spMkLst>
            <pc:docMk/>
            <pc:sldMk cId="2755532771" sldId="275"/>
            <ac:spMk id="14" creationId="{BA909872-46F1-027F-FA8E-29715C49066A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50:35.232" v="444"/>
          <ac:picMkLst>
            <pc:docMk/>
            <pc:sldMk cId="2755532771" sldId="275"/>
            <ac:picMk id="8" creationId="{B142A24A-CC14-4B2A-BFC3-9528CF2906B0}"/>
          </ac:picMkLst>
        </pc:picChg>
        <pc:cxnChg chg="mod">
          <ac:chgData name="HECTOR JUNIOR MARTINEZ CERVANTES" userId="S::hector.martinez@unisimon.edu.co::0b86bddd-61ba-40f6-b111-41933449d4ea" providerId="AD" clId="Web-{D2573253-8164-40EF-A82C-F487C1385E25}" dt="2022-12-09T16:50:27.904" v="441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D2573253-8164-40EF-A82C-F487C1385E25}" dt="2022-12-09T16:50:27.920" v="443" actId="1076"/>
          <ac:cxnSpMkLst>
            <pc:docMk/>
            <pc:sldMk cId="2755532771" sldId="275"/>
            <ac:cxnSpMk id="16" creationId="{D7DEB8D8-B09E-EB29-6E59-D096A7436470}"/>
          </ac:cxnSpMkLst>
        </pc:cxnChg>
      </pc:sldChg>
      <pc:sldChg chg="del">
        <pc:chgData name="HECTOR JUNIOR MARTINEZ CERVANTES" userId="S::hector.martinez@unisimon.edu.co::0b86bddd-61ba-40f6-b111-41933449d4ea" providerId="AD" clId="Web-{D2573253-8164-40EF-A82C-F487C1385E25}" dt="2022-12-09T16:22:03.266" v="0"/>
        <pc:sldMkLst>
          <pc:docMk/>
          <pc:sldMk cId="1396622988" sldId="276"/>
        </pc:sldMkLst>
      </pc:sldChg>
      <pc:sldChg chg="modSp">
        <pc:chgData name="HECTOR JUNIOR MARTINEZ CERVANTES" userId="S::hector.martinez@unisimon.edu.co::0b86bddd-61ba-40f6-b111-41933449d4ea" providerId="AD" clId="Web-{D2573253-8164-40EF-A82C-F487C1385E25}" dt="2022-12-09T16:22:29.767" v="14" actId="20577"/>
        <pc:sldMkLst>
          <pc:docMk/>
          <pc:sldMk cId="1139153218" sldId="28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2:29.767" v="14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54.344" v="456" actId="1076"/>
        <pc:sldMkLst>
          <pc:docMk/>
          <pc:sldMk cId="3251051220" sldId="281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54.344" v="456" actId="1076"/>
          <ac:picMkLst>
            <pc:docMk/>
            <pc:sldMk cId="3251051220" sldId="281"/>
            <ac:picMk id="3" creationId="{6D63FB4B-08F5-4FDA-8814-E20D0BC1F606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2:00.391" v="457" actId="1076"/>
        <pc:sldMkLst>
          <pc:docMk/>
          <pc:sldMk cId="3866481285" sldId="282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2:00.391" v="457" actId="1076"/>
          <ac:picMkLst>
            <pc:docMk/>
            <pc:sldMk cId="3866481285" sldId="282"/>
            <ac:picMk id="4" creationId="{21F747E8-9EF8-4EE8-A0B1-FBD22EAF7008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51.905" v="446"/>
        <pc:sldMkLst>
          <pc:docMk/>
          <pc:sldMk cId="1826181222" sldId="28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51.905" v="446"/>
          <ac:picMkLst>
            <pc:docMk/>
            <pc:sldMk cId="1826181222" sldId="283"/>
            <ac:picMk id="3" creationId="{AE15923E-B2F1-4D96-B5CC-B17E0C99B8D7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43.842" v="445"/>
        <pc:sldMkLst>
          <pc:docMk/>
          <pc:sldMk cId="4286166816" sldId="284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43.842" v="445"/>
          <ac:picMkLst>
            <pc:docMk/>
            <pc:sldMk cId="4286166816" sldId="284"/>
            <ac:picMk id="4" creationId="{497A533D-1353-4B58-8763-2E91924D5DBF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02.466" v="436"/>
        <pc:sldMkLst>
          <pc:docMk/>
          <pc:sldMk cId="3619726873" sldId="285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02.466" v="436"/>
          <ac:picMkLst>
            <pc:docMk/>
            <pc:sldMk cId="3619726873" sldId="285"/>
            <ac:picMk id="17" creationId="{E238A3E5-5112-4E19-B396-D5C9A05F0859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49:51.575" v="435"/>
        <pc:sldMkLst>
          <pc:docMk/>
          <pc:sldMk cId="3037171203" sldId="286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4:16.676" v="67" actId="20577"/>
          <ac:spMkLst>
            <pc:docMk/>
            <pc:sldMk cId="3037171203" sldId="286"/>
            <ac:spMk id="4" creationId="{0655C628-DECE-7BF2-0F77-6A67660E809E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49:51.575" v="435"/>
          <ac:picMkLst>
            <pc:docMk/>
            <pc:sldMk cId="3037171203" sldId="286"/>
            <ac:picMk id="3" creationId="{C47D9D73-7F49-40EB-B3A2-7F7CEC616F9B}"/>
          </ac:picMkLst>
        </pc:picChg>
      </pc:sldChg>
      <pc:sldChg chg="addSp delSp modSp add ord replId">
        <pc:chgData name="HECTOR JUNIOR MARTINEZ CERVANTES" userId="S::hector.martinez@unisimon.edu.co::0b86bddd-61ba-40f6-b111-41933449d4ea" providerId="AD" clId="Web-{D2573253-8164-40EF-A82C-F487C1385E25}" dt="2022-12-09T16:49:40.356" v="434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0:47.780" v="156" actId="20577"/>
          <ac:spMkLst>
            <pc:docMk/>
            <pc:sldMk cId="2512176270" sldId="288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1:01.249" v="158" actId="1076"/>
          <ac:spMkLst>
            <pc:docMk/>
            <pc:sldMk cId="2512176270" sldId="288"/>
            <ac:spMk id="6" creationId="{4F06A9D3-8C7C-6916-5680-B28EA5431D6B}"/>
          </ac:spMkLst>
        </pc:spChg>
        <pc:picChg chg="add del mod">
          <ac:chgData name="HECTOR JUNIOR MARTINEZ CERVANTES" userId="S::hector.martinez@unisimon.edu.co::0b86bddd-61ba-40f6-b111-41933449d4ea" providerId="AD" clId="Web-{D2573253-8164-40EF-A82C-F487C1385E25}" dt="2022-12-09T16:28:33.120" v="71"/>
          <ac:picMkLst>
            <pc:docMk/>
            <pc:sldMk cId="2512176270" sldId="288"/>
            <ac:picMk id="2" creationId="{D82158C8-F9AA-6347-20AE-7E4164A53C1A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28:26.620" v="68"/>
          <ac:picMkLst>
            <pc:docMk/>
            <pc:sldMk cId="2512176270" sldId="288"/>
            <ac:picMk id="3" creationId="{C47D9D73-7F49-40EB-B3A2-7F7CEC616F9B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40.356" v="434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33.481" v="433"/>
        <pc:sldMkLst>
          <pc:docMk/>
          <pc:sldMk cId="3057723447" sldId="289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6:50.306" v="277" actId="1076"/>
          <ac:spMkLst>
            <pc:docMk/>
            <pc:sldMk cId="3057723447" sldId="289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02.133" v="278" actId="1076"/>
          <ac:spMkLst>
            <pc:docMk/>
            <pc:sldMk cId="3057723447" sldId="289"/>
            <ac:spMk id="7" creationId="{6E276127-F1A6-7CA1-9C41-DD6C3E6BEC0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55.572" v="292" actId="1076"/>
          <ac:spMkLst>
            <pc:docMk/>
            <pc:sldMk cId="3057723447" sldId="289"/>
            <ac:spMk id="8" creationId="{E853F036-D98A-68F2-8839-DBAC53303EB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8:06.385" v="298" actId="1076"/>
          <ac:spMkLst>
            <pc:docMk/>
            <pc:sldMk cId="3057723447" sldId="289"/>
            <ac:spMk id="9" creationId="{DE8887BE-DE33-0E75-C338-C87F095EDAAD}"/>
          </ac:spMkLst>
        </pc:spChg>
        <pc:picChg chg="add mod">
          <ac:chgData name="HECTOR JUNIOR MARTINEZ CERVANTES" userId="S::hector.martinez@unisimon.edu.co::0b86bddd-61ba-40f6-b111-41933449d4ea" providerId="AD" clId="Web-{D2573253-8164-40EF-A82C-F487C1385E25}" dt="2022-12-09T16:49:29.574" v="432"/>
          <ac:picMkLst>
            <pc:docMk/>
            <pc:sldMk cId="3057723447" sldId="289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35:15.990" v="246"/>
          <ac:picMkLst>
            <pc:docMk/>
            <pc:sldMk cId="3057723447" sldId="289"/>
            <ac:picMk id="3" creationId="{06F3D76C-5640-B772-05ED-B2E7284397A5}"/>
          </ac:picMkLst>
        </pc:picChg>
        <pc:picChg chg="del mod">
          <ac:chgData name="HECTOR JUNIOR MARTINEZ CERVANTES" userId="S::hector.martinez@unisimon.edu.co::0b86bddd-61ba-40f6-b111-41933449d4ea" providerId="AD" clId="Web-{D2573253-8164-40EF-A82C-F487C1385E25}" dt="2022-12-09T16:32:55.861" v="235"/>
          <ac:picMkLst>
            <pc:docMk/>
            <pc:sldMk cId="3057723447" sldId="289"/>
            <ac:picMk id="5" creationId="{0197EB44-6064-CDF3-F8EE-19FB12D2FE58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33.481" v="433"/>
          <ac:picMkLst>
            <pc:docMk/>
            <pc:sldMk cId="3057723447" sldId="289"/>
            <ac:picMk id="6" creationId="{BA2D4BB2-CF21-E2F9-16CF-4EB7287F2FED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19.465" v="431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42:06.750" v="415" actId="20577"/>
          <ac:spMkLst>
            <pc:docMk/>
            <pc:sldMk cId="2621074941" sldId="290"/>
            <ac:spMk id="4" creationId="{0655C628-DECE-7BF2-0F77-6A67660E809E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7.746" v="305"/>
          <ac:spMkLst>
            <pc:docMk/>
            <pc:sldMk cId="2621074941" sldId="290"/>
            <ac:spMk id="7" creationId="{6E276127-F1A6-7CA1-9C41-DD6C3E6BEC0C}"/>
          </ac:spMkLst>
        </pc:spChg>
        <pc:spChg chg="del mod">
          <ac:chgData name="HECTOR JUNIOR MARTINEZ CERVANTES" userId="S::hector.martinez@unisimon.edu.co::0b86bddd-61ba-40f6-b111-41933449d4ea" providerId="AD" clId="Web-{D2573253-8164-40EF-A82C-F487C1385E25}" dt="2022-12-09T16:39:12.355" v="302"/>
          <ac:spMkLst>
            <pc:docMk/>
            <pc:sldMk cId="2621074941" sldId="290"/>
            <ac:spMk id="8" creationId="{E853F036-D98A-68F2-8839-DBAC53303EBC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5.452" v="304"/>
          <ac:spMkLst>
            <pc:docMk/>
            <pc:sldMk cId="2621074941" sldId="290"/>
            <ac:spMk id="9" creationId="{DE8887BE-DE33-0E75-C338-C87F095EDAAD}"/>
          </ac:spMkLst>
        </pc:spChg>
        <pc:picChg chg="del">
          <ac:chgData name="HECTOR JUNIOR MARTINEZ CERVANTES" userId="S::hector.martinez@unisimon.edu.co::0b86bddd-61ba-40f6-b111-41933449d4ea" providerId="AD" clId="Web-{D2573253-8164-40EF-A82C-F487C1385E25}" dt="2022-12-09T16:39:09.714" v="300"/>
          <ac:picMkLst>
            <pc:docMk/>
            <pc:sldMk cId="2621074941" sldId="290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41:35.015" v="371"/>
          <ac:picMkLst>
            <pc:docMk/>
            <pc:sldMk cId="2621074941" sldId="290"/>
            <ac:picMk id="3" creationId="{42A26EF4-C73A-0433-8732-55859E6FBE9A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5:23.334" v="430"/>
          <ac:picMkLst>
            <pc:docMk/>
            <pc:sldMk cId="2621074941" sldId="290"/>
            <ac:picMk id="5" creationId="{5C2E590B-B1C1-54D0-8720-3F1EB5BBEAF8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39:13.480" v="303"/>
          <ac:picMkLst>
            <pc:docMk/>
            <pc:sldMk cId="2621074941" sldId="290"/>
            <ac:picMk id="6" creationId="{BA2D4BB2-CF21-E2F9-16CF-4EB7287F2FED}"/>
          </ac:picMkLst>
        </pc:picChg>
        <pc:picChg chg="add mod ord">
          <ac:chgData name="HECTOR JUNIOR MARTINEZ CERVANTES" userId="S::hector.martinez@unisimon.edu.co::0b86bddd-61ba-40f6-b111-41933449d4ea" providerId="AD" clId="Web-{D2573253-8164-40EF-A82C-F487C1385E25}" dt="2022-12-09T16:49:19.465" v="431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423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6569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1663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5191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0661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0609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7815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4992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7886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5386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539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8453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875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unisimon.edu.c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slide" Target="slide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s-MX" sz="4800" b="1">
                <a:solidFill>
                  <a:schemeClr val="lt1"/>
                </a:solidFill>
              </a:rPr>
              <a:t>CASA DEL ESTUDIANTE</a:t>
            </a:r>
            <a:endParaRPr lang="es-ES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CO" sz="4400" b="1">
                <a:solidFill>
                  <a:schemeClr val="lt1"/>
                </a:solidFill>
              </a:rPr>
              <a:t>Instructivo - Estudiantes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D9C9F9C-DD3A-4888-94BC-4E27C4C2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45" y="1699747"/>
            <a:ext cx="9336507" cy="4550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380482" y="905554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>
                <a:latin typeface="Calibri" pitchFamily="34" charset="0"/>
              </a:rPr>
              <a:t>Ingrese desde su navegador al sitio web de la Universidad: </a:t>
            </a:r>
            <a:r>
              <a:rPr lang="es-CO" sz="2000">
                <a:latin typeface="Calibri" pitchFamily="34" charset="0"/>
                <a:hlinkClick r:id="rId4"/>
              </a:rPr>
              <a:t>http://www.unisimon.edu.co/</a:t>
            </a:r>
            <a:r>
              <a:rPr lang="es-CO" sz="2000">
                <a:latin typeface="Calibri" pitchFamily="34" charset="0"/>
              </a:rPr>
              <a:t> y seleccionar en menú principal la opción “Portales”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B124B8E-C1C6-A939-8487-0AC81D51A10C}"/>
              </a:ext>
            </a:extLst>
          </p:cNvPr>
          <p:cNvSpPr/>
          <p:nvPr/>
        </p:nvSpPr>
        <p:spPr>
          <a:xfrm>
            <a:off x="8492505" y="2483127"/>
            <a:ext cx="897028" cy="328394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lecha: hacia la izquierda 2">
            <a:extLst>
              <a:ext uri="{FF2B5EF4-FFF2-40B4-BE49-F238E27FC236}">
                <a16:creationId xmlns:a16="http://schemas.microsoft.com/office/drawing/2014/main" id="{E32AE2E1-212D-2D80-485B-3E622BCD787A}"/>
              </a:ext>
            </a:extLst>
          </p:cNvPr>
          <p:cNvSpPr/>
          <p:nvPr/>
        </p:nvSpPr>
        <p:spPr>
          <a:xfrm rot="5400000">
            <a:off x="8492741" y="3136873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A1479A-965D-47A0-B0C8-EE8E49BCC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91" y="1418458"/>
            <a:ext cx="9450638" cy="4922651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Dirigirse a la sección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Estudiantes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y  seleccione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Barranquilla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1609255" y="2889613"/>
            <a:ext cx="3432175" cy="1723544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85F6D33-6014-0D1D-773A-BA8AFB9D7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891" y="2889613"/>
            <a:ext cx="4521200" cy="27838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83C0C0DC-07CA-4A0A-B2EE-F7236E36E685}"/>
              </a:ext>
            </a:extLst>
          </p:cNvPr>
          <p:cNvCxnSpPr>
            <a:cxnSpLocks/>
            <a:stCxn id="18" idx="3"/>
            <a:endCxn id="2" idx="1"/>
          </p:cNvCxnSpPr>
          <p:nvPr/>
        </p:nvCxnSpPr>
        <p:spPr>
          <a:xfrm>
            <a:off x="5041430" y="3751385"/>
            <a:ext cx="1361461" cy="530164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93893D4-71C0-457B-BC51-86A226DF51FB}"/>
              </a:ext>
            </a:extLst>
          </p:cNvPr>
          <p:cNvSpPr/>
          <p:nvPr/>
        </p:nvSpPr>
        <p:spPr>
          <a:xfrm>
            <a:off x="6980223" y="3865830"/>
            <a:ext cx="1656784" cy="1095469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31734F8D-271E-4FCF-824D-46EA39C603C1}"/>
              </a:ext>
            </a:extLst>
          </p:cNvPr>
          <p:cNvSpPr/>
          <p:nvPr/>
        </p:nvSpPr>
        <p:spPr>
          <a:xfrm>
            <a:off x="8663491" y="4172702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F4F8969-5341-47DD-9ED8-710B2FF5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02" y="1542508"/>
            <a:ext cx="9642596" cy="4702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Digite su usuario y contraseña para acceder al sistema y luego presione sobre el botón “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2639368" y="4553893"/>
            <a:ext cx="3779539" cy="859786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>
            <a:off x="6482281" y="4742924"/>
            <a:ext cx="774003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8415611-FB55-4D55-9758-64725B20F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885" y="1491209"/>
            <a:ext cx="9352230" cy="4742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Luego de ingresar al sistema deberá seleccionar el enlace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Casa del estudiante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8573727" y="3565818"/>
            <a:ext cx="1524000" cy="1139651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10800000">
            <a:off x="7525609" y="3894781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18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D4FDE7-FC76-414D-BC9B-80F8BD3E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968" y="1639812"/>
            <a:ext cx="3863439" cy="4445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Digite su usuario y contraseña para acceder al sistema y luego presione sobre el botón “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5109416" y="2926931"/>
            <a:ext cx="1666120" cy="935507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616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  <a:defRPr/>
            </a:pPr>
            <a:r>
              <a:rPr lang="es-CO" sz="4400">
                <a:solidFill>
                  <a:srgbClr val="FFFFFF"/>
                </a:solidFill>
              </a:rPr>
              <a:t>Realizar una</a:t>
            </a:r>
            <a:r>
              <a:rPr kumimoji="0" lang="es-CO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reserva</a:t>
            </a:r>
            <a:endParaRPr kumimoji="0" lang="es-CO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520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2C8B858-D9B3-4A89-8EAA-8EFAFB49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364" y="1482156"/>
            <a:ext cx="3881993" cy="4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F6448B1-3DA0-435C-BD3F-9D696D91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792" y="1491209"/>
            <a:ext cx="3859270" cy="4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botón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“Reservar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y nos 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mostrará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interfaz de Reservas.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2199994" y="2381062"/>
            <a:ext cx="1294645" cy="481725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5400000">
            <a:off x="2356833" y="3178171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AE0272C2-4E7D-4FF3-9C35-CC9A6A26C548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3494644" y="2607398"/>
            <a:ext cx="3056721" cy="1097758"/>
          </a:xfrm>
          <a:prstGeom prst="bentConnector3">
            <a:avLst>
              <a:gd name="adj1" fmla="val 50000"/>
            </a:avLst>
          </a:prstGeom>
          <a:ln w="38100">
            <a:solidFill>
              <a:srgbClr val="5B9BD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96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2C8B858-D9B3-4A89-8EAA-8EFAFB49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585" y="1554584"/>
            <a:ext cx="3881993" cy="4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Rellenamos todos los datos y presionamos en “</a:t>
            </a:r>
            <a:r>
              <a:rPr lang="es-MX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Reservar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F856FB-2895-466D-9348-3F897FB535C1}"/>
              </a:ext>
            </a:extLst>
          </p:cNvPr>
          <p:cNvSpPr/>
          <p:nvPr/>
        </p:nvSpPr>
        <p:spPr>
          <a:xfrm>
            <a:off x="2687683" y="2389178"/>
            <a:ext cx="2525917" cy="6346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CDCB9F-9223-40EB-BFE2-DCCC9CCF9EA0}"/>
              </a:ext>
            </a:extLst>
          </p:cNvPr>
          <p:cNvSpPr txBox="1"/>
          <p:nvPr/>
        </p:nvSpPr>
        <p:spPr>
          <a:xfrm>
            <a:off x="6084482" y="1670364"/>
            <a:ext cx="1122092" cy="369332"/>
          </a:xfrm>
          <a:prstGeom prst="rect">
            <a:avLst/>
          </a:prstGeom>
          <a:noFill/>
          <a:ln w="9525" cap="flat" cmpd="sng" algn="ctr">
            <a:solidFill>
              <a:srgbClr val="2F528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s-CO" sz="1800">
                <a:solidFill>
                  <a:srgbClr val="2F528F"/>
                </a:solidFill>
                <a:latin typeface="Arial"/>
                <a:cs typeface="Arial"/>
              </a:rPr>
              <a:t>Espacios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2AC4279-5B9C-4BC9-96F2-E6FA1ABF6CE5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rot="10800000" flipV="1">
            <a:off x="5213600" y="1855030"/>
            <a:ext cx="870882" cy="851488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hlinkClick r:id="rId4" action="ppaction://hlinksldjump"/>
            <a:extLst>
              <a:ext uri="{FF2B5EF4-FFF2-40B4-BE49-F238E27FC236}">
                <a16:creationId xmlns:a16="http://schemas.microsoft.com/office/drawing/2014/main" id="{865C030E-4B40-4AF9-9ADA-1D935B205EC4}"/>
              </a:ext>
            </a:extLst>
          </p:cNvPr>
          <p:cNvSpPr txBox="1"/>
          <p:nvPr/>
        </p:nvSpPr>
        <p:spPr>
          <a:xfrm>
            <a:off x="624965" y="2106352"/>
            <a:ext cx="1471984" cy="1200329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s-CO" sz="1800">
                <a:solidFill>
                  <a:srgbClr val="70AD47"/>
                </a:solidFill>
                <a:latin typeface="Arial"/>
                <a:cs typeface="Arial"/>
              </a:rPr>
              <a:t>Selecciona: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>
                <a:solidFill>
                  <a:srgbClr val="70AD47"/>
                </a:solidFill>
                <a:latin typeface="Arial"/>
                <a:cs typeface="Arial"/>
              </a:rPr>
              <a:t>Recurso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>
                <a:solidFill>
                  <a:srgbClr val="70AD47"/>
                </a:solidFill>
                <a:latin typeface="Arial"/>
                <a:cs typeface="Arial"/>
              </a:rPr>
              <a:t>Fecha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>
                <a:solidFill>
                  <a:srgbClr val="70AD47"/>
                </a:solidFill>
                <a:latin typeface="Arial"/>
                <a:cs typeface="Arial"/>
              </a:rPr>
              <a:t>Hora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AB2E69E-9890-4E31-8B71-58672B19FACC}"/>
              </a:ext>
            </a:extLst>
          </p:cNvPr>
          <p:cNvSpPr/>
          <p:nvPr/>
        </p:nvSpPr>
        <p:spPr>
          <a:xfrm>
            <a:off x="2687683" y="3208523"/>
            <a:ext cx="2525917" cy="1408744"/>
          </a:xfrm>
          <a:prstGeom prst="roundRect">
            <a:avLst>
              <a:gd name="adj" fmla="val 8312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FDC5430F-579C-4166-AF35-E0FD33F1E26A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>
          <a:xfrm rot="10800000">
            <a:off x="2096949" y="2706517"/>
            <a:ext cx="590734" cy="120637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CF8BCC55-620B-4536-B646-FDF3DFC9D4BC}"/>
              </a:ext>
            </a:extLst>
          </p:cNvPr>
          <p:cNvSpPr/>
          <p:nvPr/>
        </p:nvSpPr>
        <p:spPr>
          <a:xfrm>
            <a:off x="7279834" y="1712902"/>
            <a:ext cx="316872" cy="302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/>
              <a:t>1</a:t>
            </a:r>
            <a:endParaRPr lang="es-CO" b="1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BB184355-3F02-4799-930B-0AF2835DEF29}"/>
              </a:ext>
            </a:extLst>
          </p:cNvPr>
          <p:cNvSpPr/>
          <p:nvPr/>
        </p:nvSpPr>
        <p:spPr>
          <a:xfrm>
            <a:off x="1135680" y="3370997"/>
            <a:ext cx="316872" cy="302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/>
              <a:t>2</a:t>
            </a:r>
            <a:endParaRPr lang="es-CO" b="1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473E7A5-23B2-4319-9808-AA4E6BA005F5}"/>
              </a:ext>
            </a:extLst>
          </p:cNvPr>
          <p:cNvSpPr/>
          <p:nvPr/>
        </p:nvSpPr>
        <p:spPr>
          <a:xfrm>
            <a:off x="5213600" y="4932857"/>
            <a:ext cx="316872" cy="302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/>
              <a:t>3</a:t>
            </a:r>
            <a:endParaRPr lang="es-CO" b="1"/>
          </a:p>
        </p:txBody>
      </p:sp>
      <p:pic>
        <p:nvPicPr>
          <p:cNvPr id="44" name="Picture 6">
            <a:extLst>
              <a:ext uri="{FF2B5EF4-FFF2-40B4-BE49-F238E27FC236}">
                <a16:creationId xmlns:a16="http://schemas.microsoft.com/office/drawing/2014/main" id="{B073E603-45E3-407F-958C-8F2A7A3C6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312" y="2219499"/>
            <a:ext cx="4106560" cy="2276620"/>
          </a:xfrm>
          <a:prstGeom prst="rect">
            <a:avLst/>
          </a:prstGeom>
        </p:spPr>
      </p:pic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B705ED60-B9A9-4E87-AAFA-2A51E0DBF359}"/>
              </a:ext>
            </a:extLst>
          </p:cNvPr>
          <p:cNvCxnSpPr>
            <a:cxnSpLocks/>
            <a:stCxn id="42" idx="6"/>
            <a:endCxn id="44" idx="1"/>
          </p:cNvCxnSpPr>
          <p:nvPr/>
        </p:nvCxnSpPr>
        <p:spPr>
          <a:xfrm flipV="1">
            <a:off x="5530472" y="3357809"/>
            <a:ext cx="687840" cy="1726229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108;p16">
            <a:extLst>
              <a:ext uri="{FF2B5EF4-FFF2-40B4-BE49-F238E27FC236}">
                <a16:creationId xmlns:a16="http://schemas.microsoft.com/office/drawing/2014/main" id="{B941250A-4019-46D7-9BFA-F50F669DD89C}"/>
              </a:ext>
            </a:extLst>
          </p:cNvPr>
          <p:cNvSpPr txBox="1"/>
          <p:nvPr/>
        </p:nvSpPr>
        <p:spPr>
          <a:xfrm>
            <a:off x="6270307" y="4496119"/>
            <a:ext cx="4822616" cy="175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b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Observaciones: </a:t>
            </a:r>
            <a:r>
              <a:rPr lang="es-MX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Las listas de opciones dependen de las siguientes consideraciones.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Las opciones son consecutivas, es decir antes de escoger el recurso se debe escoger el espacio, antes de escoger la fecha se debe escoger el recurso y así.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Las opciones que se muestran dependen de la disponibilidad del recurso y de su horario académico.</a:t>
            </a:r>
          </a:p>
        </p:txBody>
      </p:sp>
    </p:spTree>
    <p:extLst>
      <p:ext uri="{BB962C8B-B14F-4D97-AF65-F5344CB8AC3E}">
        <p14:creationId xmlns:p14="http://schemas.microsoft.com/office/powerpoint/2010/main" val="289563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A46D9C2-E04F-4019-8308-56F99B0E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592" y="1739798"/>
            <a:ext cx="3846816" cy="4437068"/>
          </a:xfrm>
          <a:prstGeom prst="rect">
            <a:avLst/>
          </a:prstGeom>
        </p:spPr>
      </p:pic>
      <p:sp>
        <p:nvSpPr>
          <p:cNvPr id="15" name="Google Shape;98;p3">
            <a:extLst>
              <a:ext uri="{FF2B5EF4-FFF2-40B4-BE49-F238E27FC236}">
                <a16:creationId xmlns:a16="http://schemas.microsoft.com/office/drawing/2014/main" id="{837E8B23-5424-4C69-BFA5-E9FA0EF689C9}"/>
              </a:ext>
            </a:extLst>
          </p:cNvPr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completado aparecerá en la pantalla principal todos los detalles de la reserva</a:t>
            </a:r>
          </a:p>
        </p:txBody>
      </p:sp>
    </p:spTree>
    <p:extLst>
      <p:ext uri="{BB962C8B-B14F-4D97-AF65-F5344CB8AC3E}">
        <p14:creationId xmlns:p14="http://schemas.microsoft.com/office/powerpoint/2010/main" val="275553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kumimoji="0" lang="es-CO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Unirse a una reserva</a:t>
            </a:r>
            <a:endParaRPr kumimoji="0" lang="es-CO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102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F6448B1-3DA0-435C-BD3F-9D696D91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792" y="1491209"/>
            <a:ext cx="3859270" cy="4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Seleccionamos el botón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“Unirme</a:t>
            </a:r>
            <a:r>
              <a:rPr kumimoji="0" lang="es-MX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” y nos mostrara la interfaz de Únete a un espacio.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49C38C8-C1ED-3F3D-2652-C477F46835D3}"/>
              </a:ext>
            </a:extLst>
          </p:cNvPr>
          <p:cNvSpPr/>
          <p:nvPr/>
        </p:nvSpPr>
        <p:spPr>
          <a:xfrm>
            <a:off x="3413158" y="2366535"/>
            <a:ext cx="1294645" cy="481725"/>
          </a:xfrm>
          <a:prstGeom prst="roundRect">
            <a:avLst>
              <a:gd name="adj" fmla="val 94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CO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42932E9-7E00-4508-8A3F-505219356BF1}"/>
              </a:ext>
            </a:extLst>
          </p:cNvPr>
          <p:cNvSpPr/>
          <p:nvPr/>
        </p:nvSpPr>
        <p:spPr>
          <a:xfrm rot="5400000">
            <a:off x="3569997" y="3170908"/>
            <a:ext cx="980965" cy="48172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AE0272C2-4E7D-4FF3-9C35-CC9A6A26C548}"/>
              </a:ext>
            </a:extLst>
          </p:cNvPr>
          <p:cNvCxnSpPr>
            <a:cxnSpLocks/>
            <a:stCxn id="8" idx="1"/>
            <a:endCxn id="18" idx="3"/>
          </p:cNvCxnSpPr>
          <p:nvPr/>
        </p:nvCxnSpPr>
        <p:spPr>
          <a:xfrm rot="10800000">
            <a:off x="4707803" y="2607399"/>
            <a:ext cx="1915734" cy="1097759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6D2FC578-B8C6-410A-9D3E-D1B1970DA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537" y="1482157"/>
            <a:ext cx="3887074" cy="444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7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AB5EFBAD-0479-4A83-B270-DC63EF42D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085" y="1491209"/>
            <a:ext cx="3981736" cy="455427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CB6F6FD-0FDE-49A5-A775-69BDA080C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70" y="1864082"/>
            <a:ext cx="2344936" cy="3834005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77264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Colocamos el </a:t>
            </a:r>
            <a:r>
              <a:rPr lang="es-MX" sz="2000" b="1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kumimoji="0" lang="es-MX" sz="20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ódigo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s-MX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que nos brinda la reserva, verificamos la información y damos clic en “</a:t>
            </a:r>
            <a:r>
              <a:rPr kumimoji="0" lang="es-MX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Unirme al espacio</a:t>
            </a:r>
            <a:r>
              <a:rPr kumimoji="0" lang="es-MX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F856FB-2895-466D-9348-3F897FB535C1}"/>
              </a:ext>
            </a:extLst>
          </p:cNvPr>
          <p:cNvSpPr/>
          <p:nvPr/>
        </p:nvSpPr>
        <p:spPr>
          <a:xfrm>
            <a:off x="1358019" y="4553131"/>
            <a:ext cx="841973" cy="4470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CO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62AC4279-5B9C-4BC9-96F2-E6FA1ABF6CE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199992" y="3177766"/>
            <a:ext cx="2652665" cy="1598906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>
            <a:extLst>
              <a:ext uri="{FF2B5EF4-FFF2-40B4-BE49-F238E27FC236}">
                <a16:creationId xmlns:a16="http://schemas.microsoft.com/office/drawing/2014/main" id="{D3B4C4ED-36F9-46DB-A490-BA872BDF3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400" y="1583933"/>
            <a:ext cx="3352161" cy="1443910"/>
          </a:xfrm>
          <a:prstGeom prst="rect">
            <a:avLst/>
          </a:prstGeom>
        </p:spPr>
      </p:pic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CEFBD1A-F0FA-487F-961E-FD0B3C12FEB8}"/>
              </a:ext>
            </a:extLst>
          </p:cNvPr>
          <p:cNvSpPr/>
          <p:nvPr/>
        </p:nvSpPr>
        <p:spPr>
          <a:xfrm>
            <a:off x="5991884" y="4553131"/>
            <a:ext cx="1259942" cy="4470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CO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0077ADA-4947-4D78-91F1-8C61DE6CEC1E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 flipV="1">
            <a:off x="7251826" y="2305888"/>
            <a:ext cx="988574" cy="2470784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108;p16">
            <a:extLst>
              <a:ext uri="{FF2B5EF4-FFF2-40B4-BE49-F238E27FC236}">
                <a16:creationId xmlns:a16="http://schemas.microsoft.com/office/drawing/2014/main" id="{4CC9EF87-79C0-4826-8349-B8B748BAB673}"/>
              </a:ext>
            </a:extLst>
          </p:cNvPr>
          <p:cNvSpPr txBox="1"/>
          <p:nvPr/>
        </p:nvSpPr>
        <p:spPr>
          <a:xfrm>
            <a:off x="8475905" y="3541280"/>
            <a:ext cx="2765525" cy="237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b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Observaciones: </a:t>
            </a:r>
            <a:r>
              <a:rPr lang="es-MX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Las reservas no permitirán unirse en caso de que cumplir alguno de los siguientes criterios: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 reserva se cruce con su horario académico.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Usted ya este unido en la resera.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La reserva ya paso su tiempo de vigencia.</a:t>
            </a:r>
          </a:p>
        </p:txBody>
      </p:sp>
    </p:spTree>
    <p:extLst>
      <p:ext uri="{BB962C8B-B14F-4D97-AF65-F5344CB8AC3E}">
        <p14:creationId xmlns:p14="http://schemas.microsoft.com/office/powerpoint/2010/main" val="1903169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tabLst/>
              <a:defRPr/>
            </a:pPr>
            <a:r>
              <a:rPr kumimoji="0" lang="es-CO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Cancelar una reserva</a:t>
            </a:r>
            <a:endParaRPr kumimoji="0" lang="es-CO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15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A46D9C2-E04F-4019-8308-56F99B0E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72" y="1703584"/>
            <a:ext cx="3846816" cy="44370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Google Shape;98;p3">
            <a:extLst>
              <a:ext uri="{FF2B5EF4-FFF2-40B4-BE49-F238E27FC236}">
                <a16:creationId xmlns:a16="http://schemas.microsoft.com/office/drawing/2014/main" id="{837E8B23-5424-4C69-BFA5-E9FA0EF689C9}"/>
              </a:ext>
            </a:extLst>
          </p:cNvPr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cancelar debemos acceder a la pantalla principal y presionamos en la reserva el botón “</a:t>
            </a:r>
            <a:r>
              <a:rPr lang="es-MX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Cancelar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lang="es-MX"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64AB4B-EC23-4911-BE1A-32FFB08B7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024" y="1790571"/>
            <a:ext cx="3423934" cy="2174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06446A4-CB3E-402F-B1D6-B044567CE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299" y="2324720"/>
            <a:ext cx="3277057" cy="800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3DEC10E-47BD-49ED-870F-71305334FE73}"/>
              </a:ext>
            </a:extLst>
          </p:cNvPr>
          <p:cNvSpPr/>
          <p:nvPr/>
        </p:nvSpPr>
        <p:spPr>
          <a:xfrm>
            <a:off x="2254313" y="5287225"/>
            <a:ext cx="1339913" cy="3078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B9ECADAD-0576-45A5-92F4-44875808C143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3594226" y="2877686"/>
            <a:ext cx="1439798" cy="2563448"/>
          </a:xfrm>
          <a:prstGeom prst="bentConnector3">
            <a:avLst>
              <a:gd name="adj1" fmla="val 5000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FFC1FEB-5634-4B55-8A73-130988F03BF2}"/>
              </a:ext>
            </a:extLst>
          </p:cNvPr>
          <p:cNvSpPr/>
          <p:nvPr/>
        </p:nvSpPr>
        <p:spPr>
          <a:xfrm>
            <a:off x="5842305" y="3358836"/>
            <a:ext cx="845298" cy="3877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80C6D46-BDBC-41D3-BEBC-CF4D9591975A}"/>
              </a:ext>
            </a:extLst>
          </p:cNvPr>
          <p:cNvCxnSpPr>
            <a:cxnSpLocks/>
            <a:stCxn id="14" idx="2"/>
            <a:endCxn id="5" idx="2"/>
          </p:cNvCxnSpPr>
          <p:nvPr/>
        </p:nvCxnSpPr>
        <p:spPr>
          <a:xfrm rot="5400000" flipH="1" flipV="1">
            <a:off x="8001043" y="1388843"/>
            <a:ext cx="621696" cy="4093874"/>
          </a:xfrm>
          <a:prstGeom prst="bentConnector3">
            <a:avLst>
              <a:gd name="adj1" fmla="val -36770"/>
            </a:avLst>
          </a:prstGeom>
          <a:ln w="381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3B1ECEAE-52D8-42A8-8D20-8269028378BE}"/>
              </a:ext>
            </a:extLst>
          </p:cNvPr>
          <p:cNvSpPr/>
          <p:nvPr/>
        </p:nvSpPr>
        <p:spPr>
          <a:xfrm>
            <a:off x="2765833" y="5656237"/>
            <a:ext cx="316872" cy="302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/>
              <a:t>1</a:t>
            </a:r>
            <a:endParaRPr lang="es-CO" b="1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387BF1D-CEAC-493E-BBA7-A48CE27913E8}"/>
              </a:ext>
            </a:extLst>
          </p:cNvPr>
          <p:cNvSpPr/>
          <p:nvPr/>
        </p:nvSpPr>
        <p:spPr>
          <a:xfrm>
            <a:off x="5377980" y="3369376"/>
            <a:ext cx="316872" cy="3023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/>
              <a:t>2</a:t>
            </a:r>
            <a:endParaRPr lang="es-CO" b="1"/>
          </a:p>
        </p:txBody>
      </p:sp>
      <p:sp>
        <p:nvSpPr>
          <p:cNvPr id="25" name="Google Shape;108;p16">
            <a:extLst>
              <a:ext uri="{FF2B5EF4-FFF2-40B4-BE49-F238E27FC236}">
                <a16:creationId xmlns:a16="http://schemas.microsoft.com/office/drawing/2014/main" id="{9472602A-08D6-4E4F-ABAA-AFD1D0724306}"/>
              </a:ext>
            </a:extLst>
          </p:cNvPr>
          <p:cNvSpPr txBox="1"/>
          <p:nvPr/>
        </p:nvSpPr>
        <p:spPr>
          <a:xfrm>
            <a:off x="5377979" y="4264162"/>
            <a:ext cx="6261061" cy="119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b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Observaciones. </a:t>
            </a:r>
            <a:r>
              <a:rPr lang="es-MX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Se debe tener en cuenta que no es posible cancelarla en caso de</a:t>
            </a:r>
            <a:r>
              <a:rPr lang="es-MX" b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:</a:t>
            </a:r>
            <a:endParaRPr lang="es-MX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Este en estado “Asistió” o “No asistió”.</a:t>
            </a:r>
          </a:p>
          <a:p>
            <a:pPr marL="457200" marR="0" lvl="0" indent="-4572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s-MX" sz="120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Falta una hora para la reserva.</a:t>
            </a:r>
          </a:p>
        </p:txBody>
      </p:sp>
    </p:spTree>
    <p:extLst>
      <p:ext uri="{BB962C8B-B14F-4D97-AF65-F5344CB8AC3E}">
        <p14:creationId xmlns:p14="http://schemas.microsoft.com/office/powerpoint/2010/main" val="175206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  <a:defRPr/>
            </a:pPr>
            <a:r>
              <a:rPr lang="es-CO" sz="4400">
                <a:solidFill>
                  <a:srgbClr val="FFFFFF"/>
                </a:solidFill>
              </a:rPr>
              <a:t>Datos complementarios</a:t>
            </a:r>
            <a:endParaRPr lang="es-CO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9153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8;p16">
            <a:extLst>
              <a:ext uri="{FF2B5EF4-FFF2-40B4-BE49-F238E27FC236}">
                <a16:creationId xmlns:a16="http://schemas.microsoft.com/office/drawing/2014/main" id="{0655C628-DECE-7BF2-0F77-6A67660E809E}"/>
              </a:ext>
            </a:extLst>
          </p:cNvPr>
          <p:cNvSpPr txBox="1"/>
          <p:nvPr/>
        </p:nvSpPr>
        <p:spPr>
          <a:xfrm>
            <a:off x="534416" y="1023222"/>
            <a:ext cx="4970645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dar clic en el icono de color morado con 3 puntos se desplegará la opción para cerrar sesión.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2D6293-ED59-4784-A2DA-FE17445963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238" b="41925"/>
          <a:stretch/>
        </p:blipFill>
        <p:spPr>
          <a:xfrm>
            <a:off x="1512419" y="2318658"/>
            <a:ext cx="2883159" cy="3328086"/>
          </a:xfrm>
          <a:prstGeom prst="rect">
            <a:avLst/>
          </a:prstGeom>
        </p:spPr>
      </p:pic>
      <p:sp>
        <p:nvSpPr>
          <p:cNvPr id="13" name="Google Shape;108;p16">
            <a:extLst>
              <a:ext uri="{FF2B5EF4-FFF2-40B4-BE49-F238E27FC236}">
                <a16:creationId xmlns:a16="http://schemas.microsoft.com/office/drawing/2014/main" id="{2400B484-A063-41B3-A0FB-A4EA700FD8B2}"/>
              </a:ext>
            </a:extLst>
          </p:cNvPr>
          <p:cNvSpPr txBox="1"/>
          <p:nvPr/>
        </p:nvSpPr>
        <p:spPr>
          <a:xfrm>
            <a:off x="6136433" y="1023222"/>
            <a:ext cx="4970645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contador muestra el número de horas usadas y el límite de horas en la semana.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5064BF2-9A93-4384-A1B8-47EC20B3E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542" y="1880447"/>
            <a:ext cx="3772426" cy="87642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9C7528E-24D6-4023-97BC-C0D85B165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398" y="3068135"/>
            <a:ext cx="1864504" cy="3042396"/>
          </a:xfrm>
          <a:prstGeom prst="rect">
            <a:avLst/>
          </a:prstGeom>
        </p:spPr>
      </p:pic>
      <p:sp>
        <p:nvSpPr>
          <p:cNvPr id="19" name="Google Shape;108;p16">
            <a:extLst>
              <a:ext uri="{FF2B5EF4-FFF2-40B4-BE49-F238E27FC236}">
                <a16:creationId xmlns:a16="http://schemas.microsoft.com/office/drawing/2014/main" id="{355AD57F-643F-47B4-8A4C-6BBEE3D06EFE}"/>
              </a:ext>
            </a:extLst>
          </p:cNvPr>
          <p:cNvSpPr txBox="1"/>
          <p:nvPr/>
        </p:nvSpPr>
        <p:spPr>
          <a:xfrm>
            <a:off x="8513166" y="3641333"/>
            <a:ext cx="2509934" cy="160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reservas mostradas en la pantalla principal son las de la semana en curso.</a:t>
            </a:r>
          </a:p>
        </p:txBody>
      </p:sp>
    </p:spTree>
    <p:extLst>
      <p:ext uri="{BB962C8B-B14F-4D97-AF65-F5344CB8AC3E}">
        <p14:creationId xmlns:p14="http://schemas.microsoft.com/office/powerpoint/2010/main" val="2621074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A90DE7F-72E4-4E5C-8249-4500FF1DF1E2}"/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17545-09FB-41A8-B550-5DA279D6760D}">
  <ds:schemaRefs>
    <ds:schemaRef ds:uri="4b5fc4ab-1594-4dd7-8d7e-2e0a7577b23f"/>
    <ds:schemaRef ds:uri="d5c1a6a5-0428-459c-81cd-cf402d4ff6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revision>1</cp:revision>
  <dcterms:created xsi:type="dcterms:W3CDTF">2021-08-30T16:06:06Z</dcterms:created>
  <dcterms:modified xsi:type="dcterms:W3CDTF">2023-11-21T21:25:58Z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2023-11-21T21:25:16Z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11dc3310-afc2-4420-9524-27738e3a0f89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