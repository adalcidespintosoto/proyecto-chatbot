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9" r:id="rId2"/>
    <p:sldId id="258" r:id="rId3"/>
    <p:sldId id="260" r:id="rId4"/>
    <p:sldId id="261" r:id="rId5"/>
    <p:sldId id="264" r:id="rId6"/>
    <p:sldId id="265" r:id="rId7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8669" autoAdjust="0"/>
  </p:normalViewPr>
  <p:slideViewPr>
    <p:cSldViewPr snapToGrid="0" snapToObjects="1" showGuides="1">
      <p:cViewPr varScale="1">
        <p:scale>
          <a:sx n="96" d="100"/>
          <a:sy n="96" d="100"/>
        </p:scale>
        <p:origin x="-81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07/10/2017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GENERAR </a:t>
            </a:r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REPORTE DE CONTABILIDAD</a:t>
            </a: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271" y="1773127"/>
            <a:ext cx="8289458" cy="46455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seleccionar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“Portales”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869310" y="2290119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508500" y="1721434"/>
            <a:ext cx="2322710" cy="738000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53109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1773127"/>
            <a:ext cx="8331200" cy="46689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«Profesores y Administrativos», digite su </a:t>
            </a:r>
            <a:r>
              <a:rPr lang="es-CO" sz="1600" dirty="0"/>
              <a:t>usuario y contraseña para acceder al sistema y luego presione sobre el botón “Ingresar”</a:t>
            </a: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332110" y="4572000"/>
            <a:ext cx="3468490" cy="125730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4824279" y="1811227"/>
            <a:ext cx="773691" cy="3408473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33586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8" y="1732363"/>
            <a:ext cx="8377953" cy="469514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deberá seleccionar el módulo </a:t>
            </a:r>
            <a:r>
              <a:rPr lang="es-CO" sz="1600" dirty="0" smtClean="0"/>
              <a:t>“Contabilidad”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7021951" y="3758239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380589" y="1638301"/>
            <a:ext cx="2603261" cy="256883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6584" y="1767338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/>
          </a:p>
        </p:txBody>
      </p:sp>
      <p:sp>
        <p:nvSpPr>
          <p:cNvPr id="10" name="7 Rectángulo"/>
          <p:cNvSpPr/>
          <p:nvPr/>
        </p:nvSpPr>
        <p:spPr>
          <a:xfrm>
            <a:off x="5845511" y="1956904"/>
            <a:ext cx="1138339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82634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1714016"/>
            <a:ext cx="8483600" cy="475435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9" name="8 Rectángulo redondeado"/>
          <p:cNvSpPr/>
          <p:nvPr/>
        </p:nvSpPr>
        <p:spPr>
          <a:xfrm>
            <a:off x="442470" y="2671942"/>
            <a:ext cx="2732530" cy="89675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6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Posteriormente seleccionar dentro de las opciones, el reporte </a:t>
            </a:r>
            <a:r>
              <a:rPr lang="es-CO" sz="1600" dirty="0" smtClean="0"/>
              <a:t>«Saldos Empresarial»</a:t>
            </a:r>
            <a:endParaRPr lang="es-CO" sz="1600" dirty="0"/>
          </a:p>
        </p:txBody>
      </p:sp>
      <p:sp>
        <p:nvSpPr>
          <p:cNvPr id="24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Saldos Empresarial</a:t>
            </a:r>
            <a:endParaRPr lang="es-CO" sz="2200" b="1" dirty="0"/>
          </a:p>
        </p:txBody>
      </p:sp>
      <p:grpSp>
        <p:nvGrpSpPr>
          <p:cNvPr id="7" name="6 Grupo"/>
          <p:cNvGrpSpPr/>
          <p:nvPr/>
        </p:nvGrpSpPr>
        <p:grpSpPr>
          <a:xfrm>
            <a:off x="3225801" y="1530190"/>
            <a:ext cx="1295399" cy="1615532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0" name="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1" name="7 Rectángulo"/>
          <p:cNvSpPr/>
          <p:nvPr/>
        </p:nvSpPr>
        <p:spPr>
          <a:xfrm>
            <a:off x="7853216" y="175377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9278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8" y="1780340"/>
            <a:ext cx="8365253" cy="46880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9" name="8 Rectángulo redondeado"/>
          <p:cNvSpPr/>
          <p:nvPr/>
        </p:nvSpPr>
        <p:spPr>
          <a:xfrm>
            <a:off x="493270" y="2697342"/>
            <a:ext cx="6821930" cy="47765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6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generar el reporte aplicar los filtros necesarios y presionar el botón «Exportar», este generará un documento Excel.</a:t>
            </a:r>
            <a:endParaRPr lang="es-CO" sz="1600" dirty="0"/>
          </a:p>
        </p:txBody>
      </p:sp>
      <p:cxnSp>
        <p:nvCxnSpPr>
          <p:cNvPr id="23" name="22 Conector recto de flecha"/>
          <p:cNvCxnSpPr/>
          <p:nvPr/>
        </p:nvCxnSpPr>
        <p:spPr>
          <a:xfrm>
            <a:off x="4657470" y="1780340"/>
            <a:ext cx="0" cy="840802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7 Rectángulo"/>
          <p:cNvSpPr/>
          <p:nvPr/>
        </p:nvSpPr>
        <p:spPr>
          <a:xfrm>
            <a:off x="7743886" y="1820096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7501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A5C5BB21-B50E-4CC7-8D75-79EA29AB6C34}"/>
</file>

<file path=customXml/itemProps2.xml><?xml version="1.0" encoding="utf-8"?>
<ds:datastoreItem xmlns:ds="http://schemas.openxmlformats.org/officeDocument/2006/customXml" ds:itemID="{615E2037-4AF3-4C51-B2B7-3FF57815DA3F}"/>
</file>

<file path=customXml/itemProps3.xml><?xml version="1.0" encoding="utf-8"?>
<ds:datastoreItem xmlns:ds="http://schemas.openxmlformats.org/officeDocument/2006/customXml" ds:itemID="{0A5CE7E0-3AE5-472A-9E2B-F9A37307A2BC}"/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108</Words>
  <Application>Microsoft Office PowerPoint</Application>
  <PresentationFormat>Presentación en pantalla (4:3)</PresentationFormat>
  <Paragraphs>11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7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Andrea Pastori Rojas</cp:lastModifiedBy>
  <cp:revision>34</cp:revision>
  <dcterms:created xsi:type="dcterms:W3CDTF">2017-01-26T20:10:20Z</dcterms:created>
  <dcterms:modified xsi:type="dcterms:W3CDTF">2017-10-07T15:47:00Z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  <property fmtid="{D5CDD505-2E9C-101B-9397-08002B2CF9AE}" pid="3" name="MediaServiceImageTags">
    <vt:lpwstr/>
  </property>
</Properties>
</file>