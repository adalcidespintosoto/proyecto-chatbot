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9" r:id="rId2"/>
    <p:sldId id="265" r:id="rId3"/>
    <p:sldId id="266" r:id="rId4"/>
    <p:sldId id="268" r:id="rId5"/>
    <p:sldId id="267" r:id="rId6"/>
    <p:sldId id="269" r:id="rId7"/>
    <p:sldId id="270" r:id="rId8"/>
    <p:sldId id="271" r:id="rId9"/>
    <p:sldId id="272" r:id="rId10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8669" autoAdjust="0"/>
  </p:normalViewPr>
  <p:slideViewPr>
    <p:cSldViewPr snapToGrid="0" snapToObjects="1" showGuides="1">
      <p:cViewPr>
        <p:scale>
          <a:sx n="100" d="100"/>
          <a:sy n="100" d="100"/>
        </p:scale>
        <p:origin x="-702" y="-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09/05/2018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09/05/2018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09/05/2018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09/05/2018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09/05/2018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09/05/2018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09/05/2018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09/05/2018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09/05/2018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09/05/2018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09/05/2018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09/05/2018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09/05/2018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1945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EL REPORTE DE ESTUDIANTES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GRADUADOS – RESOLUCIÓN NRO. 4008</a:t>
            </a:r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seleccione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9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«Estadísticas Institucionales»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16552" y="1603320"/>
            <a:ext cx="2421716" cy="1823804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838268" y="3003631"/>
            <a:ext cx="1200832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8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sección «Estudiantes» seleccionar la sede en la cual generará el reporte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16552" y="1603319"/>
            <a:ext cx="1745060" cy="206562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161612" y="3040207"/>
            <a:ext cx="1501060" cy="125747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8552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8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el reporte presionar el botón «Ver» el la sección «Distribución de estudiantes graduados»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700016" y="1751010"/>
            <a:ext cx="520138" cy="208664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229299" y="3503898"/>
            <a:ext cx="3227832" cy="630935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7520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8" y="1775898"/>
            <a:ext cx="8377952" cy="41521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Seleccionar </a:t>
            </a:r>
            <a:r>
              <a:rPr lang="es-CO" sz="1600" dirty="0" smtClean="0"/>
              <a:t>filtro: Resolución Número 4008, </a:t>
            </a:r>
            <a:r>
              <a:rPr lang="es-CO" sz="1600" dirty="0" smtClean="0"/>
              <a:t>el tipo de </a:t>
            </a:r>
            <a:r>
              <a:rPr lang="es-CO" sz="1600" dirty="0" smtClean="0"/>
              <a:t>visualización será: Pregrado/Posgrado, y digite el año de grado, </a:t>
            </a:r>
            <a:r>
              <a:rPr lang="es-CO" sz="1600" dirty="0" smtClean="0"/>
              <a:t>posteriormente presione el botón «Generar»</a:t>
            </a:r>
            <a:endParaRPr lang="es-CO" sz="1600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19174" y="1775898"/>
            <a:ext cx="1" cy="1086174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847087" y="2908935"/>
            <a:ext cx="6353937" cy="52120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" name="AutoShape 4" descr="data:image/png;base64,iVBORw0KGgoAAAANSUhEUgAABVYAAAKlCAYAAAAgmLcrAAAgAElEQVR4XuydCbhUxbW2FziAiIoTggODGoygOCFGmbwkihiVKKIJggOi1+uEerlqgphEJA6XoGjMNQ4QFf0dQIMaEY1EQTRRnHCEaBhMBFERFRUnzv981b12166uPXX3Gbr59vPwAN21q1a9tftweM+qVc3q6urqhBcJkAAJkAAJkAAJkAAJkAAJkAAJkAAJkAAJkAAJkEBqAs0oVlOzYkMSIAESIAESIAESIAESIAESIAESIAESIAESIAESMAQoVvkgkAAJkAAJkAAJkAAJkAAJkAAJkAAJkAAJkAAJkEBGAhSrGYGxOQmQAAmQAAmQAAmQAAmQAAmQAAmQAAmQAAmQAAlQrPIZIAESIAESIAESIAESIAESIAESIAESIAESIAESIIGMBChWMwJjcxIgARIgARIgARIgARIgARIgARIggdojcP/998sxxxxTexPjjEiABOqNAMVqvaFlxyRAAiRAAiRAAiRAAiRAAiRAAiRAAtVCgGK1WlaKcZJA0yFAsdp01oKRkAAJkAAJkMB6S+DZZ5+VnXbaSXbcccf1lgEnTgIkQAIkQAIk0LgEKFYblz9HJ4FqJECxWo2rxphJgARIoB4I3HzzzXLaaafVQ8/skgTiCdx3331y4403ygMPPCCbb745cZEACZAACZAACZBAoxCgWG0U7ByUBKqaAMVqVS8fgycBEiCByhGgWK0cS/aUjcCsWbPkwAMPpFTNho2tSYAESIAESIAEKkygscXqN998I19//bV8++235td3330n69atk7q6OjPTZs2aSfPmzWWDDTYwvzbaaCPZeOONze+8SIAEGocAxWrjcOeoJEACJNDkCGQVq9i6fckll8jLL79s5jJo0CC59tprAzk2ePBgmT59unnv008/lYkTJ8odd9whq1evls6dO8tFF10kQ4YMEWQr3n333V4eP/3pT6Vbt24yduxY7/vo/4033jDvDxw4UEaOHBlqd8EFF8jSpUuDOPRNxIJ+BwwY4O1X+7Tf7NWrl+lfMyqj4t5zzz3lV7/6VVG/eO24446Trl27mjmDH+KwL7sN/vzqq68W9aNM8Qbuv+uuu2Tx4sWG6dChQwVz1svXB+JDG50H1qljx45Fsdxyyy0yc+ZMGTdunIk5DTvl9uSTT0qbNm1k+PDhIRb2/NAf2k+YMEFmzJgRPEOjR48OxtP+pkyZEpKu4IcLzw8vEiABEiABEiABEqgUgcYQqxCpa9euNb8gUku5IFlbtmxpfkG08iIBEmg4AhSrDceaI5EACZBAkyaQRaxClPbv31+uv/56k2mo4hQiUMXf1ltvLR999JGZMwTgv/71LyPZIPQgFc855xxzP+pqvvvuu6adK8z0PQjcyy+/vIgfxkZfw4YNky233FLmz58ftMF4/fr1MyJX48CbiPXoo4827Z544gnvmqg0tscEH0ha3a6uc3Ll3hZbbBESkToABCakIWLGvePHj5errroqJIPtNvgzZDEEsH3hflxgOXfuXLnttttMXVLM96STTpI+ffoEMtPXB+bxySefhNYJEvSpp54K1Tft0aOHfPzxxzJ16lQTcxI7SNATTzzRzAvCWuP58Y9/HMhee366Pj//+c8DBpC5V1xxRRAL1uGII44w0n7y5MkBBhXStkRu0h8uBkcCJEACTZTAgut6yIjbRXpdOksmHbV1yVF+9OAoGXCZyNhHJsmgtiV3U9EbGzqmhh5PXr5WeoycKsNumS/n7V1RdOt1Zw0pVr/88kv54osvTIaqeyEzNc2lmax2W4jVVq1aySabbJKmC7YhARIokwDFapkAeTsJkAAJ1AqBLGIVwguZhnb2JDhAeKnsssWqLdSUF/rApdJO78fvtjCLGsvuB7FAet5+++2B1ISkg+yDeLTFKl6H/ES/yEC1szHdPt35jRgxwshOyNSscs8VqxCLc+bMkT/96U+B0HTFqopY9xnDvT/5yU9k9uzZoUxOSON99tknEJM+7ujLXhv8GUIWHDTjVyUpMlntGOLY2Ww0XsR56aWXBlLUjgdrbI+p96iwxu+69pDjF154YZBhnJV9rXxGOQ8SIIGmSUDlZHx0vbJJx5UzZNTh40TKFJ7hmD6SGecOkHG7Tpb553YXKXUMz30NLhVTPAr1GlMaBqXyTTE306SpiNWmEkdabgntGkKsfvXVV7JmzZpEoQppil92OQAIV2SnohwAfukVJVhbt24tLVq0qBAdEXyuLpNLQz+I8b1WsQHzHTXEGP6YF8i1PWZL//nnSfdKT6oC/WXn0rTnUwEkjdIFxWqjYOegJEACJND0CGQRqyrwkEmI7ERffUw3YxVb1s844ww56KCDvDITRHzCLK1YxRZ3ZG6qHIToO/744832eFusIhMTQhL9oranux0fcUSNifb33HOPEYVZ5Z4rVjEOsnefeeYZr3iMkqK4T6WxL3ZbWPr6wL04KEqze7FOWBudl/YPKYoMZFusxrHbZZdd5KWXXoqtk2rHg/ZulizG1kzWd955J1gHlCNANqyK5Kzsm96njRGRAAnUEoGcWM0oTpMA1IuUC4tVE7fkJWtSPPb79RJblgCaQNs0DNK0aQJTKTsEitVMCPE99Oeffx66x5edivqqy5cvl/fff99ktaL2Ki7IVGSkbrPNNtKpUyevNHUlK7JXkVRQiauxxGolYi+tj6YtIrOL1dIo8K54AhSrfEKaPIEJj/9eXl+xKHWcvzj0bPnedrtGtv/H+2/Lbx77Xer+urXrIqMPOTN1ezYkgWolkEWsYo5aHxNyDBmFkKx2fUxbrKI9ZNif//xnU5PVVw9U2+B3N2MV28Hd6+CDDzYZsypBId9QXgDb+1X8Qs7ZcaAtyg2omFNR6J5EHyVW7dd1O78b15gxY0Lx6/s+sYp54vXTTz/dCGo3YxW1Su3r4YcfDkoJuJy0nS0d0Z/bB7jZdVOVjy1Gf/jDH5oyDahdq2I1iZ273r7PgT2/uPb6nssb64oSCBSr1fpVhnGTQG0SqE6xuoN8tHJr2bqUbfvrizCMe1zTMEjTphY+EhSrqVYRYhSlmFSQ4iYVqvo7MlORDAChil9o68tE1XtxYBVKRiGxQPvQ9u59G264oal/X+4hV8liFSJyhEw1VIbJZGR64rNwucil1w2SXMERW1ba7UXkRPywR+TacxdL513Hybi3x8qs6waJBJmy/7b6F5GDcu+jX3wtvrVTcVmTXPb6vPw65X4I1vtvo+QO6S+LLxsnuXfysUouKzdof+IwGXa7SP9HOsutd4v0f3tcPut/h9wOgGd0+SPuF88P3cDj7sXS+fapeU5SKOmR/7oRRKu7FvKfMzOaYdQ9yFo30d8ySzpP9sRjxrLjliadgZvqw9QEG1GsNsFFYUhhAqfccZ5AbqaRq2022UyG9zxW9u2wVyTGF5e9Inc8N01Wf/lZImodd8rwaxPbsgEJVDuBrGLVni8k67333msOp9KsxShxBjmGzE9kTdr1N9FfORmrkKwQpdhaDyGnh0PZcUBkYvs9trjjguS98soriw5BistYvemmm4zQzSr3osSqva3/lFNOCURmXMZq3Nhax1alrYpR3d5vl0sAA+WD9sg8xi+UGUBGq7t1P45dpcQqng+Id/zHwl0HCF/UvdUyEqyxWu1fdRg/CdQGgcxi1fmPMyjYNU7DEiD8H/6ckFBpkedniQWbaLhEAf7TP1wW26UAtC/9TzpuLjG2HTw1Vovm4Y0zxXwSYop6itxSAIaHkTSd5Y4Qw4IQMX1VgAGkTUHkFNZQghhUMOWjz4/Z2a6XaosU08yJM0Jo+iSSXfc2937nwvMQiCFf1nU+yzlokz4OLVUQrI/9nJkXPWtf1Kbhv0bURykAHEqFJASVna5QxSwhUV944QX58MMPTbsooeoSQQYrhGnbtm1l5513FghUXD7BinHRFgdclXoliVVbbgZZ8T9dHC1WV34kH7XdOi9c8bxdJnLJqbL48BEi1udBxz11yQBLnuaez9k/iq8R/dHKj2Trtvka0vjczOkvszrdmv8c5Lb4h2I9fLGcmt/6H3xeIFYPny3983Wkzet/6R+SuroDwDeeEaF6mc97oa/cZ0XyEtrmoQK6v8zucat0NmPnPjfKRrlcKpfJgCWn5oRr0XyssUJSu9SngPe5BChW+Uw0eQIQq7juXFo4lCYq6BM69pBz+p2SKFavf2pK6v4wFsVqk39MGGAFCGQRqxB7mj1oDx2VkQjphpPr7cxQn7wsV6xCKuKn9thejzIAyAJV4adZrDiMSS9ITQhe9xCrKLFqb7OvlFhFLOjrtddeM5kMKkLjxKpKUvuwLp0T5LLKU7cPCO2rr746OIAL9ygfLXOAUg160Jjej2wI1G6NY6elF8DcviBD9YAtOx5fTVbch4zimTNnmvII7jrooWfIYMazRLFagQ8+uyABEiibQCax6pNhvsxGb7ZjXkSF5JOKr7B0y8Vkv4Z7b5XFB82TeVpj1RWrZcTmlZih8gj52ENyNcV80sbkWUW/WO0lvZ7pHEgTEYdf2vFKrLFakLvxYlXlaOFgKs86e2J1n8XifjQbT6TXQSL9LykcNlb8HOfHlEJGYCBs7LX1xFFc39ZZ69TPd9kfz8wdVFqs4oAqSFW9bKmqf0bNVXxPhx8qpxWq7sQgWNu3by/77rtvUfYq2tr9Qq6WerBVklgNfjBhf9ZjM1bzMwl+oAHBD7Earmtqi9XZfQsHtmXZCh/8sOnEyUashmrF5oXr/CgJDLFqZd0W/wDMyiTNT8ker0isRmbw5m8OfrCS+zqe++HVvKKDBm2xmmk+TbRmbOYPbBO5gWK1iSwEw4gmALHaYcv2smDFP+TPK97yNjyozQ7SeYv25r00YvWCB38jz6z+t+zScnN5Z+2nRX2iP7yv/aYVqygz8NlX4Zo5mj1rv7dZi00jyxXY7dpvvp20b9MuiG/N2jWyaOU7wd+7tN1FWrdsXRT/8tUrZPmn74deL6Vt2vF889bB4+bqi3PRirfNnLffYrvYkg725NDPU4vmyadr15iXd2u3q/Tr0ivyoXLnhYZRfHxtP1u7RhaueFt6dModwRqXIR0VBJj9deE8Ob3vSak//si2dq/5S16W7cGrTbvIOaQdIItY1TqYDz30UFAvFbLvyCOP9GasqgCza4LiNcgxyFC9yhWriAHlAJYsWSIoA4BLxSFqi6owtJnotnf7ECufWNUT6zUjt5JiFfEgDsQNeYms0TixivZ4H5m3LlMc4qWHbvn6gNDcY489vIeMoRwA6nWhDAB46P2vv/56IjuVtipRESNimzdvnjceMB42bJj4niFl4FsHPC/IjD7rrLMoVtN+uNmOBEigXglkEatRYq1IhPrEk/mP9uLiQ7BcsRW1NVv/ox6I2bDsKie2kEiTiIO3vHHGz6f/HM0yDYvIYnFcvMR+2WttudVbrLhSj1evYtUnnAuZtMGBZi5Pr6wslqMqhOwsaYPCvd+XRetrV/S85eJf7By8Zq9HLqMXWbPhA4GKhWy9fnS9nVdSrCJT9eOPPw7G8UlVvPaPf/xD3nzzTVm3bl1ZE8YhVX369JFNN93U9GNnvrrCdssttywpczVRrOoMVJTi601MxqrJ4r5dt/T3lqeDjNUKiVUrA938oEIKGauZRKRPrFoZosHCRYyXTqzmdxUgQ1xLIjgHZ7k/LKFYLesjU7GbKVYrhpId1RcBlXbjHrte3lr9nleEQpD+76GjUsklFWUzFjwqyz5e7s1c/XG770ubFq3l5AOGZBJ8Dy+YJRPmTA6k7fk9jw/EGd679bn7zBwQ6xHdw1ldyg/t/uexSWaeELsPj7w1kKcQiFf/5Qa54a2/ym8OGCon7H9MSLxqH1ruAO1wJbUFW5XWP9/7SDmj90mmX4x349O3yRUvPyRnff8/5MIfneUdT+eGPrAWP9iuixl38SfLjfCOEtOI084eRsbx6q/WBLH8ru9pieIRYx/z4DjBmg3s0keeXfqSWdPbDz1fftpzsPextDmiQdzcbAZoq88G/vy39xeZdcKcbzxqTKzMdQM5f9pYs45/O/GG1GL2pjm3yTXP3RM8G/rDBHDGDwJ0rUutCZxFrGIsZBZefPHFRsThJ9/utnp7aziyRbHNHW323ntvgfyDFJwyZUooizVKrPpqrCIG1BzFNWHChEDeIWOzb9++gXDUOOxMTns9fAdBQei5Y7o1ZKNqrKJv+7AsHSuqFIC+DymMb4a1jmqSWFWmytLH1NeHZu7qwVG+UgmaCav3Q1a7JQQQt8tOmaCOK+LBQQkqadHejUefITwTuNxnyCdWEX///v3NoWTMWK2vf3nZLwmQQBYC4S33EXfmZaa2LWQiRrTPUp/TEVvRcsoVdh6xertHPLohJkjFnDSTYgGcFqorOtPE5OnbL1ad7fS4zxKIRqymGa8+xSrEz8iphZqLUdxSrrvLIen5cIVo0fDu3NOKfes+s23Zk32X9hGpz3aVEqvY2m9noLpSVf+OQ6rww2m79mqp80PWKjJWd9ppp0Cq2iUBbLmK8fE9YNaaq+4WeM36zm3HF7M1f/GIfEYpno3JnWXWJSKX+bbXzz9PjFjVQ/SCLfLxGauFOqopSgE42+51y39sxqoVa7BN3ydWnVIAJpN2+/A2f+8hgZGlAHJiNShtoCUCTBmCQnkCu9xCqlIASdmxpT5wvC8gQLHKh6FqCEAqnT3n5sh4v77k6UxzcaWefXOakgJRg2mc6MMVingP4i8pAxZZulr6ANLvmmPHBcNB9HX83bGSNF/M7we3n2XuS2qrfaKtKyRV9D5/9r3e7FgNzDdvxACB/esjLopcG1+cKh19DO2OIMm3mnCYEdBPnn1P8BbuT1NrV/mkkZsbX97b9G+3xfhjH77KCFLI1dkjJ3vFszt5m7e7vkkPsT4brnS++7npcuJj15jb7z9qbKS4j+s/q1jVvrTeJbaLu4dAueMhY/Tdd981ws3OEE2aN9+PJqBM8U00yiA09gXxiQzXLGuszxAydXmRAAmQQLURyJKx6qvfWVQ7EwBixGqUyFVZG53Nmc9ejCoF4KktmjY2W9Z1vtstQxC/orHzMZJCD5fRfjxy1DOEvxRAeFu7uc3OzEw7Xj2K1eHLUoppR2hGrrtXwBZni2rNU3+mqR6lUwAdZLx6+y9ur3fm7nMOIDJv+mq8NvxXg0qJVdRKVVnqk6r62gcffGBKWJWbrQpS6BN1Vvfaa69IsWrLVdRj3XbbbTNC9tTdjazTXFjT0NZ5PRDKZCxbtXYPGitjzYFVp8jgZ76RH1sZzYVM2fIOrxp26VhzYFW7U3rJip0ulUlHhWuvIrPUG6sjVgtlRPL4LAb2/TqeqZ9svr4sllNNX4uls0yVqfn6xcEP2+yvwyeOlbH5w7JyNWHznyu7zELw+Ys5vIpiNeMznr05xWp2ZryjkQisb2JVsyGB25VokHxJsjSLWMUYKjNdSamHhyVlQcYJ5bhHxhen9pUkHfVeZJE+MPKWYBi87pZR8MXgk6VRsUa1VbnrW6eovuzMU7RZeva0VEIWbaPEqv2eyyPtR7ZUsZq2f7YjARIgARIggVokkEmsWgCKavS5NQkPHyfBtm/cFzrMyJJQzpbtksVqGbGVJFZTzkfDiuXlebBKEqu5DRTmyro+RZmgHvmapsZqkxGrjmgvZFk7W/1TZs5GfvZDzwFapRPn9fW1pBJiFT9k/vzzXHm4KKmqry9ZslhefvmVionVDh06mMNccUHWajmAqMzVVq1amR+G82pAAkU1ZxtwbA5VLwQoVusFKzutDwLrm1g9sOM+8ubKt002JC47C7E+xCpqlB5yby6zVLMyNbMyjfjzidVS4oSoPOKWU83W9qRMUpSJ6HbzySZmZLeCGeqeRtVLdZ/LSohV9KmyMynDVsc/+HfHy68PPVfOeHC82daPUg1J4lrvjROr9mckSbz7PqMUq/XxlYt9kgAJkAAJ1DqBUsWqzcWtm1ecseo/SMj04YjVpK3eUyNqrEatU3JshQORxj4ySSJLAYQEXPr5+OIqisnTqFyxmm19wgwGtfVnHUeKVZtNVCmAhC34UevuLwWQnLEaLejjxar+ACCx3IVvYfMciuq/NuAXkXLFKg6iWrVqlYk4Tqo2b97MSM9Fi/5hdvpUKmMVpbb2379HXqgWy1VbsCrWrbbaSlCflVcDEaBYbSDQDTcMxWrDseZIZRJYH8Xq0J6DZfjU80zNUWw1f3D4deZAp1KEZRr8EH4Qmqiziu37YA65a5ciiOonan2SBJ+dsQrBeOsruZqZabfVH33LSO+hZmm2wzeGWIXAhlB9c/QjMuHx38sv/n6XWdukUgvKnWI1zZPMNiRAAiRAAiTQcATSi9WIQ4k8crRYrEbfm0Z8Ghr2YTLndhfd+p0TrWIOHCpIV4ufe4hR0jb4/OFVZuurlQEaFnVp5jNZZGTKmCoiVjOMl8QgTqzeXpyRGa69m3z4kxG3ZR1elSRWc7Uyx4mndIIrPyPimGdvD8f6BIevXSpyeUTf+W3hiXVe6/HjXa5YRV3Vr7/+OhCrkKvuL0hVvFZXJ+bgqldffbUiYhU1VnfbbTfZc889pa5Os1X9ctUuCYA6q9tss009UmXXJFDbBChWa3t9q252qOf5xKKnZcnq5eaQJ1uulSpWkQH5v3+5wZwYbwvCpl5jFdmXODEeWZlH3XFucEgSmFS6xqo+KHadzlWjHzWZo8is7NelV+Kz5Gas6hb5LGL19dP+GGSgxh0+5QYDWblwxdvBwVV4H7IS8jLuqrRYTZN5ipILuFAD9r3VK8zBW7jSiGC0SyNW3XIOiYuXb7C+ZazisKhPPvlEWNcz7RPCdiRAAiRAAj4C6cVqYXt5OJvPl71ZLNd849jb1e0sv+K26O9WWXzQPJkXUWPVnwWaLrbEg6I8mYhp5qOHHCXzKl6ZUjJWc9vw5zkHR5XGwFuz1MMhVI8xL6OjygqEZKUrNKHKzQnrxXUtbX65vpPE6tZBKYQQe3vbvorTFHGEJX73QAq7manRWbIN97WnHLH65ZdfyurVq4ukKl6A9FTBCrEqkpOr77zzjrz00ksVE6s4vGqXXXbJZ6zm5Oq6dXVBSQDNjNUSAUoWB9FusskmDQeaI5FADRGgWK2hxaz2qWDb+Z3P3y///mS59zCgUsSqLSXBB7VKsVV83w57SbWIVcRtZ3WifiYyWLMIy6S2+uzY9UKxrR2nzduHQsU9Y1GHV4F13OXWWNV+0hwGhXifXDQvdFCTXR4gad6VEKs2s6TSBVpaAWz1AmNkCaeVoWlqrGrGcdavCeuTWMWBTyjsf9VVV8nIkSOzomJ7EiABEiABEggIRB2+5CIKBFVRTUkRcbP7AkmGXjTDsfjQmJyYymcXPiMhIRiuEZqTbeZgKT2BWw+NsccuMbYdjKwTM4bJpvTUKC3eGp5yPvmt8SGeHl4u71LEqsmwrSCDwrNhZam6/aO2rjk1fZyEsnyddkXb4z1Cs5h78YFQacUq+ip6tvPc9XUTU4c7pMfIqY6M9tSoddfMd1iaXWe4kb7GlCNWNVs1qgQA5KpKVfwZ1/Lly+Xpp5+uiFjdYIMNpHfv3rL99ttb9VULctWuuYqxbbm68cYby9Zb5w9yaiT2HJYEqpUAxWq1rlyNxA3R9NCCWXLXgkcCudSv076yf4e95eAuvUKn0GcVq+j7zGmXyMdrPzN966V1MOtbrPq2d0OKaSZq3BL62iGbV7MbcW+SNMx6eJXG88uHr5IrXn7I/NU9NCsu5qjDqzCXXxx6tilh4LvcOO0aq0k1S3UNpwy/Nuha5WWSqLQFbJIQRedRElZ5JR20hT7AaOaiuaGDtux1TRNHlFjVfrKUFXDXY30SqxMnThTIVfzOiwRIgARIgARIgARIgARAoFSxiu3/EKu4/Nv/kbGK9yBXC9mrn332mcycOVO+++67shcAYrV///7Stm1bI1YLIhV/zmWtugda2SUBIFYhWHmRAAlkI0Cxmo0XW1eIAOTXjU/fZgQehNQPu/SW/TrsFXsyeilidbOWrYODkDAODoKCeDqs035mK/b1T02RO5fOL5oVhN45/U4xma1ZLxV7uA9yb2j3w00XEGpueQNf3yqEu7f7nvzPj84KyWVbesaJVcjJu56bLmfPudkM8fhxV6Xazo+2tnBMc2iVzkHrhSKjduyh58hna9eY7fnXPHdP5JZ8N04Vi/ZBWnFyV6Us2hzZfYAJ5eq/3GDWOW7OGBci8sTHrjH3oOzAEd0HhFjba2OvKdp2aber2cY//ZWZ5vnBszXuiIsi71eup903RvCDA9Sv1cvuG8/d9UMuj+1Ha8oiK3VQ98MM59mLnjafJTxvNw8ZHymxk57lcsTqs88+a04U7dq1a+ww2H7/6KOPmjY77bSTDBgwQDbffPPIe+L6hRh99913i+7t1q2bt0/0FXfpfdpv3Hy0L70Hp7/i4AHf2Hhv1qxZQayHHXZYLCeXEUoV7LjjjknLF/m+xgbevn60JILbga9EQils0C942ePHlWFwWcaxBVdwxwX2iFmfp6jnw56nxhTFIOmZ1jHcdU961hADYnXn5nJy1ySKRaWfmZIfNt5IAiRAAiRAAlVOoFSxin+jP//8c++BVZqpmhOuObGqchWi8957762IWEWfffr0Md9zQZhC1hZkakGu2oIVy6VytVWrVub7eV4kQALZCFCsZuPF1hUgoNvzITcv/NFZsTLVHi6rWMW9KgkhrAbs1seINIhVnMQOiVcfYhXjQvjd8dw0eXTJC2YsXJBvZ/Y5KVF6QVC+vmKRuWfwXgND29zxGt5/eOFTsVv0IQ0h/ewrLmvUXVYI3M1abJb6pHpw/s1jv4t8OuyMUrtRXJyIYdnHy03zqNhV0N/71lMBZ4jd8/qeEiuSffHG8bHXxI6/W7su0n+3XqkEPDJN9bLX1X4d76PP0Yec6WXp44WGHbZsb7K8IS7ZPfQAACAASURBVIfLuUoVq5BbQ4cONUMvXrzYKzXxzeYpp5wiTz75pOy9996COk4vv/yyuefKK6+UIUOGFIWe1C+yTcePH++d8sEHHyxTpkwJxZK0venhhx82ssvu1zcfOy69B0LsiCOOEP27BnXffffJxRdfbP6KeaPuFubti8/HaOnSpYbpOeecI7/61a9KWl7cd/3115vxn3jiiaI+Bg8ebNbFd7njlsIG/YL9mDFj5IILLsh9bcuPeddddxm5bl8uSx9biMQTTzzRsAFLXPo8PfTQQ0Zcxz0fOp7GFMcAz+rUqVO9tXh/+MMfmnFdTknPGsZHVos7N/SHy7dOeF3XUp/L+npmSnrQeBMJkAAJkAAJ1ACBUsXqypUrjcgsPqgql52aO7BK/1wQqx9++KE89thjFSkFgHGQrYrvJ3KHY+UyVHNZqslZq8h4xf28SIAEshGgWM3Gi60rQEBPnsdhPeY/kIuelpdWLDLb9e3sRN0SrjU+IdGWf/p+ZAS+7FLIOUi3G48aY05i/99DR8mtz90nbVq0lt8cebG8sOwVk3mI682Vb8vmLVvLDpu3k+3btEvMoK0ACnZBAk2KQKliFbIMwvCpp57ySlLIn6OPPtrM9bbbbguyJvE6RBFemzt3blEWZ1K/Ks5025XChPiEMMNP3B944IFArrpyLwq+9guh5pO+iGvGjBlmznFiFVL1jDPOKKrjCpk2bNgw6devn0yePDkIA98EL1mypEji3XLLLXLRRReVLFd79Oghffv2NZxfeeWVoqxVSEVc06dPD2LB2iB74oorrpBBgwYFJRNKYYNOo8QqGOPABjtrOY1YRcyQzrNnzw7uVckI0YmDINzLN09tE/UeMlJPOukksy5un1qnF+/PmTNH5s8v3v2A/qOku+89fWZ864T2upZawqK+npkm9YWJwZAACZAACZBAAxIoRax+8803AkHq1lbVrFRbqkJe6uuYFr4PevPNNysiVtEf+sYPrfG9ly1Wk+SqIt5mm21ko402akDiHIoEqp8AxWr1r2HVzWD3CYcH2YUIHhmGx3cfKJ+uXWNOddfsRpxQjwvbrmcseDQQnsjKQ8Yhrt/PvU2uOXacyRBtv/l2oexXe5s4arhiCza2Tv/g9rNMtqotYnWLfVJNz6qDnSJgZAKD+9/eXyQPDr8uMaM2RZc110QzVsHo+bPvjd2qX82TL0WsQmZ17txZbrzxRiOQIITcbDsVgz5ZhPv32WcfGT58eCgjM02/UWIVa4CMRmyFsrMks4pVCDPIU1t+om+ctArZCFEZJ1a1na+Oq8aumYcq1HyCGWNq+yjhFvXcaXYt7vvJT35ismrdzNc44ahr52bzZmGD2HxiFWL0448/LhLMacRq1Fri3gkTJsi4ceOKRH0pYhWxK0M3Gxkc8dqf/vQncxCaL/sW92cRq1GfB18c9fXMVPPXMMZOAiRAAiRAAuUSKEWsfvHFF/LJJ594xapdBqB585xUtcUqfiCMskYQn5W40DcOsOrQoYPpTjNWk8SqlgPAD7s33XTTSoTCPkhgvSFAsbreLHXTmSiE5/wlLxdlheo2Z2zJvvChK83J91oX1Y4e8hN1LbGl//tttjftdHu/1h1Ftuv+vzvOvN+pTXtZ/eVnRtgiW7bzFu3N1vLWLVobEatSFYJ3YJc+Jq60W6q1Viek8NCeg6tOuOmBR+XW5mw6T1flI9ESFHg+fn/s5alLV1Q+kvrvsRSxCvGGrEZk86nMdOUgsuqQmWhnRCbNJk2/cWIV/Y8YMcJkNarozSpWIcpQ4sAuB6Bz1PeixGqUjIuad5z0wz0qmm1RnMRQGeB3yGGbqX1v0tgQxCq+lXkWNhjLJ1bx+sCBA002ri0l04hVZG7igtRMW3+2VLEaJTDB5ec//7mMHDnSPGvK2V2XLGIV9yIj2pcB676etG6lPjNpniu2IQESIAESIIFaJVCKWIVUhVz1lQHIZauiFEAhUxVZq5rdiu8tX3zxxYqKVexUglh1M1bj5CrWE+1ZZ7VWn2zOqz4JUKzWJ132nZoAMlAhUz9e+5kpCYDrNwcMlVtfeVh+sF2XQKTqn3FwDw7rQRvUG92y5WbSq+O+QW1KPTn99dP+KH9dOM9ITz2syBWzOFDql31Plf067iUvLH3FjP3TnrmtsSg/8NCCWebPp/c9yfwOMazlA/7nsUnmICzUUkUfel/qiTdiQ611e9z3+xUdktWIYTWpofUQrbgDtJpUwGUGU4pYhTRFtp5mZUJ4uVmRaYWmHX6afpPEqvs+4kA9zl69ehWRQpF/rfNq3wd59vvf/z6oA4osxWXLlslpp50WqqnqyrOk2NwA0jBKEmlun3bWL+amW9fdzMqkfu33S2GDuKLEKmQ7+ke2BkpJQJKmEav4T8iRRx5pMopROxbZyaiP69ZrtZkkiVX0dfnll4cwIoMEPzjo1KlTKBPbzgRGzCpffTV5s4pVW97rfHQtr7rqKiNyfUx9H/+ktS3zSwZvJwESIAESIIGaI1CKWEVZqq+//jokVu3M1JxYLRxapX8GPJQbQlJCpTJWIW1xUKqWAogqB6CZrIhBx0bbjTfe2Nxb7vXRg6NkwF/6y6zrBkn5vZUbDe8ngfolQLFav3zZewIBZHz+719uMJIUWaeohXrIvReZTFXUXUV2Ka42m2xmTnqHSMXBTgd23MecNr9dy83MFn/UUdUt2no6PdrqIUCQoSfc+3PTFw6TUjGLMbH9HddRd5xrJO7iT5bLwyNvlbuem27GUHGKsXCp+NWpIZOxe7vvVZ2chFh975P3Yw95Wt8fYDD67KvPUx1OVQussopVFUD2FmmItxtuuCFUjzKNNLT5pe03SV76xCrKFnTs2LFoufbcc89gi7x9nx62ZItjZFhCptmHVTVFsaoZqnYNU4g21J61yxskybcosZqWDWDHiVUIX9SbhSCFaE0jVtGn1oGdOXNmcPhWVF1ctE8Sq74DvNAfyj5AqNt1YJGhiuwUzcLWLfyawWo/YFnFKu51a6n6aq+m+VwlrW0tfN3iHEiABEiABEigkgRKEas4uApyUrNQC7VVIVNzh1ZFiVWURcL30jj4qhIXxOixxx5r6qRClKpYRf+asZp7LXewlb6PsfHntAdYLbiuh4y43Yr4xMky/9zu+RcWyLU9Zkv/+eeJvlI0t5evlR5z+sv8c3eQGedeJnLJJBlUD+dmIc5bO82SSUeF9W7x64h5hEzNBzrslvly3t4iRfPE+/m5Gnl82bzcHcH8P5IZ5w6Qcc/ojIfJ5DyHUHspvJ5rmbtv8YjcuOYVu38RycUUjjMYJR9vJZ4h9pGdAMVqdma8o0IEUEP113NuFWRMQqwiK7BHp71NDVTNKoW0xFZ+HCqFNrcfer65Bxe2+SNL9d+fLDcSFodcaYYhtrZDjrZu2VpUtOIe9IsLp6hrxusZfU6U4VPPM+Ogn9F9R5gDrlBiAOPds2CmKREAyQrxOmC3PnLiY9eEDtpykWD7+MxFc00femmpAc18jTrhXU+M951Ef/2Qy2PLDZw/bawpe6CX74R5SGbUrH1qyYshSYz4wPOE/Y8p2u7unlx/8gFDvELWbadzcflAWP7msd/FPkmI3RcLbtISDLMWzjXZzHpBlEOED+95bJEM9fHEfSgL8b3tdi2KxZ2LNkBJiaS1Q1vfHH1jYc3wQ4OlZ0+LLDMQNZ4dNJ7pM3qfVFapgqxiFWINdUb1VHbEo6feo+aqZoDaW8nTfPlI22+SWIUMu+OOOwLJm0ZEIT67X2QmnnnmmaFSB8hKRCZjnFjV2qS+DEYfgzSMkMULKezWfI1iCjmHb9YhLPVCaQTEZNdqTZJv9rilsMHYcWIV72sGKDIyu3XrFss2ar7o4+qrrzbZr75atUliFf2qKNVDqyBWp0yZEpKqmvnrSnqMu+WWWxYdYlWKWHWfH9/a18czk+bzyTYkQAIkQAIkUMsEShGrK1bkDkP2lwJobl7X7f/24VWQrZCZDz74oPmerdysVfTdpUsX+cEPfhCSqnadVbscgIpVFbD4HbG2a9cuZonz4lDGWtmoOdm3+NJigRnZUSBWI9VreY8Z+h+Z06S97Li8rztSc+UMGXX4YjnVI4YXXDdKFv90kgwSu03h/uHLRsmAJacGkjnI3L1E5DK7T2v+tkBVoStuDObvs6X/I66AXiDXnrtYhjMzuLznpcy7KVbLBMjbsxOAFBv78FVm+/ydx11h6q1CWiLjdPknK6TbzSebjNUz++S23tvSC/cuWvmOOahqzVdrzHvYro8L9VIhqbRfHE6l9VPxPqQqpKiKWWSuQsDi0ixUiDlkpt48ZLwRf24tVy1P8L+Hjoqsw3r0LSONUIWoPLXnEFOzdfbCeaasAa43Rz9ifkfcmAsydPWCyO3XpZeZC8QcyhicPefm0PtR5Qa0Xqo2hqj+j916hfjZkhlZu/279JbNWrYO4gMTMHDnBxl7x3PTjADEpZm+rpBEu+ufmmK4PX7cVdKl7S5e0afreMGDvwnYI54dNm9nDtJSWYr1gTC3Ly1hoOt3Rs/jzAFnKM8w/ZWZwb3o79dHFNi6PNH3xKN+YWKEgHcvd854JlXYYu0g8SHYfWuH13SO4x67PpD0qN1rj4V+Ov7uWNOFnWHtxuKOB/7n9zzeNMPBbPr8+nhl+YRmFasQO5B27tZ6bDXv3r17IADdWqduTLq9XoVh2n6TxKoro0oRq7oFG3OCIEMZAMSZlFXp285tz1vF3YUXXmi2rycx8m0Fj1tbHR+HTLk1SMePHy/2lvI44eiOazNPywZxJolVtAEDlAO48sor5Ywzzog8GAzZm3fffbe3Zm9cXdEsYhXxaBaqZtIqb5WeqHfrril+0OBK3VLEql3GASUOfIdjVfqZyfK1gm1JgARIgARIoFYJlCJWly9fXlQGILf9PzpbVcsD4HckJuCH9jiz4JtvvikJLaTqHnvsYX5A3bJlyyAT1S0FkMuMLWSsunIVg7dvn9s16ruitvgXMkD/Hcr8lINUwIYzOYedOEymipOx+l5BhspBw2SYLJbOJpPVydIM+sxllPoyUjV2xHuZXFqUsRp+3c2wRayeLNqXr5VRy4abvtL1KyIQqJM7y6wRi2WAydDNi2SPWMZcZvfNZ6xCpF4ucmkgTBHjrdLZEauB6K2HbN+SHsT19CaK1fV04Rtr2lpLFePfMexaeXLRPDnmwXGx2Z+lxgqJaNdo/duJNxiJhjH367CXLP/0fSPjID4hd4/sPsC85hNtiHvq89MFh1Tt3nbXoN6qG5vKTYgv9/R4zTpExqN94UAtFWN6+Ja+D7mHDF694sSZ1pXVtqtGPxqSeHoIE96HwHUFrS0s0Qb1aW1xqtnA2j/EMdbQlZIYB3LUnadvHe2YsT6Q4bhsJvbrEIz9bxlhyjlEja8ZoOjHlZU2T4j2pBhtZr46qyrRo5ji9d0nHG6yaK85dlwRArt/3zPj3rDx5b3NS3bselAbmOCKy3xN+ixlEau+rcnav/ue/t09VR3tVV5huzWkXZZ+48SqZkDambOliFXECIGFzEUcKAThhxqXSWIV9yFjFBmmvkO7NHbNHNX+7Hjt9UIW74wZM8Te1h+3nlEHIOGeLIcgQXpff/31QYaryzwNG4yZRqzqs4D2+A9G0sFgPlZxAjqrWEUcdiat1jZ1t+nb6+B7rxSxquuE5wP1Y8Fi/vxCdj7er/Qzk/T1ge+TAAmQAAmQwPpAoJJidYMNkK3qLwNgZ7eCK4Tqo48+KigrUMrVtWtXOeCAA0zJATsD1c1W9WWsaqas/p4kVn2iUmMOi86cTJ39o1lyqVxmZXLmJeuuKB+gpQBOlcWHW+LQytDsfLctTwt9utv7fdxSC1D75iKpiTfD8tVIUBkmU2/PFw/Iy15xRa6K1bwgDbJTLTlss8skVus767eUB3E9vYdidT1d+Maatoo0yLJFK942GX/2tv24uCChkNmqAsluC8l29ZEXBxmsmgkKWeW2R9s2LVqbuq3YNm9vJdc+Ia7O6XdKKBwI1yNuOTU4KKv/br2Ktpur1PNJO4jLGQseC+q+aue2XIwSq2Ck8vX+o8YWZcuqMLTna/dlZ0Zi/g+MvMWL2hZ97hx8YyCL0xWGlRCrNhNb8NrS1Bau9mQgGreacFjwki0as4pVlKvQrFSfWLWzhH1c9f2oWG2BjIB9a2vPzSdW8b7NyxXqWT7rWcQqJBXk1xNPPFE0hC9rUA8oQjYiMjRRrxJi6JJLLjFF+/Xgoiz9quSDdLIvyDCUAFBZq+9B7iGDU0sUuIHjACtkd7ryELIXGZ72Fvo0YlXbII7Ro0cLvuEFG2Q8Imv0nHPOCeq6IhYtgYBMSEg8MEJm66WXXmqkqisSESeyGfHLvlRQDh8+PNS/tlFZqOJSmdsHN6EPtEMGpj1uKWwwbhqxinYaG/4cJVbxHrKR8dzYzxOydMEUr/sEdCliFWNpJi2e0XfffdeUKXAPAFO2Wn7CHr9UsaosUHJg6NCh5vlwr6zPTJavB2xLAiRAAiRAAusjgVLEqlsKIFdPNXdgVRqxCsn67bffyuzZs83uqFIu/CAWZQBwQazismuoIlMVr+d+XxdZYxX3xZUCiBKVGnMo6zJfJxQiFmI1JGSLaqxCrNp1WQtZoxCrgXC0+qy8WPWVOcjNzJ23qb36dqEcgvm7TJZZnW4tnicyVp2t+j6O2TJWI7JqS3l4eE/ZBChWy0bIDrIQUDFki0I3MzKqP1/dUm2L/vZp18XUSHUPl4qLz47DbgdJZtdH1fcgLvWCsHWFWVQGZlwMacQqhBsye3H5slbteqAqim2xmiQINT5XStqSTqUktvjb5Qtc4ViuWIWARjkIXG5mpgpTrIOWVPCxtQWsHV9WsWq394lVjI2MVJX37rOMOLT+rxunZgAje1jlbdJW/iixqjEk3Z/0WU0rVrXGpL2d3O0bMmrBggVBlh1EHaQcsh/tC/VZx40bZ6Rj1n5V8rljY+v2z372s+D0dH0/6YRTCE2IKlceqihGvyqS04hVjIt2kH2Qsnoh+/Wss87yijI9cArSWi+INYhY98T7qAxczfr11RkNvpbtsksgniEcfQc3QQgff/zxoXFLYYMx04pVtMWzA5EcJ1axJpCYEL9Rz5P7XJQqVu2SAMhARmzYque7tASDLaNLFavoHxmwbk1cd9wsz0zS1wC+TwIkQAKNQcA9oMXEEDoIJxdVcIiM5z3TIF87MahRmLsrty3Zusd7GE3RxHvJWGfLbdo4C10VH0ajMYaG82Sueceyb/LcY78dlxWHdkn9hxlqz8XSKakfvbOoP6vOZRB3wpwa6tksRazah1dFHVylNVb1ECstBYB54c+QoPPmzZOFCxeWNNX+/fvLzjvvbO61D63ylQLIvb9Ovvsud3iV/QvxtW0bva88qhSAisJTlwzwStAmL1bNM7m46HOfW4xiiekTyKitGiVWr911nMzXbf7oElmxd3eWScGBX7mvcakzVr1ZtSU9OrypAgQoVisAkV2kJ6BiCHf4annG9YTsvwlzJnvFqQpSCNHz+p4iC1e8HdQmhZTcbbtd5MKHrgxkqbaPEqt4vfMW7QWHL6FUAC6UC7APpIL0cw+TsjM+cY/2c2DHfWS3drtGHvjkk6G4X8UeJKmd3WhnNmo2KoTnH/9+X5CBa4tVWzSiHeq4Rl1R2/DtWNx52vGUKlZRE3WzFpsFtWhRQ3Roz8FBqYEsUtSOz661mqUPmz/+HCVW3bq1WtdV1yUqCxVrsmT1cpM9HMXcXSOfWNU6wlF1b9N/OkXSitUsffraQjTh0gzRcvurhvshjZHtiMvNMPXFD0GHU+fjGIEjfvkyGauBSSVihPRETbL17Xkq9ZmpBHP2QQIkQAKVI6A1F93TsbWeYvh1W4h6xV8msVosTqPnlS3OoB/n8Jlc/O642nf4dRWWfsHp51OI365H6Z9nbP8qPYtEZ7RY9cfpJ5qFQ+WetfQ9lSJWP/roI7OVX2VpQa4ia3UD7+FViAjtcOE+yM0XX3zR7LrJekHaHnbYYUFt1DixqqUB3KxVvWejjTYyPxBP/DyEDq8qbM+HWC3UPI0qBZD/QYk0lVIA/vqloc9yqN6pVTs1n4lqZ6x6D69CjVUrc9VXG7ZIrNqHXTmHVyVlDmd9hti+PAIUq+Xx490ZCejJ7KWcYA4pZh92ZA+tmaQ/2K6L4MR6iFXU+cR2f1x66BL+jLa/7HuqOcTKV1YAbXxb3NNM1a136d7jqwuaJmMVktTOOrUzOSHWnlryojnkKaqvLJm0UW1tsYp52QeD2VKvVLGqJRpUMusBTaf3zR1ilkWKRpU0yNKHO2aUWLXLLNh1UrV0hVtrF/260tWON+7Zs8UqZL2WxvBJ/jTPq9umocRqKbHxnmICEKr45R5ORVYkQAIkQAIkUA0EcnJPIjLEkjJNXRmbNWM1vVjNGqeyD2X2eaVv0NLUoRxniap4sRo113x/OtalY2XxZeNEPCe1p+0/dJq6ydrLGKf7IGbk0BjPcSliFT8M//LLLyPFqmap2r9rjVXMEX/GhR/EP/7442a7fpYLB7/27t1bIEVxlSNWN9lkE9liiy0Shy/K/A5EfNRBU0348CojLcfJvNCsra8REbVMQwwiDukSKXyt8rcvDOrNgr2sEJX9Awy3beKCsUG9EqBYrVe87LzSBLDlGZdPiNpy9W/vLypqo0LV3nbtKxsAwffW6vcEkhbySsVe2rlAriK79u/LXvaWJnAPVEorVl1pizIE7Tffzpwqr1mRacRqUh3PtGIV8Qyfel6QBaxS8a7nppd1eBWk48+mjgoykzXDNosUtUWlzTtLH1jvNKUA0M5mpgeDIQu1X6d9RTNY7efHla62nEW7qAOobLH6i0PPlqPuODeyDEHa59VuR7FaCrXGuwfZmqjDyosESIAESIAEqpFATjJ4BGl+Mu77wd9vERkxcqqEpV/9idWscepa2Blp8XJWt+YXJHNp4jM3ciHe4bLYEaEaW2L/KlGfsdenfLGalUNjPNeliNUvvvjC1NGPylhNI1a1HMCrr74qzz33XOqpb7bZZnLMMccEUhU3ZhGrWipA78H3lq1atUo9fiUbxmZsVnIg9kUCFSZAsVphoOyufglozUqfEIXY267lZvL+2s8C2QRJemrPIfLe6hVy14JHUtVfdcsEJG2dT5oxBOSNc2+XX/z9LtPUPRQqrVjFvW4mJjJ/NVsV70f1ZWeXRmVe6jzsmqF2OQE3YxXtIQT73zIixLtXx33l9RWLZMrwa5PQhOK169X6tvLbkjOpxqp9v4pOBFNfYlXrpWIMPD+/PvRcU4c2qn6we2iVCypqjdxSAFFZzIngIxpQrJZKjveRAAmQAAmQAAlkJaDZW0WCNKIjW3CKb1t9PZUCyBpnLvzw1uKgFmlUfVhnzkniM/r9cKZvlMhM6h/hFLeplFid562hm/X5qa/2pYhVlAFAOYByxCrms2bNGnn55ZflrbfeSj09SNDdd9/dHFyFP2tZAVuY6vZ/+3ctBeCKVZQB0MzX1EFUqqGTOZqlxESlQmA/JFAKAYrVUqjxnkYhAIl35/P3y8MLn4oVpJpxelin/WR4z2ODWGcvnCfzlr4oH6/9LPJ+zXqFoMVhWCghAFF2xG79ZP+Oe8XWJsVAyFTFdUT3AUWMVKaVI1Z9pQbsDNQosZp0er0GG3VwFN73iVW8bt+j/bhzjHpgorJjo2qkxh0UZY9x9C0jg0xaO/szSaziGcPVPl9X1xamSULalqV4ZrZsuZmpn+pe2ifWTev3os2iFW8Hh1hFiWNfjVV7rrZELuVDSrFaCjXeQwIkQAIkQAIkUBKBou238dvzQ5mjeq8tKutJrJpDZkLbhFOUEUAsoZPAne3RIhInjWLFp8YTeeiVVV7Bx8krTT0rmOdZEN/li9XgMDFruKYmz0oRq5jOBx98YA6gCh9Olb7GKu6dP3++vPbaa6afLBfG3GOPPWS//fYT1FvNkrGKsbQ9+tl2222zDM22JEACKOdRh08RLxJowgQg7n7z2O+CQ5kQKsRTVH1UnYoeHKV/X/zJ8sSMVfcwK82CtTNkUQPzJ90P80pWCEFcvvIBKsVc+ZUmY9WWg7Z0tGt6YtyovnxlBPbtsFfRqtuZrXYGKRpGiVW8Z4tb/L1csWrH4R6Mdfacm03cUbVIbdHrtkkSqxh3h83bBetns04Sq3EHetmgNesaNXHdK+qAMm3nE6tuJu/skZMDMZz1Y02xmpUY25MACZAACZAACZRLIPJkeSe7092SXyQfM4nVhKg9maVp40TPepDNfOvEbzOiHgzlDu9I0six9D5v5mux+MydZj5AxoW29PuyUT08MojVWJoeAZyWQ7nPVin3lypWUQoAdVYLB1c1l+bNm0mzZvi9uRGexRmtucOrcKFO68MPPyxr164tJWxp2bKlHHHEEUF91KiMVdRvzYnUdfLddwWpitdQX5VlpkrCz5vWcwIUq+v5A9DUp29nDELWDd5roNnWj0N7cCXJ1Szzg1TF1XmL9uZ3HHx14Y/OMpIKmYyLVr4jzy99JciYRfvRfUeEslMhzR5d8oLcedwVYotL++R29zAjlWUYc9XoR6V1y9ZB2Dp/W3La9Thd2WdnL7rb0G2WELJujPa2crcOLAJScejGqMFGHRgVtwa+jFU7DmQf21mfbl1Xd/5gc+a0S0y2qu+gsCixivuWf/q+ORxt4lG/CNYuqlarb06IbasJh5m3XOGt7XXtfHzRBoe7ackI39zt/t8c/UgQhi2i3fuyfAYoVrPQYlsSIAESIAESIIH6IBB1wEtxrdN8FqiKu0xiNUXWacLkog+iycnMxSPmy3l7x3cSFqiFeqZptuoX9ZzPTnUPq/L1lar/DGK13KzTKA718Xwl9VmqWEU5gFWrVoXkqS1W3TqremAVfv/222/lr3/9qzm8qtS8N/SDPy7MlAAAIABJREFUA03/4z/+w0hcXHbmqpYBULGqf1cBi/ZbbbVV45UBSFoYvk8CTZgAxWoTXhyGVsjA/PneR4YOAYJIQm1RX63VUrnZJ9sn9YGsyBkLHpNbX3lYvt9me7n6yIvle9vtKrbg0oxZzZTF328eMt60w4Usz1ufuy/Yso7XbFkLyYb+IY+1HMHoQ84092Kce996SlTSIp4LH7qyqC+UMNB7cB/EIuShcoOEa9OitWiMesDXT3sODiGAANUDwXxCWRvr/NHGl5Fpd2qLXh9vyMcz+pwYEs1oB4E59uGrTJkGXIgZB43hunPpfPM7npf/+dFZRffa4jlqjVVi23PWtkmZuDp/93nV9f6fxyaZ9UTMp+51RGhtsN5umQusD56the+/IxPmTA4971o/GGUn3IzkNPx9888iVm+5JVfmYOTIkV6Uce/jm8Z777038mN23HHHmW8Mn332WfMLJ9/j0vsOPPBAwS/3uu+++8xLQ4YMCb2FDALEg5/A++IttV/EhjGXLl1qxhs4cKAgdvsn/dq3zilp7uhH56vz94GKYoC2iGnmzJkm8wGnuh500EFFcUXCT/kGmGINMQ6ujh07mjVx2U+cONG87q5X0prYYbzxxhvy6KOPSrdu3WTAgOIyK5jvu+++6418p512Koop5RTZjARIgARIoJEJqLhUaec9RMqWfx3ukB4jpzpb7MM1RzGlXD/li1XF48aZKx2wWE6df550T8lQxaJuu08lPp2+s2S5pum/PmqsJuFwOSS1r4/3SxWriAViFZJUs1Y32KB5kLHqilWIzY8//tiUEHjvvffM97lZSwC488cY+B66ffv2Zkv/lltuaUSvW2NV66tqGQD8jrqqEKu8SIAEshOgWM3OjHc0IAHNaIQoGtr9cOnRaW/5bO0akzmKzD68bh9WVUpo2seDw68LpGfafiC07npuumB7um5Zh+R8Yekr8unaNUE3u7Xbtah0gGZJumO133w7kyWLfj776vPg7c1abBrEh3tfWPZKkC2LOJBR6172PfZ7kJoLV7wdau6LURtAyNqXxujjpH37yiHY7aPmjza+MgXuWLgfY9mcN2/Z2nDWGqnuPe48fPF3abuLEbJRbeNi0zlpH3HzddfGXW+9F33hmUdGbdSzgtfd+9MwdPvLIlZnzZolQ4cOlauuuqpIVkJiXnTRRXLXXXd5RRiEIbYq7b333tKmTZuieY0bN066du0qkHLjx483hwHg0vtwz0svvVS0VWnw4NwPBKZPnx7qE+Lt4osvltWrV8srr7xivuG0r1L6hfy87bbbZNCgQaamFUThHXfcYbp96KGHTPx2zNjaBbmYNHc7fp3/wQcfHIoX88DBBhh78uTJwXuI4eijjzbvnXTSSWaeUXH5nv20r+Eb/379+plv1rGOEMl4DTwwLuLWCwcgjBkzJpDF+nrSmtixgPWMGTPMeKg95l5Yd8wZz5N77bnnnvKrX/0q7dTYjgRIgARIoKEIRGRXhoZ3MlC9YtUWpZd2lnGXVVislhCnkYNLTpVCGYBiuVuE2RknjfgM9+Fk74beLC4HkNy/r4RAuTVWs3NoqMfRHqccsYpt/Pjeq1AOADVWc3JVSwEgs/XDDz+UBQsWGBGLSzNLKzFfiFTNhsX3TvheCJJ1ww03NOOsW5crBbBuHX7lSgHgd/wwHuUEeJEACWQnQLGanRnvaEACkEWn3TcmNjNVt/BnzV61t/7/5siLS65LCRwQalf/5Qb5YZfe3oOrGhAZhyKBkglkEasYZMSIEfLUU0+ZXyorVbpBvNnSzw5K5aLKxqiAo8Qq2rtSEa9FiVW8jozKOXPmGBmsGaE6rsaTtl+IOkhUW6DiXnwj3b9/f/ON6RNPPGG6d+eadu64152/zcknr1Uw+uKCcF2yZIlXSGd9YFR0unIbsvSMM84ICfUosZq0JhoTmO6zzz5y1llnGcnue2ai1j3rvNieBEiABEigIQn46oGGx3dPtI8Sq+7hUuFt6eVmrGaNM9d+9o9myaSjtg4mFBm7tnAkcrL4dNaqaNu+j+W8IJs3sX9vf+WKVc0WLpQ8KHrivOUcGvK5FClHrCJSZKHaWasoB4BTbSBd//nPf8ry5cvls88+E92SX5+zg2CF0N1ss82kXbt2svPOOwfy1K7BCunKbNX6XAn2XesEKFZrfYVrZH7IHpy/5GUzm39/usJkKe7eNrelHpmWsxc9bUoD4CR2vVBn076wdfqt1e/Jdvk2aHtqzyEVFaGI05etWCPLwGnUOIGsYlWlFzIFNUtU5Z4vo1TxpZWLUWIVUhUZjG5GrE+wQfTutddeRshhXNzjZj1qPGn6xZw7d+7szcLE/JDJe9NNN8mUKVNMJmd9iVWMZUvLJKbKwZc9mvWxBmdkzao8tu93t/77xGqaNdE+NbMVz9Mpp5xiBLmdEYt2FKtZV5DtSYAESKCJENAT68Uj2jxiL05O2tvgKytWRQriNk2cELm3SudHJsmgtjbnvOAVTwkC5WAdSJUoPp0lTCxv4IwR278esFV0QFb5YlUkG4fGeFLLFatff/21+T5Jt+B/+ukn8q9//duULcJ7pdZQLZcF4sF2/w4dOsgOO2wvm2++hcmmRTzIbN14443LHYL3k8B6S4Bidb1d+tqbOLbDP7lonrz1/jvy+opF5vApla9vrnxbVn/5mXTYsr15LW67eO2R4YxIIB2BrGIVvdpZivg7MkJvvPHG2LqWSRJQo40Sq5CkEyZMMNu/bYHrE2zILkV7yFQVeq6QteNJ6lfnO3fu3GC7fxzd+hKr2q+y1izad94pLgmi8SHDGPVgfUI03ROSa6XrAkmrtWOj7veJ1TRrov398Ic/NGIcYyr7xYsXh8pAUKxmWT22JQESIIGmRyB0CFQQXrGAjM/61K3rkrLGajIH90CmVHFCSk7uLLOuGySFfNXCWFF1UN2xMolVj5gtnp3yyXHt/bdRMuCyeZEQ/IdRRYvVJJpaO1bbpeWQ1G99vF+uWEVMqHOP78kWLlwoX375pclObUoXslg32WQT6dKli+y6665mtxUvEiCB0glQrJbOjneSAAmQQE0RKEWsAoBmqeLPdvZqFByVgloH1G5ni7o4sYpDiVBuwM2WRV92jdUePXqYOqBaZ9MWdTquLT+T+o3bnu+bb5RYjaov+9Of/jSQ0rbAtPuGIEbGbqdOneSBBx4wkjGNXMwae9zDDZ7XX3+9aYIM3r59+5p6uu7hUj6xmmZN0K8rwjVb2BX3mDuEMaS+ffHgqpr68sTJkAAJkAAJkECDEKiEWEWg+B4NtVSb8rXNNtuY+vy8SiDwt/HS7MBL5PJn62TMD0q4n7fUFAGK1ZpaTk6msQngH0+c7IgC4Ztusol8/uWX5vcly5bJpq1aSatNNw3exz9ky5YulW232SZoh/jtttqHzgv3YAy8vsmmmwb3430dC7+j3ZtvvmnGxPXmG2/I7l27BuN36tAhaP/Bhx/K5198Ydpp3OjbvtCXvof48GdcGOfLzz83MeO1Lz7/PJgP/ox+tS1ixlgdOnYM9Y1alcOHDw9e0/nhBW2vcwE/HcOev84B81IWNisw8V1YKzDS+SsXtLXXDTFjrfR3tNexEBuyITEHHQdjV+NVqljVuqqYs11vNYpB3AFOenAV7o0TqzgISjMY9QAtVy7qAVv2gVW+rEdXfsb1m1VORolVn1TGnDEv/LLnr4dX6aFVEJmoZQoJDamKq6HFKsbEuj/66KPyzDPPmHVHfBDGKnvRxhWradcE99qZrfosob4r1tPOuo06vIoHV1XjVyHGTAIkQAIkQAKNS6BSYhWHrz744IOm3mpTvFBX9aijjjLfq5Vyrfh/g6X90PudWy+XZ+rGSO472Rq6/nWXDN5psYwO5rZC7jruLJGJ02Vo+EzcGpo0p5KFAMVqFlpsSwIJBPAP8YcrV8rKDz6Qvv36yXQc5nLmmbJsyRJ5fv58abvtttKnXz+58fe/N6dn6ynaN/zf/8lZ//Vf8uScOSYLDYfM4Bo4cKARpHodc8wxpqD67rvvbn6NOuccGTxkiOy/337y24kTTf+H4Z433jCS7/PPP5elS5bIJWPHmvveeP11OXzgQCN38T76wJ9nzpwpJ554otx+++1yMDLPBg4Mxpw1c6b588oPPzQSFdlmj8ycKV27dRPEc9ONNwavoR3mjf4gLBEPWKAtZCN4TMpnuekAl48bZ+LTCwJz/gsvmNgxHmoq6vj4HfMZfOyxofkjW63b7rsbwQnhivtOP+MMM2cI0tfffNNwxfX888/L/vvvb/6M+SPOR2fOlG3atjXctZ3+GeuJNcMW8V9eeqlMmz7djKUSFe/jXsT7xhtvmL7BpRqvUsUq5ppG7CmTSpQCUPloH6A1atQoM4RmrOI9ZHb6LpWxeM8XT1S/Kl1tWev2j8xKFZ6VLgWg47tZmxCOOJzLrR9rxxbXxj7AS+/BfwiyXHqg1jnnnBNkCLtiNe2aYNxddtnFyFrfZZdiyPLsZZkP25IACZAACZAACax/BColVkFu2bJlpv5+U7ywywj1Vku5nh3XTA669Bi5892wWDSvv3qnLL93qLQrpeOquWeFrPhXO2lHqVo1K1bfgVKs1jdh9r9eEVCxuuaLL4yw/GLNGunRs6cRfYuXLjXSTYUh2rz++utywP77C/68dPFi2bZtWyM4IRYhQSEQISlV9tliFWAhaFu1bi1XXHGFvDh/vhGIyJxU+YpxIW8hM5EZCvF36SWXyPMvvGAyX5F1CRE5fdo0M+6vL7tMWrdqZdpDeOI1SEf0iXsgMPFnvKdiVcUo+p//3HNmDouXLJHOnToZsYoL4hHz+WDlSiOU9+3RI3guXLGKN/RwGp034sQ80DcucLHnrzITfWFsXBBnEE0YFxmmKlPB/8knn5Qf//jHph3kKuR1j/32M2IZ88KF+874r/8yUhyy6u/PPy/dunUzGbgQ3ugbUhWiGRdkc8dOnUzft956a1U+99UoVu0DtBQ6xKpuG4fkc7enQ5Lbhy/5xGpUv7o9PaqOLD5jffr0CerMVlqsYo66Dd+Wi2mEL55VbNl3D39Cn5gvvh7Zl8pr+zWdj1unVtu4ktMWq1nWRDNbwXnHHcPftQ4bNsx8HdLyDhSrVfnlhkGTAAmQAAmQQJMkUEmxign+85//LLu+faVBoTTWzjvvXFK3uUxVKZKqpjNsj5/YOSdW81vl7UEK2+aflfHNZkv/Z0UOym+n7/94M5l9yDMiBx4kl1z2jNSNFRnf7CC5xOog7n57O76bTVu4D5mm7eWE+6xOh6gIdt+zsm/tjFXz5xPEztU95q7lMv1nOZUMuRzMAy8E/ZeEmzdVCQGK1SpZKIZZHQQg29564w0jK9tus42RGP/3hz/IsYMHy5KlS817yKSEhNx0001NZiNkILI8IUE7dOpkRCq2u+M1CD2IPM3a1Do9KmePOfZYeeH552W//fc392AMjIm+MAYuyBRkwqoARJ8Qg3Ofesq8D0Ex7f77zRhdu3YN+tPt7MgghXCENEQbzOH7XbsGNYMgPdGnZm1iXrjcjFNkeA4cMEBmzpoVyuj0iVVwhOCFcO7UsaORu/gzMkWROYsLc0TsaAvhq++D1zbbbmtYaDu7tAH6e2rOHDMX8MQ8MSfcj3XCWLjAFvM2JRDya4VvtHRe4Il+lSOyWpH9ir7t0gbV8eTmoqxGsYq4VcLhz9g2D7Gq2ZPuQUd2exWTURm0vn5xv9b0nD17dugQJbynma56qFZ9iFUIyv79+5uDBuwt8Xgm8Zq9FV+fP2Sr4ocTcZm2aZ9VZJL6aulqXLa8tcVqljWJO2jLPaiLYjXtyrEdCZAACZAACZBAEoFKi1WMh8xVfM/W2GUBsP0fUrXUTFXMxUjLBwbHZ6Xm5eO+dv1RI1pfzAtZiFUVqLnCAbksWFtmrpAVO7YrZL6GtuMX3x+sq2k3XQZrNq01bucpbkZtXqbu+Yws33VCaF6h7Ntg7P4yu9lB8qIlUsWZa3gehf7rxtZcgYSkj9J69T7F6nq13JwsCTQ9Am6N1aYX4foTUbWKVRWa2PavYhWSsXv37jJ58mTvAkIODho0yGRvxpUm0K3r2i8605qyW265pal1ikxmSMWbbrrJZCzb2axZa6yifz3AK66eq/Y7ZswYgTTFhWzZI488UhDXRRddZDI9o+Iq56nW7FgwwWFbGAdMMG+U0LDr7NpiNe2aYD577bWXyTofOXJkUahuVjDFajmryXtJgARIgARIgARsAvUhVtE/SiyZHW+NdKAVkknww+9Sa6oqo/Ri1ZKb5htoW3hCjE6QzlYpAQjJCbsWMj+DNQllvmr5geL7C2sY/Z6RnoJs2ILkDF47ZHYh29b9SITEajhukZzklbxEdudheL09OjQmP3G1R4BitfbWlDMiARIggZIIlCNWdVu2/h4XAMTY2LFjxT6oytceAu/uu+8OaqbG3QeBeMoppwgOLIKMQ73V008/vagMgI4Dafnaa68Z8Zq2X3tuGA9/xzfIyIrFBVF72mmnBYdPqey056pjxfFRLu783Xswh3nz5smUKVOCzFk3rjZt2ki/fv2K4irpAbFugtjF86I1bDEO5g8pam/dh/SEfEVZgbRrcvzxxxtJPWnSpKIyABoChPcee+xhxsvy7JU7b95PAiRAAiRAAiRQ2wTqS6wqNXwPhe9BG/LC90y+Ek+lxBArVo0EFXnm3c4ywdkunxsrWox6hSQOxzJlASBCbWEaJ1YxjrOtP99HLpvUM2sdw9nmH5QQoFgt5VFZr+6hWF2vlpuTJQESIIFoAuWIVXIlARIgARIgARIgARIggWonUN9iFXzee+89eeGFF2TFihX1iqtdu3ay3377yfbbb1+xcRJrrAZi1clYDUWQnLFalMGakPEaPcGcZF18QZ2gjqubsRp5X1Fd1cUyug6lAJixWrGHqYY6olitocXkVEiABEigHAIUq+XQ470kQAIkQAIkQAIkQALVTqAhxKoywsFWODy00oIVQhWlqko9oCppDXOZn5p9Wmgd1BfNZ6yKVYs0nOmaTqwe9KoeLKU1WJNLAeTE777yTN0YMRv+rRqoRqzadVyDbfzLpfPE9nLCnoUyAaF+MtZYtUsasBRA0tNUG+9TrNbGOnIWJEACJFA2AYrVshGyAxIgARIgARIgARIggSom0JBiVTGtXLlS3nnnHVOrfs2aNSXRa926tXTq1ElwjkDbtm1L6iPLTTnxeL9ziyVbQ7VRRWRIQZKGt/XnuiiusRrezn/5s3n5Keins9xalDnqCt7C348JBK9TIkBEgu3+ecl6SXCbNZei7NUTxJ55of/ieVCsZnmqqrctxWr1rh0jJwESIIGKEqBYrShOdkYCJEACJEACJEACJFBlBBpDrNqIcMjV+++/bw67Wr16tRGta9eulW+//dY023DDDaVly5YCkYoa9ziMarvttiv7UKoqWyaGSwJNigDFapNaDgZDAiRAAo1HgGK18dhzZBIgARIgARIgARIggcYn0NhitfEJMAISIIGsBChWsxJjexIgARIgARIgARIgARIgARIgARIggZojQLFac0vKCZFAvROgWK13xByABEiABEiABEiABEiABEiABEiABEigqROgWG3qK8T4SKDpEaBYbXprwohIgARIgARIgARIgARIgARIgARIgAQamADFagMD53AkUAMEKFZrYBE5BRIgARIgARIgARIgARIgARIgARIgARIgARIggYYlQLHasLw5GgmQAAmQAAmQAAmQAAmQAAmQAAmQAAmQAAmQQA0QoFitgUXkFEiABEiABEiABEiABEiABEiABEiABEiABEiABBqWAMVqw/LmaCRAAiRAAiRAAiRAAiRAAiRAAiRAAiRAAiRAAjVAgGK1BhaRUyABEiABEiABEiABEiABEiABEiABEiABEiABEmhYAs2+ePhndQ07JEcjARIgARIgARIgARKoOQLNRCT4rhJ/ibkS3g7fmdy4WXITEUnVqDB0ZHNMsnnWEHPtQ4wq9AQEccbPD4zSf9PvzC8q1LRI07ZL+9BgImn79Lbz35zuOXKDTBtIwnqbblL0laKJ6ScDo0zzLvkZxo0RwaeaUzo8mT9VmSaftIZpJ5LvJ5al1VfabjM862k5hbus0Nf1tM96YpD6kDdL9dFJ7M75Ap3ta2bKrwtp1zLoLvMNnml6/s1KhlHcomKflUrMKeXXy1LmWdI9+Dcz/b+w/iGaEpdaiyXDP4glrb9Is0+uKPsJKHFo3kYCJEACJEACJEACJFAzBLJ8H56lbQpAmf6/l3bstO2y/P8uS58p5m2apOyzWdr/96Vth7FTtW1W5KHTTi3czppoWk8Q2c4jjutEDKOkq6jPlAuQ1K95iFP0laJJ0E+qtiLxnx+nk5R9eqxM9AOTts+gXcKDl7Y/EE/9wUhaQHS2QYpGVpPIOJ2HLO18itqhn4iYUvbZ6GI1Mc785yaxXZqlcWab6utb1GMdEVDaPoNwKzKx4h8GpsHhtmnehGLJ8o9f7FwrNSd8zmpJrFZiPqm/SUh4GtP8w5z0QKf9piGpn+j3m306oewnoPTReScJkAAJkAAJkAAJkED1E8gim1J/f6sN4//jU1cn0jzx++58X2nHjm3nyIqy+kx7c8QjEtwe3086Rvn/FzaPkTF2GKlCrxOpa14BseoMlmpsnY/Lzj+/bIy0z7SBJHzEg8ET/pOfarhsz3r8vEvkXjTdiM9yqvnkO0v5rJv/2SZ+Pcj1WVdXJ82Tv3ik+/psQGYQq4lfY/KTSDsfb7uIz3LKPsPNEm5K2WdufVI0TtEkJ7Kai9RV4oc3zmxT/bsS9zXG/8ObtM9m/glN/zDHPqUpv6bH9ZH6C2TSx6UCsQTp+OVK0VQPWdKE8g9Bhs++t8dKxpLyC2DkzCqxRuYrbAWe30r0UalY4h+FZnXXUKym+LSwCQmQAAmQAAmQAAmQQByBLP/HydI2DfUs/aXNGIr9v4n1Zpbv+71xZgneAyO4PaGftMOYdimzVVL12VykGSCVe5VYfqFovWP+01jSs5EKgpo8kXURLEzaaIr/ECcOZz2QiW3zaxLbznkzbZ9Fy53PLHRfz9Jf2mc97Toilkpl4RnsKT83if/PdyaQlpG3XUzGat13IrIuwwezQl9jMonVpK8d+ecqLaPY2Zb4rHvHjngIM8eZ4mtC4gpWSJRl2hoSF1Ql5pTlQ54US9Izlgg4OjM8za1Bm8wPR0TvleinnDVaJ7LuizT/uKSkU4n5mC/2Fcgqjg652d7n7FKJJyklFDYjARIgARIgARIgARIggbQEKvUNddrxrHYNNnTDDJR6lLQN8T+ItG1LwF98S6UG8weeaTqlhIJSAxtvIBu3bSV1UXK1YYEWEJcyn4qsaamdVC7girmiTA9QqfMu5b4oVt/J1y12knUbbplRrqaPQUf+dF1z82R/W9dMvvgOf06vH9ZJc/lKNmqgT0b6uNJTKLVl5Z7xXARNaW6lMuF9TZ1AXd062bB5K9lgm7MtudrUoy4vvk03bC4t8PNjGbknP2XlseTdJEACJEACJEACJEACJEACVUOgEf77gyFbbCgb7bSZ1H3XCONXzdpUcaBNcln9QTWr+06+afU9kY3aiggyV5vq1SShNlVYjIsEGpnAOtmgWStp1e5iqVu3ppFjaZjhUSXD/Fxtw9P34FerhmHOUUiABEiABEiABEiABEiABNZDAqaeZ4sNpcUOm0WXA1gPuXDKjUSg7lv5apNd5buNtpVmmcoBNFK8HJYESKDJE6ir+042ar6ptNruwvVGrOqiUKw2+ceTAZIACZAACZAACZAACZAACVQzAYrVal69GoydYrUGF5VTIoHGJUCx2rj8OToJkAAJkAAJkAAJkAAJkAAJ1CwBitWaXdrqnBjFanWuG6MmgSZMgGK1CS8OQyMBEiABEiABEiABEiABEiCBaiZAsVrNq1eDsVOs1uCickok0LgEKFYblz9HJwESIAESIAESIAESIAESIIGaJUCxWrNLW50To1itznVj1CTQhAlQrDbhxWFoJEACJEACJEACJEACJEACJFDNBChWq3n1ajB2itUaXFROiQQalwDFauPy5+gkQAIkQAIkQAIkQAIkQAIkULMEKFZrdmmrc2IUq9W5boyaBJowAYrVJrw4DI0ESIAESIAESIAESIAESIAEqpkAxWo1r14Nxk6xWoOLyimRQOMSoFhtXP4cnQRIgARIgARIgARIgARIgARqlgDFas0ubXVOjGK1OteNUZNAEyZAsdqEF4ehkQAJkAAJkAAJkAAJkAAJkEA1E6BYrebVq8HYKVZrcFE5JRJoXAIUq43Ln6OTAAmQAAmQAAmQAAmQAAmQQM0SoFit2aWtzolRrFbnujFqEmjCBChWm/DiMDQSIAESIAESIAESIAESIAESqGYCFKvVvHo1GDvFag0uKqdEAo1LgGK1cflzdBIgARIgARIgARIgARIgARKoWQIUqzW7tNU5MYrV6lw3Rk0CTZgAxWoTXhyGRgIkQAIkQAIkQAIkQAIkQALVTIBitZpXrwZjp1itwUXllEigcQms12J11apVdY2Ln6OTAAmQAAmQAAmQAAmQAAmQAAmQAAmQAAmQAAmQQHURaEaxWl0LxmhJgARIgARIgARIgARIgARIgARIgARIgARIgAQanwDFauOvASMgARIgARIgARIgARIgARIgARIgARIgARIgARKoMgIUq1W2YAyXBEiABEiABEiABEiABEiABEiABEiABEiABEig8QlQrDb+GjACEiABEiABEiABEiABEiABEiABEiABEiABEiCBKiNAsVplC8ZwSYAESIAESIAESIAESIAESIAESIAESIAESIAEGp8AxWrjrwEjIAESIAESIAESIAESIAESIAESIAESIAESIAESqDICFKtVtmAMlwRIgARIgARIgARIgARIgAR5+n2gAAAgAElEQVRIgARIgARIgARIoPEJUKw2/howAhIgARIgARIgARIgARIgARIgARIgARIgARIggSojQLFaZQvGcEmABEiABEiABEiABEiABEiABEiABEiABEiABBqfAMVq468BIyABEiABEiABEiABEiABEiABEiABEiABEiABEqgyAhSrVbZgDJcESIAESIAESIAESIAESIAESIAESIAESIAESKDxCVCsNv4aMAISIAESIAESIAESIAESIAESIAESIAESIAESIIEqI0CxWmULxnBJgARIgARIgARIgARIgARIgARIgARIgARIgAQanwDFauOvASMgARIgARIgARIgARIgARIgARIgARIgARIgARKoMgJliNV/yx8m/EumyUZywYh9ZeBW4ZmvevZFOX7eNyK77SiPH7lDZbGselvGTP5IpNfuMv7AzT19a2z+YXtG3lfZMCvVm2H54XYZOX4gT/7xzyKHnywHt02OJLdeLWTS6G7SNbl5o7b44Kk/yp/lx3Jyv21j41g1a4wcP+G56DY9L5B7xg8U59Gt/Nxe+4Mccr7IpMf/U7rKG/KHQ0bJtOMmyeOnNXXSlUdRGz1iDe+UDneNl4Hxj2C26ZrnZJrnnp5ygRkr/+zIsflnyWr6wUwZM/Rp6W3FlHv+O8ikx/vIXDxzMdEce83j8p97iLxx8yEy6l5fCMWfFfT/W/lvGb/DfSnjjvh6PPoeGT/A/RSukpljjpeJzzlzNfOcKP5Ptcslx2sZ+t/37zH3Ia48Y4nuXxllW1S2JgESIAESIAESIAESIAESIAESqGUCFRCrIsWi8lOZOflNmbhK6kGs5vpe1ucA+c/vRS1NTqzKIE+bf7wuh8xYI8f63jPd4d73pYNHFmd6EIz8/UpOqICoLE2svi73X7dQdjv3GOmWIvBsYjUto7TtUgRoNXn9T9fJwl3PlWP2iL/PiKU5vcuUpznB83Rfn/xJGbclVuXmQ+TODun6cuOH9Ep7b8rIEppVSiDmBJfk5Z0YObZMTrBEc/BeGYEbXstOaABhXSkurhidKOKRjDnZCWloCVJXzKcQq0mMcyJW8hLXXgj/DwMQ19zdL5Blv04Xt3f8vEwukpaWZO5pM/HMUyPNcVIJjVddsRoWz8WPWvQPPaLZlPHA8lYSIAESIAESIAESIAESIAESIIGqJ1C2WJXdWsu0D1rIPSN2LWT+5aVih93WyDSpdMbqp7Jq1eayVWyaYYxYNeI0Qro20eUsSay+dr9c9/Zucu5P0mhVkWxitTFBpRfGTU+sDpF2H2wlW6XMcqxM/I25VoHyCovVUEiOdG0K4SbGUF9iNUL8BWI+J1Zl9AWybMJE6aCiGvFWSqxG/CDCSEuxs6zBYK70uauD3Olkygb43LjteING/vXX8SbJKBm1xMqWjRGrRqUGErqQHV7IWE0nVr0COGHcxEeGDUiABEiABEiABEiABEiABEiABGqSQPliddCOIjPCGZ4qAifJv2SULVbz2aIhklttHUjZ0H0Lc63sbNg3Hvp7uD8jcD+V3kXZpenFKvq8c5sdpfeb/5KJglg2kfuCjNV8xuWgzeXpGR/lt5+2LmyXL5qP9V4oYzXfT68WMnHemvz0rbZ52RvaquvhkqWkQtqsTl0LV6yGuCDzWMTK8rUyUSVXlqGwNdcuDWFnrFpZzNYDEJ05HPF5yyCMU4vJou3FuqVYtyPnYzFZgpLbym+H55QUCG+nPlYmXSMySksBhLI1nf7BOC+fwmUMcvEUsl0lv026EISd1ecrgRBkBEbO1cfbFoj5P1/TW54+X7diW1uv3W3sARPdvp7/PAfbspGxGt6ibuZgtmyHBZgt9Yq2qluZm6GMVd+2emudtK0Rd/mt76kZmkzIfCkA79Zxi0tq3lZ2ZdG2eF2bgoQc8m/d5g+BWBmxKobZMk/GqufZQNtn+wSfByMvU8SNcgPhyydWrde2c0ocJAjOQvmDUsRq/vPYiWU6avK7HU6KBEiABEiABEiABEiABEiABOqBQAXE6gHS5y3ISa13Wtiqj9cDseqti5qvhZqvw6p1WQPZlr+nQ37bfkXEqlMKwPS5MEoG5uOzJKdp/8HWcs9PRH7r1HkN3kP2bpFY/ZdMC/rJS0YjctH2U1m11eahWp85sZljmj1jFfVV58q2J6crA4DnyidWQ1wMt6/y9XRVmG4nyyb/S6ZZdXTD/RTEasd54GzLZB1TvDV6o5511Fedu/XJiWUAzJwSaqzmZKMrtFy54pQC+GCVrNp2q/BaWVv0i7cMO3UxLbEKUWpn44WlUD5+K4NQSwGcsOz4/NZwW6oVMhhXfbBKttrWSukOxsyJzIIESxJJrlgdJdMsOWkkJ7IJzxP57VA7g9JlmqEUgEecqVi9p8Odzlb18DiBWP3JUlNPM7ytPrzNW58NVzhrFmg0QxV2EKsnyLKhbr3cPFNBlmVHuS8Tb/eZtbe144m2OTrb1lNkrEbWWA39YMCR/RF1iMHvvh3Gm7qsxZ+1uLidT7avFECoJrH7+SuuJWv3GC9Wo2qziohdWsGR8qytWg/febBLEiABEiABEiABEiABEiABEqgRAhURq/8pr8shc/PlACyhKHaGaUR2qS1LjZR7c3OrrEA48zSrWI0SCbFZsKEaq8WZr0GMRqw62bKQjx4OXT3lB4rnqqLxm8KjZQvnLIdXrXxS/viIyI9PPlhS7jr3i1U72zi0fmGxGqpl68vUHbGvGLHqloWIzDiO1KrZDuRKVWM1qYaq//0iaZsXM94sWVsUWWK1XUJ8UTVWjVgNbcvOxbjsZ7kDiHJXOFM0dzjPf4tcm6VebLFYtbdJF+LLCcToGp4VFKvOVnW77mxYrBZv+7YzX4vXKTpzsvB1xD5EqiBW3XkX+j5A/l5WfV5LclrZ0sF4tpR0MzuDHywUDq9KqrHq/dRZGbcFwYi4fityXtThXf64I78eh7Jdiz9vobWq14xV/9edIEu6oQ67q5FvLjgNEiABEiABEiABEiABEiABElgfCFRGrH6vkJl4wMLCCfYhEZrPPvWe5mwLxAqKVe/hVc6qFsnacsSq3bcnY9WOxxarAqE875vIsgdZM1aR1fln+bGc3C+tVo3IWC1FrIb4Ohmr5YrVjMI4dSmAouxWO+MuLHpUqNrbxuOFnUhui7XkTnIPlQLQLdyFTLqi7ehRGashsWpDdzJk8ZYjo8JS2M0udPvKb3nPn0jvF6sDTQZvUQkEczhVQfKmOrwqKWM15jCyyonVJIYqnPMZq75/KdyyAxP0K18c74h/cgImufHsNQhqinpqnRayN/O1Wb01TtP9M1ckN68V+e/xuXWPvGLijr/Hl1ma52ZKL0TXSi2vFEDcZKqxFnC6tWUrEiABEiABEiABEiABEiABEiCB0glUSKyK2DU5l/U5QP7ze7nXwqUAfPVQC8FXOmO1wcVqiRmrK9zasZBU1mvZxCrKAPxZ5PCT5eC26R8MbymAUsRqPWasZhXGqcSqKzqBLGYrcvEhPnmhmBed6TNWh8jSiCxTFWclZax6MhcDsfq73vL02ahtqsLTnav7vKTMWP3ZMjn+/3WQeyzRFo69yjJW4xjehSzNsFiNzARNfLasr33IXl52gjx+Wk5Fh65YQZmXwD17Ss/nRHqb+HJ3ZxOrvqxnJ7681JZZY+S38t+mpmqorm2muP1fm/yfWatkhSnzEC1Wyzq8Cp975zkuREmxmv5fE7YkARIgARIgARIgARIgARIggfWHQMXEqgQHORXqaPoyVqWX1mIF5PBW+1RiFfVNUZdU5WOoPqouXNzhVeHFLS9j9SOx55NYYzWoRRqusWrEql1/VFmWVArgdbn/uoWy27np66saCWOyZlsEB3PFl11onBqrmQ/kSlMKIL/V2T5hPZz1Fs5YDYsbFZPTghqNxTVWdVt0/kCjQLblxOpE+6AcJ5ZYsXpv8QFJZg5GCtr1RXX8nnKBEavh0+Tduq7Op6NwSFNcxirEqnPoUVB/1cjWrGLVilG3oh83SSpeYzWU/eoemBTB0CNWp9n1OcV6XsxBXOl4x65DcKhUccaqWa+gJmg4G7YUsRp6Hq2HwV7PFTcfInMPzJWdKCvuon9no8tyBON4MnO1m9xn02Zg1eD1HIpWNHzc4V2erxPrz7cJnCkJkAAJkAAJkAAJkAAJkAAJkEAUgcqJVT3Z3jrIqEjOBfK1EI59KnySWBUJnyx/7KAdRWa8Lx1G7CsDQ3tSG0CsQu4Wzcc6nMlXCmC31jJt4Zr85O2DnMLzEjD8/mo5ZMYaUx7gv+VtOT5tjdXX7pfr3t5Nzv1Jt0xPfWlidV8ZKG/LmMkfSaHEQ9RBYM4c89HZ6x8fcHZhXFQH1R0gv10bGXjHB1u10SgsqIIt7kagtTP1TCfqhPHagXPlkPOniW7jD2+J7ykXXNNbnj4/nylqZzEWnRgvQR9hYZaTqDjs6s4OOH1dwjEgYrtOZejwnUJt1YnPHSvjRi+TsTFzLUmsjh8okG2j7rXvtsRvXjaCmYnTSC7NnC3U4wzmYMff8wKZ1PdpGZXP5gyzDR86FMqedA4gMpG52/OjxCrq1MYwnPQ4ttbnSySYrenhretF5RxS8i6am4XTPmjNlyFbLBWLM1YjD68SEbt/fztdT8jKudLHynouJ+7Q85ZGbP7yAln266hDqOxnDj27YjXm8Kr8Z/6AF92vBYUIQ5+xTF9d2ZgESIAESIAESIAESIAESIAESKBWCZQhVmsVSX3MK73orY/R2ScJkAAJkAAJkAAJkAAJkAAJkAAJkAAJkAAJkEBlCVCsVpZnRG8Uqw2CmYOQAAmQAAmQAAmQAAmQAAmQAAmQAAmQAAmQQAMRoFhtENAUqw2CmYOQAAmQAAmQAAmQAAmQAAmQAAmQAAmQAAmQQAMRoFhtINAchgRIgARIgARIgARIgARIgARIgARIgARIgARIoHYIUKzWzlpyJiRAAiRAAiRAAiRAAiRAAiRAAiRAAiRAAiRAAg1EgGK1gUBzGBIgARIgARIgARIgARIgARIgARIgARIgARIggdohQLFaO2vJmZAACZAACZAACZAACZAACZAACZAACZAACZAACTQQAYrVBgLNYUiABEiABEiABEiABEiABEiABEiABEiABEiABGqHAMVq7awlZ0ICJEACJEACJEACJEACJEACJEACJEACJEACJNBABChWGwg0hyEBEiABEiABEiABEiABEiABEiABEiABEiABEqgdAhSrtbOWnAkJkAAJkAAJkAAJkAAJkAAJkAAJkAAJkAAJkEADEaBYbSDQHIYESIAESIAESIAESIAESIAESIAESIAESIAESKB2CJQtVuvq6mqHBmdCAmUSaNasWZk98HYSIAESIAESIAESIAESIAESIAESIAESIIFqIFCSWFWZum7dOjNHytVqWGrGWN8EVKo2b97cDEXJWt/E2T8JkAAJkAAJkAAJkAAJkAAJkAAJkAAJNB6BksXqd999J/gFuUqx2ngLyJGbDgGIVEjVDTbYwPyiWG06a8NISIAESIAESIAESIAESIAESIAESIAESKDSBEoSqxCq3377rXzxxReVjof9kUDVE2jVqpVsuOGGRq429PX1ui/li7pV8tW6z6VOchnlvEiABEiABEiABEiABEiABEiABEiABEiABHIEmklzadF8U2nVbCvZuPkmZWHJLFaRnYos1a+//lrWrl0ru101qKwAeDMJ1BKBhRfNkJYtW8rGG29sslcbMmsVUvXj796Vh19+Wcb/ebKsWcsffNTSs8W5kAAJkAAJkAAJkAAJkAAJkAAJkAAJlE9gi01ay8WHnyxH7L23bLnBTmXJ1ZLEKjJWIVa/+uoritXy15M91BABiNUWLVoYsdqQ5QDwA4/V6/4t97/4jPx8+u9qiCinQgIkQAIkQAIkQAIkQAIkQAIkQAIkQAKVJ3DF4LPlmH0PkjbNdyg5MY5itfLrwh7XYwKNJVaRRf7Bd2/LgePPZabqevz8ceokQAIkQAIkQAIkQAIkQAIkQAIkQALpCCBz9elfXCvbbrCr2XVcykWxWgo13kMCEQQaS6wii/yDdf+Q7mNP59qQAAmQAAmQAAmQAAmQAAmQAAmQAAmQAAmkILBg3E2ybfPvlXxODsVqCshsQgJpCVCspiXFdiRAAiRAAiRAAiRAAiRAAiRAAiRAAiTQuAQoVhuXP0cngRABilU+ECRAAiRAAiRAAiRAAiRAAiRAAiRAAiRQHQQoVqtjnRjlekKAYnU9WWhOkwRIgARIgARIgARIgARIgARIgARIoOoJUKxW/RJyArVEgGK1llaTcyEBEiABEiABEiABEiABEiABEiABEqhlAhSrtby6nFvVEaBYrbolY8AkQAIkQAIkQAIkQAIkQAIkQAIkQALrKQGK1fV04TntpkmAYrVprgujIgESIAESIAESIAESIAESIAESIAESIAGXAMUqnwkSaEIEKFab0GIwFBIgARIgARIgARIgARIgARIgARIgARKIIUCxyseDBJoQAYrVJrQYDIUESIAESIAESIAESIAESIAESIAESIAEKFb5DJBAdRCoarH6o1vkgyEHSJso1F/8XS48f6Rc00BLcf4Fz8jVO70hF57/bxnxh2NEntlT9rytgQavpmFOmiHfHCQy5T8Hyen1FXdDjBETu3kWdtvM0+Kf9Tvv+uKZst+bfv2qnCL3y0a//KUUPg8j5RrzWe0qL913kBz6l5SdsRkJkAAJkAAJkAAJkAAJkAAJkEARAWas8qEggSZEoBbE6opyBWaFJFx9ilVbWDWhx6e0UCrEO3bwhhgjUax+UCRRzTq2q125SrFa2keCd5EACZAACZAACZAACZAACZBAWgIUq2lJsR0JNAABilURqZCE+//s3X/0XGd9H/iPLFtKCHZMDEayE4jEb0NwbKipRXIg7g8WelQWaZMFy5CCoZw97qnxHmfTxgoJrNQ2G3YN3fgPCsYNYEPTlVPXp6GQ1IFDKheH2ECCG2wiBSiWgjEYm9D6h6w9987cmXvv3Pn1/c5874956RzOwfreH8/z+jwzmnl/n/s8hRl6C66dYHVO0AXVdM67Dg7vzVgdDVbH/f1a79Pk88xYbXJ1tI0AAQIECBAgQIAAgbYKtDhYfVf86fv3xPPj4fjDiscZB49+Hu89BrnQP/1HnuMr74mn/T9jni2e8Fj0n/dn9PVmS0Vk/z1s4y/Gp669Oi74xvD6+QAg+ueN7VO/z9n1R46reiQ7CT52fiFOO/LT8diunRWXHjqPvW5y1pjHvXvnlGo18dHx8iyynsnPPXRznPbZcyc/cj4YE/1znlTRnWWMiwUMspUIVtOQLT/GhuOi+Mh27+//8meHjzNnxCPBZnksHb85/o/v/Z0xSwFUjIv8uM0ekz58d1ywa7i0Qe91Wjo3d97I62LGn40bNoXr/eBzccM3zos3/+jvFx7rTv/ueacP3kNGX5vl11H2vtm/a9LGLzwt/q/+UgDpe0v/0fFx1uu9R7LcwKKtpr305glWJ/avPDaS95H0/ei8uCsbL9l7y8g4z7/X9+oQh2+O2JX8O9b782Dp35TC6yGr1U/f31tSo+px/tLfzT5jdcprYhqwnxMgQIAAAQIECBAgQGBFBToQrI5+GY3IfUlceIDWu/b2L0xar7EfXlTcu/dFOYaB0bZk5FWHiBOD1VL4UR6/+fsU19Crblty/K885bsRZz8jqgLj/COzVeFL7/5j+p0PvfImE9b5Gw1iy8Hq9PUBxz7mO0swXtMbQueD1b59frmAkdCrNLuxanZo4e+q6pmFWmm4WVxjdfR6vXG7LQu1svGaD1vT6z1t8Euc8jVGx9rwtZAGvIXZkrmxPOaXPiPXy9rUf/1kgVs+iBudoVu+T8Xrc/Da7L0HTQtWF3aPwuP367Oa5aVaHayW6h5RXIc0vXDJsGpsjP274ntUsQ1ZwJ177y+9Nkbew8v3WWCwOvU1MQuyYwgQIECAAAECBAgQILCCAq0PVuP4kXj+Gf0ZPFkB0y+cT4vjx3fG86cEkPPX/Bfjqr/923HtxA0/stlIFeFr7stwbybe5+IPz3hZbybmIGSZYcbqLMFqunHP6GZBo1+ik/u9PeLeu+OC88cElrmwa3yw2p+JVmpbFsb0ZtflHsedsoFKMVxaY7Ba6TTqO/84WM4ZXQhWqzev6s9KjYpNc/qv19/NNk9aU7BaHrf98RKjwWpV5aqC2sJasRNmAibXS88/o7g5V3bN4czZ4WsxfU30Z59ObU//gJHZhxWPtlf+gmXwPlD9vjTtlybTlj0ohq3ru8darGZ5Ja5n86rRR+hfFqNjo/R3VY0qjKHRUDf7xVS2yVrVUhaFcbbAYHXWMTiLtWMIECBAgAABAgQIECCwSgLtD1bTRyn/ThzLLQeQhRY3xJ7iY60Vj2bmH10vnJfOJC3Ohq1+/LgqiJw+I20QxiTBX//R9uGX9fUHq711Kocz7CYO6uQL+t+L+Gf9mX2DmXtjTpoUtFSHttmyBjv7j7/2A+cpwWpxhtf8wWob10/sQrA6dfOqwmP72Yy93C8sFhKs5sPO4ozV3rAuPRKf/FU2m3rOwGrwWu6/ZxReNqUZpunPBvf5xbjqD347rq14nVW9xvJh7Pj1Yyc90l0deo4sMzJlKYDCEwFZ2weze9d/j0IIOoPVLP9gT14KoPcEwXBm/wTDGcZGvj2jgW627EWVU/Hvqmo8GvKW/v1Z81IAU14TsyA7hgABAgQIECBAgAABAiso0IFg9afi9p1/Gq/7XrYe6fBR/eTvB+sFVj7+XXw0NvsSPFjztPRo5uzBan8klYLc8lqq+etVzc5c2xqr+XVMx68HWRjrv3hL3H/WzYP1YqvWucwvJzA+WB33qPHwy//ozMDxj/RPDlaHa1+OvG4LSzCUArSFLw2x2HeNlQhWC2QVj0QvKFgdhlD5YHU4HvKP0U8dl2uYsTp2ZGTvCxPG4vzBavXyJ7PMJs1vFjZ5KYAjvXWOkzWLc21f7D1K62FPtZrt9T3+lyz5maMxvX8zBqvD99Dyo/7Z+12TgtUZXhOLfZtzNQIECBAgQIAAAQIECHRGoBPB6k/FLfFYYUOPp0XyWHEhJBgzO3Ls5h5piYtffucOVkvDpBeeDjd4ekFho5h8KNkLMNazxmrlCM3NFMyHvEm7Lj4ybs3Y0cBm0I+qm5Q2rxoxy4dmS56xWmkwCLurNz2r+5Xd9WC1eqZlKWSaGqxWrXs5GtAPH5vOBavfTJYiGH1se/HBajbr/NNx10+8svBaTsdYqY/lcVcVrM7yXlWebT5L6Dl5xmreOopr0fYbvf57ZEuI/Gn84Rk/NbfVLK/Z2YLV3oz6iYYzBqtVS0NExVIA2WP/vT5Mn7E6dSmACWsBj53tmi7PMeU1MQuyYwgQIECAAAECBAgQILCCAt0IVn87+ULaWw7gEy8erl1YtW5i5fqP+cd1C+uSLjZYLX95LsyoHYQtO+PPD78njv30EoLVsUHIT8ft2fqW414EI2vD5teEHXdSxePW/UPTYDcNudY6Y3X65lWTXs/T1o2s671gJYLV/uZtg1nQ/bB7EPZXBav5zY7Ksxjn2byqH6zmN2gbzC5c91IAubB+EHC9P+LvXR0/l671OlxjtThDfXS0jfy8avOqiveq5+dnwRY28EruPePmVWOte8Hqwu8xaFcvWJ3XapbX6thgtTB2esHqxP7NE6xWbdAVcy4FkH+tVG5e9bLcZoPZL8GG43BsGJ/vRz9YnfiamAXZMQQIECBAgAABAgQIEFhBgY4Eq70ZT6/73s1x10/sie1f6M2+nDoLrVTw0dl0awxWk0Ajm0E7MqiG1xwJVrNNcLY9HA/+4PSIb2TLG/R3q+5vVjNp86je7YbLISQO5T+FfiZt3fmFdOOs/BqOIyetJVgdMytvMOvqP0T8yoRgtWp5hHSTr3RN2mnB6jBszy9jkPVLsFqs8IkTJ+L+J+6NF//qP1z722Bh7dSKy/RnM6cztUvrkeYfyx+uf5oFRKUlLY7fHOkmR/nNn8r3/sHnIt0sLQ0fS2uslo5N7/3Annhs187eI+5V46scqI2Elv33m0G/8jOiq37BMH3GdGFm+A8+F3/40Mvi5/rrn06a+fv8jH7Ql5fFmaU1UAfHxJG44XDEm3dF3JD+cmWadcWj9/01ome/R9lqOIt/EP4Whs90q2mDdnSt0+EZ1WOv//OyYdV71qSnIQbjIVkS4Ob4yXQphaQ/vx/bf35PTJqxmrSg2O4j8YdfeVr8XD5QLyw3k113uOb4TMFqshHjtNfEYGPFadJ+ToAAAQIECBAgQIAAgdUS6Eyw2nu0dmdEEhT0Z19WzVjNz8qZ/uhlRbCa2/m7F3xUfOmftHFUbt3WqmA1v6lO/gv/tA1misN28uZZ+cdJ438/HL8S70/XV5242VOuT3/5s7m1aye8XsaGl9m1vnh3XHB+dUA6ajvv5lVVu25njZ1tc7E63gpaPWO1DrCVuWdzx+zKlKABHR2/aVkDGqcJBAgQIECAAAECBAgQWEGB7gSrFY+5Vq/vmYSvwz/5tUanzVgt74b954dvjtg1nB2Uv+4sM6QmB487Y2KwWrUDedaA9HHg/mO7lYN6uBP7p659e8R/GO6IPWn91MxqptmepY2/is3oh57f+nrE2c+IyuUZcgF579xysDph86rscdv+I66V1y+tBduU175gtSmVqLkd5V/OlJdLqLl5bl+PgGC1Hnd3JUCAAAECBAgQIECAwDiBFgerikqgewKC1e7VdK09Kv9yJv9LoLVe03ntFhCstrt+Wk+AAAECBAgQIECAQPcEBKvdq6ketVhAsNri4mk6AQIECBAgQIAAAQIECBAgsFICgtWVKrfONl1AsNr0CmkfAQIECBAgQIAAAQIECBAgQKAnIFg1Egg0SECw2qBiaAoBAgQIECBAgAABAgQIECBAYBaVrfYAACAASURBVIKAYNXwINAgAcFqg4qhKQQIECBAgAABAgQIECBAgAABwaoxQKAdAoLVdtRJKwkQIECAAAECBAgQIECAAAECZqwaAwQaJCBYbVAxNIUAAQIECBAgQIAAAQIECBAgMEFAsGp4EGiQgGC1QcXQFAIECBAgQIAAAQIECBAgQICAYNUYINAOAcFqO+qklQQIECBAgAABAgQIECBAgAABM1aNAQINEhCsNqgYmkKAAAECBAgQIECAAAECBAgQmCAgWDU8CDRIQLDaoGJoCgECBAgQIECAAAECBAgQIEBAsGoMEGiHQN3BajuUtJIAAQIECBAgQIAAAQIECBAg0AyBp53ynNi8efOaGrPpO9/5zsl5zjx58mScOHEiHn300XjkkUfieb/x2nlOdyyBTgvUHay+4OyLO+2rcwQIECBAgAABAgQIECBAgACBRQn812/dHoLVRWm6DoF1CghW1wnodAIECBAgQIAAAQIECBAgQIDABgkIVjcI2m0IzCIgWJ1FyTEECBAgQIAAAQIECBAgQIAAgfoFag9WE4JkHYInnngikmUC/CGwagKbNm2KU045JV0iI/mzdevW2LJlS/q6SH62EX+Se9//xL1hKYCN0HYPAgQIECBAgAABAgQIECBAoAsCtQarSYD08MMPx1lnnRVPfvKT03DJHwKrJpD8UuH73/9+PPDAA3H66aenaw8LVldtFOgvAQIECBAgQIAAAQIECBAg0DaBWoPVBCsJks4444y2uWkvgYULPPTQQ+kvGpI/gtWF87ogAQIECBAgQIAAAQIECBAgQGChArUGq48++mg885nPNFN1oSV1sbYKJDNXv/a1r6WhqmC1rVXUbgIECBAgQIAAAQIECBAgQGBVBGoNVpNHnnfu3Lkq1vpJYKrAkSNHrLE6VckBBAgQIECAAAECBAgQIECAAIH6BQSr9ddACwgMBASrBgMBAgQIECBAgAABAgQIECBAoB0CgtV21EkrV0RAsLoihdZNAgQIECBAgAABAgQIECBAoPUCgtXWl1AHuiQgWO1SNfWFAAECBAgQIECAAAECBAgQ6LKAYLXL1dW31gkIVltXMg0mQIAAAQIECBAgQIAAAQIEVlRAsLqihdftZgoIVptZF60iQIAAAQIECBAgQIAAAQIECJQFBKvGBIEGCQhWG1QMTSFAgAABAgQIECBAgAABAgQITBAQrBoeBBokIFhtUDE0hQABAgQIECBAgAABAgQIECAgWDUGCLRDQLDajjppJQECBAgQIECAAAECBAgQIEDAjFVjgECDBASrDSqGphAgQIAAAQIECBAgQIAAAQIEJggIVg0PAg0SEKw2qBiaQoAAAQIECBAgQIAAAQIECBAQrBoDBNohIFhtR520kgABAgQIECBAgAABAgQIECDQ4hmrt8fBd+2K/WNreCAO/9o1cbEaE0gFsvGyJ25826G49JxmsghWm1kXrSJAgAABAgQIECBAgAABAgQIlAU6Eawe2H0yrrkw69rxuOl922PfgxFx5o1x7MpLIz6xN7bfcXPEzsNx8o01R613HoxNtyZx8OKC3+ML7N/gWpV2MQizi+Zre2Hd/pFNsetIxJ6LjsWhV29b20VmPkuwOonqxIkTcf8T98YLzq759TFzPR1IgAABAgQIECBAgAABAgQIEKhXoIPBakQ5HFx2ZDdXCZcQrM51/ykHT7YbzhJeRLC6yHZPv5ZgVbA6fZQ4ggABAgQIECBAgAABAgQIECAwq0AHg9Vh+JfNhCzM6PxbR2PvB/bFzSNC2QzS3vl37jwQcWR/7rjs57kZsaVr9MLG6p+nP4tstmp2YvJY+tVx9AMVSxr0Z4xuu++mtL0X7jwQ+4/0Fj4oh5rFGau9WaVj29+/XrH/vb7tyGa+Dvp1IG696M7Ync72/Vdx4Mg/LCy9sOeiW+PCO3anf5e1qRDM/nzEFSPWw0fxCzNWn359fyZvCXWCQ3pk9vMYV5diXfeHpQCq3hzMWJ31LdNxBAgQIECAAAECBAgQIECAAIGeQCeC1cpiDgK33AzWfDg4WBagvHTAjrg+W7u1f42j/UfWkxDv1h/bF7uPpPHmYA3XQZgYe+LXz705fv2bFcsQZMeXZ6ymQefRuDq3HmwhcDz/tmEQPGYpg6pgNY1gR9r/6/FPHvz1+BeRPX4fw2UT+teebymA0Rmsw/OH98qWYBg69ewiWwrghddFfPmKNMQeLguQW0M3aVs+EE/buqPU9iRQfk/syK2fWu0iWBWsevsnQIAAAQIECBAgQIAAAQIECKxfoBPB6tgZnP0wczATMxes5s8phonDYLVqFuYgWM2HnINZoHviuhdGXPHlm3MzKUtFGrMUwDB0zB1fCBTHB4LjgtXR9l8X18UVccWD49c1XUawOrAeOI0LVot9zALmNJgdBKujM14La+cOfHOOacCc1VWwKlhd/xunKxAgQIAAAQIECBAgQIAAAQIEOhmsDneA7z2ifvlfZZtXjT7OXhgChQCu+vH24YzVqsHTD+2i9/h+/nH7wUzMUrCaf/w+O2ZaoFi+8+zBamkzr8GFhmHjUoPVUsMHM3MHM1bXEay+8LbhUgKVs28Fq5Pe7iwF4B8DAgQIECBAgAABAgQIECBAgMB8AisbrI7ffGnS4+25pQAqH8sfLiswvH7peoN1VouzNvOzLpcWrJ5+Rbzm4evi93LLGMS4oLe/jEBk666m/e2t3zpcU3W2pQA2Ysbqsae+J7Yna8FWLQFhxurUdwXB6lQiBxAgQIAAAQIECBAgQIAAAQIECgLdDFZzj4OPnbFascZqb8bo0VJ4mFujddoaq2cOH7UfBKW5zaKKG1iVgtWRNVgjxj0CXx7DM89YHQSrFbNxy8smzBmslu3izGWtsVq9FMAgWM02p8rPGhasTn3bE6xOJXIAAQIECBAgQIAAAQIECBAgQKB7weq4mmaP1heCx/wmSLkTqzZNqtzp/spL4rb3bY99D5buWtq9Pr8MQHLk4Pq5oDXSEPC6iH+bv96BOLw7Ytet6fZTsWfMY/L5u88crJ55Y3zxuYfi/GRmZ+FP7hH8whqlB+LWi+6M3cnx5Q2jsj7lN9dKtvTaeSD2H9nfmzn68xFXlJZE6PX5UFx6TkRhk66nXz98lD/fthHX8WusDmb69uTixt1749Ct/SUZBuvrWmO16vWy7mD1W7fEla/5P+M/T3iDveyDn493/HT+gC/Fe1/6lvhovDx+9ffeF68927szAQIEegIP/Psr41Xv/s8Ru341PvkvXxtnFWCy946Il7/zk/G+v1/86dIMB+9zl8WHPv+OePHSbjT9wgMf75/TsRxBYE2fUeZl24jPNA/ELf/4VfF/Ht7g9765KNrQxrk65GACBAgQIDBVoMUzVqf2zQEEWidw5MiR2Lp1a2zZsiU2b94cmzZt2pA+LC5YnRySDsKAN30oPv+PoxCs/sx/mRSkbAiDmxAg0BiBCSHFF94bL33rRyOSUPHDl8Rtb0p+qbMBYWchWL0kbtuQXwxVODQo4G3McNEQApMEBq+ZZf4iV7DaK4Fg1YuRAAECBFZPQLC6ejXX4wYLdD1YLdIXv4QIVhs8MDWNQA0CX/qXL423fDgi0l/EDOeHjvv7pTexKYFmEix/aEfFTN6lC7gBgXYKCFY3sG6C1Q3EdisCBAgQaIiAYLUhhdAMAolA14PVcTNWr7oq4tpr8wsJXBbXvvNoXPXuHXHZmz4aH03ClbgsrnnTR+Ng+v+LfwaPAw9mskWMLj1gjBEg0CqBwes5Nxs190hv+ho/J1uGJDnmjXG0/5hsvp/Ze8Ho8gLDJQXSYyKbCTvm/WXcjNXBrNlR3d69h/cpHJEtc5B73xr+POtz8RdQOz7eD5vHvAf2+ph/3+wd6D2yVSNfYxctMGuwWvlajOGSJDO9VsuNz17Lw8CxeMSE2fblJQx2XRaXxUfjo8lSAO+4KuK911YswTT79S5702Xx0Q9/tN+/HfGRl74ljr7psogPfzS97svf+fG45A9eny49MLbNk9o49vzhZzTLmix6sLseAQIECNQhIFitQ909CYwRaH+wOqZj/Rln8ywFENkai0mk+sHPxxu/3l8qIL+moCDVa4lAhwWGQcRIOJo9+p8LOwe/eOkHlsP3kF7QcO7Iuq3FYDV9j/nLy3OzY0uP9kY+xB2/FMBgRm0WnKZtPBqX59ZlzY7JhyNZ+Fk8vxd2JGtRD38BlXucufQeOHyf7AcXg+DZL5s6/ELRtWkC09ZYTT6jvP7oYK344drNuV+K/C9vjpf/fzf0A8fe2s7Vr9VhEPvNbNZ9+l6QvJavjx25NeWLn4nKqzbn7l3+DBUR50bEN5N+D2b054LbKWtT987JlmPK2pu91+SC5EjaMKnNuWtUtPHFuyK+lIayw7BXkDptsPo5AQIECLRRQLDaxqppc2cF2h+sLm6N1UEoUg5JCl8YSjPOCptjdXaY6BiBlREoBg/njm7ckgtWe7Pcx214VbUhVtX7R/WsstHZsdXB6jA0GJ01NvxZrnyDsKYiLB2EMaVgdcJ74CBYHRzjPXJlXiw6Ol5glhmrY44ZhKczv1YrZmPmX7NVs16nBKHDJ3CG709ZsJp/OmfWTf+qZ/EPg9WRJ37GtrnqnGEbB8FqfjmXWWphLBMgQIAAgZYJCFZbVjDN7baAYHUYighWuz3W9Y7ATAL5x+9/b0dc/5pko6pcCFle97RiZlo2+2zyUgCfjB0f6u22nW6Klc4qK4WShWUHKoLVMTPo84HqyKzUqrCmADOcNTuYsSpYnWnoOIjAQGCWMG/arNaZX6tjgtW3HI1XpZvuDWeZzhuE5jeGGsxYrSrzrEFt9p5V+CVObnZ7PlAtz0gdd05u8yrBqtcgAQIECKyKgGB1VSqtn60QEKwKVlsxUDWSwAYKDGaMZffMhwaDMGRvvHnXobjhcP6R94pH/QszWvM//1DEW5OZoePPL67nWgpWB8sE5NYz7be3arOt+WfB5ZYCEKxu4Ohzq04IzBWsjnnypuoaU4LJfHD68b99W7y+NKN+EcHq7OvJj85eL95/dPZpVfumnZMPfwWrnXj16AQBAgQIzCAgWJ0BySEENkpAsDpDsGqN1Y0aju5DoBkCpcdQC0FCRbA6WHOwtNHVcP3R0pqraZg6DFaz8/OB7uSlAC6Po6/phbLD9Q6HdMPr9JcHyPdn5nUb51xj1VIAzRi7WtEMgbmC1fwvR3Jh5G/+ahz9pWTG/PDn49ZYrXrUfhCsZp9hcr+MiZnWRH1xRO69Y9Iaq8M1YvP85TVbh0ur9O4/IVgd2+bcuqzZ4/65NlpjtRnDXysIECBAYPkCgtXlG7sDgZkFVjlYfe19+R25L4uq9RJHZq71Ze14PfMQcyCBFgrkAoHcJihpRyqXCih2MR8yFN5DcjtsF4PT/vlv+lB8KN4Sb/lw8t8vj1/98CVx25uSYCUJSIczVoebSo3S9u4dg7Vhe0dcFh/6YMRb+o8Fv/wf7I3//K8PlU7O1mgtbqC14+Mv7benuo+Tlzv4fLwjhu+zs890a+GQ0WQCeYFZgtXk+Kq1RPOz2Ct/Xn6tjl9jdbCZVdq2l8evfvCSuO2tvbC26pcyw/e3rDOXxWVv+mh89MMR+Y3v8l2tDlX7R4xb7mDsY/0x3KBrXJtzm35l72+DNr7z43HJH7y+v8RKcUiObkg4eY1+A5oAAQIECDRZQLDa5Opo28oJtDZYXblK6TABAgQIECBAoL0Cxc0BX9zejmg5AQIECBCoWUCwWnMB3J5AXkCwajwQIECAAAECBAgsWqC43nPEe1/aW8Jk4izXRTfC9QgQIECAQAcFBKsdLKoutVdAsNre2mk5AQIECBAgQKC5AvllVfqtzNZGbW6jtYwAAQIECDReQLDa+BJp4CoJCFZXqdr6SoAAAQIECBAgQIAAAQIECLRZQLDa5uppe+cEBKudK6kOESBAgAABAgQIECBAgAABAh0VEKx2tLC61U4BwWo766bVBAgQIECAAAECBAgQIECAwOoJ1B6srh65HhOYLLB169bYsmVLbN68OTZt2rQhXCdOnIj7n7g3XnD2xRtyPzchQIAAAQIECBAgQIAAAQIECLRdoPZgdefOnW031H4CCxMwY3VhlC5EgAABAgQIECBAgAABAgQIEFiqgGB1qbwuTmA+AcHqfF6OJkCAAAECBAgQIECAwEYKfPXBr8YNf3ZD3P3A3fH4E49v5K1bc69TTzk1zjvrvHjzi94czz7z2a1pt4YSWIuAYHUtas4hsCQBweqSYF2WAAECBAgQIECAAAEC6xRIQtVf+swvxWmnnhZbTt0Sm2Jjlm5bZ7M3/PSTcTIeffzReOzxx+I3X/GbwtUNr4AbbqSAYHUjtd2LwBSBtgerP/jBD+LYsWPx0EMPxRNPPKHeBAg0XOCUU06JM844I7Zv3x5PetKTGtXa5P3kvvvui4cfftj7SaMqozHzCCSvsdNPPz3OOeecxr3G5ulHF471GaULVdSHVRZoymeWa/7omrj3e/fG1lO3rnI5Zu77I48/Es/50efEwZ85OPM5DiTQNgHBatsqpr2dFmhzsJp8YfnKV74ST3/609Mvj8mHH38IEGi2QPILkOS1+1d/9VfxvOc9rzHBT/Z+kgRSp5122oZt5NfsamldGwVOnjwZjz32WPoLgia9xtpouZ42+4yyHj3nEmiGQFM+s7zultfFj/zQj5ipOuOwSGau/vX/+Ov43df+7oxnOIxA+wQEq+2rmRZ3WKDNwepf/MVfxA//8A/HU57ylNi8ebMgpMPjVNe6I5CEPidOnIjvfve78d//+3+PZz3rWY3o3Fe/+tW0HckvabL3k02bPGrXiOJoxMwCyesre40lwV7y59nPts7czIALPNBnlAViuhSBmgSa8pll9+/ujjOfdGZNCu287YM/eDBufd2t7Wy8VhOYQUCwOgOSQwhslECbg9W77rornY2zdevWwWxVQchGjRz3ITC/QPIFJfmTzAB55JFH0hnnF1xwwfwXWsIZyftJMvt9y5Yt6fuJ95IlILvkhggkr7PkNfboo4+mM8Ob8hrbkM436CY+ozSoGJpCYA0CTfrMIlidv4CC1fnNnNEuAcFqu+qltR0XaHOw+id/8ifxUz/1Ux7b7fgY1b3uCWSPKv/pn/5pvOQlL2lEB5P3k5/4iZ+IU089VajaiIpoxHoEktfY448/Ht/4xjca8xpbT3/aeK7PKG2smjYTGBVowmcWwer8I1OwOr+ZM9olIFhtV720tuMCbQ9Wzz///DQI8YcAgXYJJGtAfulLX2pM6JOEIM94xjO8n7RrGGntBIEkWP3617/emNfYqhUreU/xGWXVqq6/XRWo+zOLYHX+kSVYnd/MGe0SWIFg9fY4+K5dsb+yLgfi8K9dExe3q2aztfa+m2LvB47G1Un/8v9/trMdVZOAYLUmeLclsOICSejzxS9+sTGhj2B1xQdkB7svWK23qILVev3dncAiBer+zCJYnb+agtX5zZzRLoGVCVZj98m45sJ8cY7HTe/bHvvixjh25aWxrV11q2zt8U/sje3fvjpOvvHiCMFqKysqWG1l2TSaQOsF6v6SUgYUrLZ+SOlASUCwWu+QEKzW6+/uBBYpUPdnFsHq/NUUrM5v5ox2CaxwsBqRBpH37O1MsFoYeoLVdr0S+60VrLaybBpNoPUCdX9JEay2fgjpwBQBwWq9Q0SwWq+/uxNYpEDdn1kEq/NXU7A6v5kz2iWwwsFqb4mAOy86Fode3Zuvmgatd9xcqOCBwUzX5Pj3xI7de+PQrfsikvPOv633uP3uiF237o/02DgYm24tLjywJ3eP2z+yKd7z1MOx955dse/B3q2G94j+TNN90WvFgTicXPuzO3rhbxqWHoq9bzsUl57TOze53q44nM5SnW3Gan+mbv/e/RZ0d0mEdr0eQ7DasoLV2dz7Pxn7r7g+4s2/FQdefXaNLfmzuP4X3h2f/LvvjN9564tqbIdbr0eg7i8pgtX1VM+5bRAQrNZbJcFqvf7uTmCRAnV/ZhGszl9Nwer8Zs5ol8DKBKuVa6yeWVwG4Ph9x2PbOblFAQprk/bXas2fk/58X9y8sxdspuFs+RrRD2T7YWgahB7ZEzdm4eidSRB7Z/+/+/cYXK90zwUFq8fv2xbb+sFs2ub8EgLtGr+da61gtXMlXVKHvhWfvOYfxX/7X38nLn/xkm4x42X/7IO/EB8/t+5wd8bGOmysQN1fUgSrBmfXBQSr9VZYsFqvv7sTWKRA3Z9Z1husvuZvvD/e8GNPypH8IO7+87fHP//aIpWadS3BarPqoTWLF1iZYHV0jdVshuqFpdma5c2ushC09/eF61QEnb0Sjc4KzWal5meYpocWrjF6j8JyBQsJVvuDKA10c3FzKWRe/FBzxVkEBKuzKDkm4lvxrfvPjrOfVrdFU9pRt0P771/3lxTBavvHkB5MFhCs1jtCBKv1+rs7gUUK1P2ZZT3Bai9UjVKQ+tb4jVe9Is7568/EG//og4ukasy1BKuNKYWGLElgpYPVSGeTZmFpFqgeGAatU0LPYiiaD1RzM1IL9yg+ul9LsJoFqvlZtl1ea3ZJL5xlXXbVg9X9v/ALcU8V7nMuj986+KpIH3jvPwJfeVx67nPj8usOxKui96h81XGv2l+c6fmtT+yPf3TD6JH545KZme+OcY+79x6Hj9J10+Z86fr4hQNHe23KBaHp9T412tnn5h7t77VrR7zzdy6P7CH76vP6fU6v3380P15VOC+9U2r32fjZUlt6rZj9vPEWvWsc7fcha2u+T4MeD+qYtTO7//hXV1KPl91R7ZacVa5r8nez1Hb663m0vlV1GN6/N6P4+nvzV87XKKJ8fqXR9IYt7Ii6v6SUO7KIzav+/Ka3x7WfGUO08w1x8JdfGU9dmODiL/TtP/yNuOaOl625ncn518fl8cs/N+xles2PHxnT2FfGVe9/Qzx/8V3ZgCv+eXzs7ddGvOP98YYXbMDt1nALweoa0BZ4ypqD1fTf8E8OW5Jf9qbq80j+80qu/SNPd0z6LDNuaZ0Z7lf+t6Xq38UC66T+DT435D9LVXy2WGCdXIrALAJ1f2ZZa7D61p/5SLziR8bMTn3mP433P/8n4y87OnNVsDrLyHZMmwUEq1mwum10/dJps0lHg9WKWa0NC1Z3VISond7Eq2WvTsHq/orQrx+4ZV9WJoaDWcHHr/vZC9piEHT2voQUQ6/0Kv0vG1ngtbhgNQvdxgWfw3VTi8Hq+POy8LD3BSoXUJa/nM0UrEbElPPmDVaj4ovmMPAsBquV4XTpy2lVwF006J0wa22nvU1kX1SzL6jlMZQfL8Pwt1jf/Dnn3pKMudzP+1+Wd1QF89Mat6Cf1/0lpdyNhQWrcVW8/9JyVNgL4T79iqqfLQh0AZdZb7CaBMt3XVAMGsdf89vx6d+4Jj4WCwic/+vH4u3vjQ0OaQWrCxhynb7EmoLVkX8z858tomJ98f6/05H7ZXDF54nx0JOW+an6XFO8XySfb/7oZ4e/iO5/jhkbrk7sX/Lr3HG/VBSudvrF0oLO1f2ZZS3BavVM1XHYr4l/+rfeEOedWvz5fd98Y/zynyV/l8xw/Rvx4Df/Mn7y3POit6jAffGZT/5ypPNdX/Qb8ZFzc+v+JX/3+N3xsf/0z+P3kv+fhrhnxh9/M+IV554TyXU/88Pl5Qki/fuq+8V3PhZv/+P0SjP/EazOTOXAlgqsdrDan72ZPqafBqv9TanSzayyx/nnWQqgvEZqf4bqkeEGVbMsBbB/4hqr++LCbEOt0hqvs2xelQard8RwjdfsGpYCaMRLWLBaFaz2A7Kj/S8qcwSrlSFd7vwLPl8MWUcGQe5LSTpTcgEzVnsh3bgvJb0vSZ/9md6apflgNSael83MTALj18d/u+LdEW++PI7ecH0UwroZgtVZzpsrWI1Xxas+dTR+vDBLtv/lccer4pOfiv7M2gmzfnOFGXvvUjhZGX7mCzztC2d2bHLcHRGv+tQnBzOS02vnv7ymxw7bXzlWcvZpsFoYS7P1fd43qYMHD8YXv/jFwmnnn39+XHPNNSOXqvtLSrlByw1WI9LZrJWh67zKyzt+fcFqEjTeFReUZqBOuub67pdzWKFg9X3ve1/cfffdhUFw3nnnxZVXXln5Gvv6178eL3nJS5Y3aFx5rMBagtX0vf6bry9uzJj+25H8u/Wy+FzFkyrFfx+KT2JMezJhLb/AHd7vgrirYu31Sdec3L/L40VJX//Njw+D2kR3ps9gBiKB5QrU/Zll7cHqg8PwMyUaDVB/8J2PxR9vfUO84kdyQWlyZGEJgf7SAbmwNJ0Nu/Xu+NhXI177/POiGH6WlhpIg9Xz4km5pQde88zXxO99LReWZuFrGtaO3m/eCgtW5xVzfNsEViZYrdy8KiL2XHQsDqVBakQU1h1NAtXrIv7t9tj3YLI8wCVx2yxrrGZBZX8kJKHtJV8ebli14z9til0x3OxqZNZr4fw9cWBnxP7v7I1jV14aaSvzbTzzxjj83EOx69tXp5tnzRKsJlts9TbQ6jcwCVR/PuKK0iZcbRvIXWmvYHVCsJoFUTN9qO/P4tgxeaf6qkfti2NpSlg2OHj2pQDSLzlZSDxl4I4Eq5POG7j0g9X9vxO7v1laSmCWYHWG8+YLVt8Z74x3Fze4Stvx3+L1+yPenX5BTZY6mC1cnBysDpc5mKe24zcAS9r08fjxLKzuzyhdb7DaC/RzSzyMWS5ive9rSaiahKv5P0momoSr5T91f0kpt2cjg9U0UDz22rgqro1rP5M8Dv934ngye7P0xPwr84+ZP/Dp+I1f+Vj0DnllXPWOiGv//fbeY/vpz47Fa5O/e++nIz0vklmcny50c+frD+Ye0+/PGM3uufMNcdVFn4trk6UA3hpx/eBe2SWmPLafhJt3XTAyW3fmYDUNR4vtjdzyyHRanAAAIABJREFUCeVlFgZ9KZy3M97wz345XnlWP8juL8uw8/VXxcvuuDaO/f3ebNrkWrds7/1db8bsi+LPRvxL/S2175XvuCrivb2lAC64a3QJiKL1el9Zw/OTUDUJV/N/klA1CVerXmOC1cXZz3ultQSrVfcY/tsyS7CaXaH4S9PKtg8C2+HSP+M+j+T/zar+96h43+unfBbK32fav52T7zdvVRxPYG0CdX9mWVywWux/Eo7+jUf6wWqU1lstLBXQCzpjMKO0H7ye8Zf9YHV0SYE0eM2uOXbZgX6AOmhWtmzB6P3mrZxgdV4xx7dNYAWC1baVpNhej+m3u37ztl6wOn4pgMHs02lrrOYfYy+tHVa9tmpxDdNxX2QWOmN1g4LVwbIAmcmMweq08+YNVn/nos8VZr0MZskkf18KVnMr2RVL0V9O4Ftj1rotf9mb9uWw6hHH8ut1uCbetwpr6K43WE3W2i2u/VqxFMW8bx5jjs/PWh03WzU5te4vKeXmLzdYLS4FkK07mgWnvdCwGOT1jol+UFheSqD/31nwmIWuuaUGvv3At+OpZ+VXdE3OuSW2F4LH3D2za+y8JP7mkdvivxSWLZj+2H7S3t/f9ssj643OtBRAP8iNQvA77PPB7bfENR9/xvBR/zTk/PogRI3SjNWiXUS19zCEjfh2fPuBp8ZTzxqOiiz8Tpd16Nvk25cFvX/zlTvjv3w6q1P//H4IWwjGF/T6Si6Tn7U6brZq9hoTrC4Qfs5LLSZYHV0KoPxkTPW/D9OC1Wk/Tzpb/cvHiUHnrE9mDCzHLaOUm3k7Zg3ZOcvhcALrEqj7M8vag9XyplV5ht7s1Z98KJuxWkU0PuhMZ7QOgtVseYDSNbIZqiPBahao5mbJTgly5y2gYHVeMce3TUCw2vCKCVYbXqAFN0+wWr15VeHxuZlmrFYXZrCpQ/+LQboeWWlzqG4Fq8O1YtNQefv0zasGXxLzX8hK580drCZBTTrzM9nAK7eGXGSPVM45Y7Vi068obda17mC18Ahk8QvteoPVkRmrS1xjNT9rddxs1U4HqzNsXlUOGyuXCUjDvM/Fy9IgdHQ9z8I1Csfm31FKs1KTua79WbBV9+xd8yfTYPWHSpsyTX5sP7nP9RFv7c0WLbRgls2rxrR/0MYL7pq8hmpVsFrYhKvoN3ZZhvKs2UJwndUi613vmv8jCVa/Xt7wa7nrr+ZnrY6brSpYXfCHpTVcbr3Bavnzw9lzBZ1TgtOps1XnDVaHQei05QcyytH+TfgcNXZZpDUUxikE1iDQxmA16ebEzav666IOlgIoz1gtOM0/Y7VwejlYrZrBKlhdw8h0yioLCFYbXn3BasMLtODmCVbHz1jNdppf//pew5Bs5FH5kXpu/FIA+dByvUsBZI8LDtZ1ve7H4+NXDB+XHxciTztv/mD1RelGUh8/97fiwEvv6i0DkDz+X/gyub6lAMpB6vqC1WwJgCQIHv1Cu75g9R9HvHe4jm7hS+2SvqxmywFUra2a3b/uLynll95yZ6xWhI254K/8mPvw6GxWZUVQl4SAhaUA8sFfFqjmZ2VODxfXHKwmwegHIy5PliUowc60juq0YDXdDKw/gzW7fn5G7dRgteeRXwqgsN5tFqjmZ/ymIXM/MK1sX33BakKQLQdQtbZq/jVmxuqCPzTNcbk1B6u5p2SKT73MM4N0crA6fDri7GGPCk/cJOuyz7b0wOjGkIN/ZXqbbfX/c9CXsf0bg7uOX27PUS6HEpgoUPdnlrXMWM06VLWJVe/veltQTVxjNZmRmm5ANS1YrV5jdbB0QGWwmj8nW/vVUgBeigRmFRCszirlOAIbICBYXdAaq1UbLgzqVw5Wkw2fsgCtVOQ5N6/6ZH4Zgv6lypsoTd68qr9RVz9gW9fmVYUd5vuzV57z3HjuvRE/W9nfqi+J1eeN7UP/C1q8ubf5ViGA7dfknT/z2Xh3thnIAoPVcuC+rs2rSktIFEbF331n/Na5H1/H5lXDNXBnXydvfW8+2QZWVWur5kOf5LimbKxTe7A6cWOreWesVs2YXF6wmoSn18flufVbh+NnEcFqshbtLdtH14f93EX9v5sarE7ue1Ubp88IrjdYzTawqlpbVbC6vvevRZ29pmA1Cx0rH39fULA6c1A5/X69p3DuiVlnqfb+3bw+7hnzeH/lL1Fnbu+iKuc6BEYF2hysJr3JB6m93vUCzC+e/f54bdwSb//jSJcFOO/UXN9zG1XFpGA1CV77s1/zcvfl1mONqhmqhXOS9twS8eykDcnyAPfGc0prus47Li0FMK+Y49smIFhtW8W0t9MCgtUFBqsHjlYHpqXHrnshYcUal/1wLfuCMnm33myn3Ovjnly4ms0cKc5y6W+sdW8yA6W8SUVxfbPirMvx5xXvM2bm5yAsHLee5zznVbQl+4KW63/RbPho4sBjicFq8kYxa22nv6lULAVwQymQL4fwnyrWdxj09oLVYgjf94zLi7svT2/Ywo6o+0tKuSO1B6tVa6wOZrWW11gtrXk6MqOyfPxwM6fx67pm67bOv8ZqMuP2rgt6G0OV/8werH4sxq2xmm7y9Y1kk6lsRmyvrV/P1mSdssZqbw3W/qZe/c2r8jNWy2uyZmuqHimtYZtvX7Zuax1rrM76IkxeY2aszqq1+OPWEqxO3myyaj3Sce/lE2aszrQMQPovWm/GaeEXuPn7nRu3/sK7Y/B0zwyEUzfTHNlYcbaNQWe4tUMIrEug7s8s65mxuq6Ot/hkwWqLi6fpMwkIVmdichCBjREQrE4IVrPwM/ozLMaWpBcc9taxvKfyqPJsjuJGQsNT8oHoYP2xkSvmg8rcBg/pceM3JRp7vZFgtri5VvV5o20ob6gxMWhM2zr+UfxxAWW5LWXXchg9MtO1Ilgdu3lVRCT1GLuJWEWwm/RqltpOf3WP2lTVYThesuA5f+VJ4yQiat4QpO4vKeUa1BmsJpsnJY+qf+xIrlVZqJf9Vba5VPrfO+OVr4j49DcmPKpeOL63tmpv9/pseYDyPV8ZV70j4tpkeYH+ZlL55kQUN9catjQJOe+KC97/hkge2C//mSlYTU4qr2+adjMLU0vLACQ/yy8FMOjrcOmDwvIKr3hlvPIzn46YsL5s4fjkvplBdp9S+3a+/qp42R3XpssL9FyLPd9Z2Ihr+it+GUcIVpehOvs15w9Wq97Hs/v1f3FWtZlm5Xv5+GB16i9t812cdL9JG3tWPE0TMUP/qv4NrbzW7HVwJIFFCNT9mUWwOn8VBavzmzmjXQKC1XbVS2s7LrDqwWrHy6t7BBorUPeXlDLMIoLVjcQu7Fq/kTdu5b2SYPaW2J5uBNbKDqyp0YLVNbEt7KT5g9WF3dqFCBBYsEDdn1kEq/MXVLA6v5kz2iUgWG1XvbS24wKC1Y4XWPcINFSg7i8pbQtWizvZlx6Fb2iNa2tWaWmE3mP7z4irxsyqra2dS76xYHXJwFMuL1it19/dCSxSoO7PLILV+aspWJ3fzBntEhCstqteWttxAcFqxwusewQaKlD3l5S2BasRpcfh84/CN7TGdTYrWwO114bhEgF1tmmj7y1Y3Wjx4v0Eq/X6uzuBRQrU/ZlFsDp/NQWr85s5o10CtQer7eLSWgLLF9i6dWts2bIlNm/eHJs2bVr+DSPixIkTcf8T98YLzr54zffzpWXNdE4kULtA3V9S2hes1l4yDWiZgGC13oL5jFKvv7sTWKRA3Z9ZBKvzV1OwOr+ZM9olUHuwunPnznaJaS2BJQqYsbpEXJcmQGCsQN1fUgSrBmfXBQSr9VZYsFqvv7sTWKRA3Z9ZBKvzV1OwOr+ZM9olIFhtV720tuMCgtWOF1j3CDRUoO4vKYLVhg4MzVqYgGB1YZRrupBgdU1sTiLQSIG6P7MIVucfFoLV+c2c0S4BwWq76qW1HRcQrHa8wLpHoKECdX9JEaw2dGBo1sIEBKsLo1zThQSra2JzEoFGCtT9meV1t7wufuSHfiQ2xcYs2dbIIszRqJNxMv76f/x1/O5rf3eOsxxKoF0CgtV21UtrOy4gWO14gXWPQEMF6v6SIlht6MDQrIUJCFYXRrmmCwlW18TmJAKNFKj7M8s1f3RN3Pu9e2PrqVsb6dO0Rj3y+CPxnB99Thz8mYNNa5r2EFiYgGB1YZQuRGD9Am0OVu+666544QtfmG685Q8BAu0SePTRR+PLX/5yXHDBBY1oePJ+cu6558Zpp53WiPZoBIH1Cjz22GPxzW9+szGvsfX2p23n+4zStoppL4HxAnV/Zvnqg1+NX/rML8Vpp54WW07dYubqmFIlM1UfffzReOzxx+I3X/Gb8ewzn21YE+isgGC1s6XVsTYKtDlY/Yu/+It48pOfHGeffXZs2uTRmDaOP21eTYGTJ0/Gt771rfj+978fz3rWsxqB8NWvfjU2b94cP/qjP+r9pBEV0Yj1CCSvse9973tx4sSJePazfbFcj+Vaz/UZZa1yziPQLIGmfGZJwtUb/uyGuPuBu+PxJx5vFlJDWnPqKafGeWedF29+0ZuFqg2piWYsT0CwujxbVyYwt0Cbg9Uf/OAH8ZWvfCWdZXbWWWfFKaecIhCZewQ4gcDGCSRfTp544ol44IEH0pl0z3ve8+JJT3rSxjVgwp2y95OnPOUp6S9skpDVHwJtFEjC1OSXFt/97ncb9Rpro+V62uwzynr0nEugfoEmf2apX0cLCBCoW0CwWncF3J9ATqDNwWrSjeSLy7Fjx+Khhx5KAxt/CBBotkDyC5Azzjgjtm/f3phQNRNL3k/uu+++ePjhh72fNHsYad0EgeQ1dvrpp8c555zTuNfYqhXOZ5RVq7j+dk2gyZ9ZumatPwQIzCcgWJ3Py9EElirQ9mB1qTguToAAAQIECBAgQIAAAQIECBBokMAKBau3x8F37Yr9I/h74sa3HYpLzyn+4Pgn9sb2O6LyZw2qn6Z0TECw2rGC6g4BAgQIECBAgAABAgQIECDQWYHVCFbvuyn2fmBf3LzzcJx848WFYlYGqOnxR+PqX7smikevZxz0gt3YfTKuuXA913FulwUEq12urr4RIECAAAECBAgQIECAAAECXRJYgWC1P1O1IlRNC5mGqIdib37W6n3H4/g522LbQistWF0oZ0cvJljtaGF1iwABAgQIECBAgAABAgQIEOicwMoEq3dedCwOvXpaVDoafqYzWu/ZG8euvDS2ZTNfB8Mgv4zApHN3xPW5ZQj2JG15+vWx6dbiwgTp309tY+fGoA7lBASrhgMBAgQIECBAgAABAgQIECBAoB0CgtVCnWYIR3MzX3vLCFwYh9MlA6aEsqWfH7/veGw7Jx/0Jue/J3ZUrPfajqGklYsQEKwuQtE1CBAgQIAAAQIECBAgQIAAAQLLFxCszhmsFtZILazFOl+w2rvt8bjpfdtj34PDRhywBuvyR32D7yBYbXBxNI0AAQIECBAgQIAAAQIECBAgkBMQrBZmkk6fsTp+86l5gtUsUJ28lICRunoCgtXVq7keEyBAgAABAgQIECBAgAABAu0UWJlgdf+4zavWE6yuecZq1UZWNrdq50tosa0WrC7W09UIECBAgAABAgQIECBAgAABAssSWIFgNSKyTaeqwtU7D6abSPUewe+Fm8ONrnr/vf/MG+PYlf0NqKassVp97qWxrSLAzYe9t39kU+w6Ev12LKvcrtt0AcFq0yukfQQIECBAgAABAgQIECBAgACBnsBqBKtpV/shaUXlC+uaZiFsetyBOLw7Ytdnd8SxKy+NbYWfJT/PP8qfC3Crzs2tp7rnomNx6PzbYu8H9sXN/fYkbbjky0m4WrqmkbpSAoLVlSq3zhIgQIAAAQIECBAgQIAAAQItFlihYLXFVdL0lREQrK5MqXWUAAECBAgQIECAAAECBAgQaLmAYLXlBdT8bgkIVrtVT70hQIAAAQIECBAgQIAAAQIEuisgWO1ubfWshQKC1RYWTZMJECBAgAABAgQIECBAgACBlRQQrK5k2XW6qQKC1aZWRrsIECBAgAABAgQIECBAgAABAkUBwaoRQaBBAoLVBhVDUwgQIECAAAECBAgQIECAAAECEwQEq4YHgQYJCFYbVAxNIUCAAAECBAgQIECAAAECBAgIVo0BAu0QEKy2o05aSYAAAQIECBAgQIAAAQIECBAwY9UYINAgAcFqg4qhKQQIECBAgAABAgQIECBAgACBCQKCVcODQIMEBKsNKoamECBAgAABAgQIECBAgAABAgSaHKyqDgECRYGtW7fGli1bYvPmzbFp06YN4Tlx4kTc/8S98YKzL96Q+7kJAQIECBAgQIAAAQIECBAgQKDtAmastr2C2t8pATNWO1VOnSFAgAABAgQIECBAgAABAgQ6LCBY7XBxda19AoLV9tVMiwkQIECAAAECBAgQIECAAIHVFBCsrmbd9bqhAoLVhhZGswgQIECAAAECBAgQIECAAAECJQHBqiFBoEECgtUGFUNTCBAgQIAAAQIECBAgQIAAAQITBASrhgeBBgkIVhtUDE0hQIAAAQIECBAgQIAAAQIECAhWjQEC7RAQrLajTlpJgAABAgQIECBAgAABAgQIEDBj1Rgg0CABwWqDiqEpBAgQIECAAAECBAgQIECAAIEJAoJVw4NAgwQEqw0qhqYQIECAAAECBAgQIECAAAECBASrxgCBdggIVttRJ60kQIAAAQIECBAgQIAAAQIECJixagwQaJBAm4PVP/mTP2mQpKYQIECAAAECBAgQIECAAAECBKYLvOQlL5l+0JgjBKtrpnMigcULCFYXb+qKBAgQIECAAAECBAgQIECAAIFxAoJVY4NARwTaHKx2pAS6QYAAAQIECBAgQIAAAQIECBCYScCM1ZmYHERgYwQEqxvj7C4ECBAgQIAAAQIECBAgQIAAgfUKCFbXK+h8AgsUEKwuENOlCBAgQIAAAQIECBAgQIAAAQJLFBCsLhHXpQnMKyBYnVfM8QQIECBAgAABAgQIECBAgACBegRaHKzeHgfftSv2T3E7sPtkXHPh8nGPf2JvbL/j5ogzb4xjV14a25Z/S3fooIBgtYNF1SUCBAgQIECAAAECBAgQIECgkwKdCFbXF54ej5vetz32PRix56JjcejVa4tE88HqrT+2L3YfWd/1hqNtGCCvr5+dHL+d65RgtXMl1SECBAgQIECAAAECBAgQIECgowKC1Vh8sLrYGauC1Y6+9iq7JVhdpWrrKwECBAgQIECAAAECBAgQINBmgZUIVm//yKbYdaRYpt7s1BjMVh38dOe/igNH/mG6xEA2Q3T0Mf9hGNs7b08c2Bmx/0hvKYDCjNWnXx+bbh1dsGAwO/a+m2LvB/bFhTsPxP4juePSJQV2xPWl5Q72vPC6iC9fETePjLoDcfjXromL+9cr/rz/szaP1BVpu2B1RQqtmwQIECBAgAABAgQIECBAgEDrBToRrI6twpk3xhefeyjOT9Y+jX64eOfBftC5J25826G49JzyjNWjg7VbxwWrRwdBbUWYWQpWr4srYvu3r46Tb7y438xsBmr//tELVtMgdOfhOPnGHcOwN/3vyLXncMSt/XVl058l18yFvGf+evyTB389/kUS9ZaD48HxrR+zne6AYLXT5dU5AgQIECBAgAABAgQIECBAoEMCnQhWJ649OghSx83aXEewmgsrJ6+xWp7h2htBabu3ZcFqFvRGDGbYTghW830e3vu6SILcK9a5XmyHxnfruiJYbV3JNJgAAQIECBAgQIAAAQIECBBYUYHuB6tpYYfrlA7qXDHjszfLc44Zq1OD1S/G3nvOTzfGSpYL6M2QLa2ZusZgtXK8pssHXBrxib2xPZ2lm/0ZhrYrOs5b023BamtKpaEECBAgQIAAAQIECBAgQIDAigt0PljNZn8O1jQd2axquM7q4oPVW+PCO3YX1mvNh7yLmrE6GMOD9VVzs3Onzthd8VdAw7ovWG1YQTSHAAECBAgQIECAAAECBAgQIDBGYGWC1WRTqWQ257bc7NXyOqTlYLX839k1RtZYzc+ILayxOgxWe+unXjx8zH+dSwFk18uvsZrf2GpkfdhsjVkvhUYLCFYbXR6NI0CAAAECBAgQIECAAAECBAgMBDoRrE6q54HduQ2f8gfmHuMfrGma/Dz5+791dLihVBKA7jwQ+4/sj2E4O7pmav6YW39sX+w+0t9A6vzbCtdKrn84dsWuI8nN9sSN//PeOPTvks2rxq2xmtvMKjnjhddFfPmK3mZXuT/ZjNzBeqvFn/aXITDymy4gWG16hbSPAAECBAgQIECAAAECBAgQINATaHGwqoQEuicgWO1eTfWIAAECBAgQIECAAAECBAgQ6KaAYLWbddWrlgoIVltaOM0mQIAAAQIECBAgQIAAAQIEVk5AsLpyJdfhJgsIVptcHW0jQIAAAQIECBAgQIAAAQIECAwFBKtGA4EGCQhWG1QMTSFAgAABAgQIECBAgAABAgQITBAQrBoeBBokIFhtUDE0hQABAgQIECBAgAABAgQIECAgWDUGCLRDQLDajjppJQECBAgQIECAAAECBAgQIEDAjFVjgECDBASrDSqGphAgQIAAAQIECBAgQIAAAQIEJggIVg0PAg0SEKw2qBiaQoAAAQIECBAgQIAAAQIECBAQrBoDBNohIFhtR520kgABAgQIECBAgAABAgQIECBgxqoxQKBBAoLVBhVDUwgQIECAAAECBAgQIECAAAECEwQEq4YHgQYJCFYbVAxNIUCAAAECBAgQIECAAAECBAgIVo0BAu0QEKy2o05aSYAAAQIECBAgQIAAAQIECBAwY9UYINAgAcFqg4qhKQQIECBAgAABAgQIECBAgACBCQKCVcODQIMEBKsNKoamECBAgAABAgQIECBAgAABAgQEq8YAgXYICFbbUSetJECAAAECBAgQIECAAAECBAjUPmNVCQgQKAps3bo1tmzZEps3b45NmzZtCM+JEyfi/ifujRecffGG3M9NCBAgQIAAAQIECBAgQIAAAQJtF6g9WN25c2fbDbWfwMIEzFhdGKULESBAgAABAgQIECBAgAABAgSWKiBYXSqvixOYT0CwOp+XowkQIECAAAECBAgQIECAAAECdQkIVuuSd18CFQKCVcOCAAECBAgQIECAAAECBAgQINAOAcFqO+qklSsiIFhdkULrJgECBAgQIECAAAECBAgQINB6AcFq60uoA10SEKx2qZr6QoAAAQIECBAgQIAAAQIECHRZQLDa5erqW+sEBKutK5kGEyBAgAABAgQIECBAgAABAisqIFhd0cLrdjMFBKvNrItWESBAgAABAgQIECBAgAABAgTKAoJVY4JAgwQEqw0qhqYQIECAAAECBAgQIECAAAECBCYICFYNDwINEhCsNqgYmkKAAAECBAgQIECAAAECBAgQEKz2BD78xU/Gv/7Cf4x//4Z/Fk/e8sOVLLd/ZFPsOlItdmD3ybjmwi6Op9vj4LveEzvediguPSf//7vY12b3SbDa7PpoHQECBAgQIECAAAECBAgQIEAgE1ipGavv+vRvx633HI5TT9kct/3itfGk07aOjIQ0WI3DcfKNFxd+dvwTe2P7HRE3puFjBwbQfTfF3g8cjat/7Zq4OASrTamoYLUpldAOAgQIECBAgAABAgQIECBAgMBkgZUMVjOSP3rL/xs/dOqWgtC4YDXSIPJQ7O1KsFrstRmrDXmnEKw2pBCaQYAAAQIECBAgQIAAAQIECBCYIrDSwWpic/jy34otm08bMI0LVtO//86NcezKS2NbcvSdB2PTrfsLvHsuOhaHXp3+NJLj3/PUw7H3nl2xL5LzdsT1yeP2u/fGoVv3RaTHHo2D79oVhaucObxHOkv221fH4dg1WJ4gf4+I43HT+7bHvgd7zTiw+3DErflH+ndF5JYvSK93z95eH2acsdqbqXtzoZ/dXRKh/vcLwWr9NdACAgQIECBAgAABAgQIECBAgMAsAisfrKYh6Fuvi9NOOXUQiFavsbqnsAzA8fuOx7ZzeiFq709xbdLeWq35c5Kf74r9ueA07jsex8/Z1gtqs6ukgWwvoM1CzUGQmYah++LCfljau8eBOJw+zt8Lc4f37N1v3cFquZ+FQHaWIeaYeQQEq/NoOZYAAQIECBAgQIAAAQIECBAgUJ+AYDUi/tFFr4t/8NP/Uy8eHbPGam8pgGGo2StZccZo8jdZCDp6ndGgMyv7yKzQnb01XgszTHutK4SlI/coLFewmGC118Z+KDwYp8WQub7h2707C1a7V1M9IkCAAAECBAgQIECAAAECBLopsPLB6pO3/HD8wZv+73RDq4nBaiF03dF/BH90Rmo2Q3SWYDULVMtLCGSbZ9UfrGaB6nBWbLfXmq3/RS5Yrb8GWkCAAAECBAgQIECAAAECBAgQmEVgpYPV7U8+K/7d6w/E5lNOGViNnbFaCFZj5DH7qbNJS7NNx4W4+fvXHqxGxYZdnd7Ea5aXzHKPEawu19fVCRAgQIAAAQIECBAgQIAAAQKLEljZYHXHmdvj3/z8O+OUTcNQdVzY2cPuz95MH9PvBav7+4/sD847Mt9SAOU1UgcbYs2zFMCUNVbvHGyoVVrjdZbNq9JgNdtoK1kJNlv6wFIAi3oBlq8jWF2WrOsSIECAAAECBAgQIECAAAECBBYrsJLB6ouf/qz44N+/eiRUzQeklcyFjad6oePN/QOTtVUv+fJw86gd/2lTZI/054PZ/GZSI2u0JoHqC2+LTbfuj2R5gOviith+z944duWl/Q2uyuumFtd43bPzQMSRO2Pv2w7FpedEZOvC9tp4IA7vjtj12R29680SrCbXuPNg2p7enyRQvS7i326PfQ/mlgdY7Jhc6asJVle6/DpPgAABAgQIECBAgAABAgQItEhgpYLV3z/y+fiPX70j3vN3/7fYFJtaVKYZm+ox/RmhmnuYYLW5tdEyAgQIECBAgADPmBpLAAAgAElEQVQBAgQIECBAgEBeYKWC1c6XXrDa+hILVltfQh0gQIAAAQIECBAgQIAAAQIEVkRAsNqlQgtWW19NwWrrS6gDBAgQIECAAAECBAgQIECAwIoICFZXpNC62Q4BwWo76qSVBAgQIECAAAECBAgQIECAAAHBqjFAoEECgtUGFUNTCBAgQIAAAQIECBAgQIAAAQITBASrhgeBBgkIVhtUDE0hQIAAAQIECBAgQIAAAQIECAhWjQEC7RAQrLajTlpJgAABAgQIECBAgAABAgQIEDBj1Rgg0CABwWqDiqEpBAgQIECAAAECBAgQIECAAIEJAoJVw4NAgwQEqw0qhqYQIECAAAECBAgQIECAAAECBJocrKoOAQJFga1bt8aWLVti8+bNsWnTpg3hOXHiRNz/xL3xgrMv3pD7uQkBAgQIECBAgAABAgQIECBAoO0CZqy2vYLa3ykBM1Y7VU6dIUCAAAECBAgQIECAAAECBDosIFjtcHF1rX0CgtX21UyLCRAgQIAAAQIECBAgQIAAgdUUEKyuZt31uqECgtWGFkazCBAgQIAAAQIECBAgQIAAAQIlAcGqIUGgQQKC1QYVQ1MIECBAgAABAgQIECBAgAABAhMEBKuGB4EGCQhWG1QMTSFAgAABAgQIECBAgAABAgQICFaNAQLtEBCstqNOWkmAAAECBAgQIECAAAECBAgQMGPVGCDQIAHBaoOKoSkECBAgQIAAAQIECBAgQIAAgQkCglXDg0CDBASrDSqGphAgQIAAAQIECBAgQIAAAQIEBKvGAIF2CAhW21EnrSRAgAABAgQIECBAgAABAgQIrNCM1dvj4Lt2xf6Rmu+JG992KC49p/iD45/YG9vviMqfGTYEliUgWF2WrOsSIECAAAECBAgQIECAAAECBBYrsBrB6n03xd4P7Iubdx6Ok2+8uCBYGaCmxx+Nq3/tmigevR78XrAbu0/GNReu5zrO7bKAYLXL1dU3AgQIECBAgAABAgQIECBAoEsCKxCs9meqVoSqaSHTEPVQ7M3PWr3veBw/Z1tsW2ilBasL5ezoxQSrHS2sbhEgQIAAAQIECBAgQIAAAQKdE1iZYPXOi47FoVdPi0pHw890Rus9e+PYlZfGtmzm62AY5JcRmHTujrg+twzBnqQtT78+Nt1aXJgg/fupbezcGNShnIBg1XAgQIAAAQIECBAgQIAAAQIECLRDQLBaqNMM4Whu5mtvGYEL43C6ZMCUULb08+P3HY9t5+SD3uT898SOivVe2zGUtHIRAoLVRSi6BgECBAgQIECAAAECBAgQIEBg+QKC1TmD1cIaqYW1WOcLVnu3PR43vW977Htw2IgD1mBd/qhv8B0Eqw0ujqYRIECAAAECBAgQIECAAAECBHICgtXCTNLpM1bHbz41T7CaBaqTlxIwUldPQLC6ejXXYwIECBAgQIAAAQIECBAgQKCdAisTrO4ft3nVeoLVNc9YrdrIyuZW7XwJLbbVgtXFeroaAQIECBAgQIAAAQIECBAgQGBZAisQrEZEtulUVbh658F0E6neI/i9cHO40VXvv/efeWMcu7K/AdWUNVarz700tlUEuPmw9/aPbIpdR6LfjmWV23WbLiBYbXqFtI8AAQIECBAgQIAAAQIECBAg0BNYjWA17Wo/JK2ofGFd0yyETY87EId3R+z67I44duWlsa3ws+Tn+Uf5cwFu1bm59VT3XHQsDp1/W+z9wL64ud+epA2XfDkJV0vXNFJXSkCwulLl1lkCBAgQIECAAAECBAgQIECgxQIrFKy2uEqavjICgtWVKbWOEiBAgAABAgQIECBAgAABAi0XEKy2vICa3y0BwWq36qk3BAgQIECAAAECBAgQIECAQHcFBKvdra2etVBAsNrComkyAQIECBAgQIAAAQIECBAgsJICgtWVLLtON1VAsNrUymgXAQIECBAgQIAAAQIECBAgQKAoIFg1Igg0SECw2qBiaAoBAgQIECBAgAABAgQIECBAYIKAYNXwINAgAcFqg4qhKQQIECBAgAABAgQIECBAgACBpgarjz76aDzzmc+MU045RZEIrLzAE088EV/72tdiy5Yt6f82b94cmzZt2hCXEydOxP1P3BsvOPviDbmfmxAgQIAAAQIECBAgQIAAAQIE2i5Q64zVBO/000+PM844o+2O2k9g3QIPPfRQPPzww+l1BKvr5nQBAgQIECBAgAABAgQIECBAgMBSBWoJVpOZecls1SQ8SoKks846K5785CebubrUUrt4UwWS18P3v//9eOCBB9JfNGSvjWQmtxmrTa2adhEgQIAAAQIECBAgQIAAAQKrLrDhwWoCnjx2/Pjjj8fWrVvT///II4+kYdLJkydXvR76v4ICSXia/JIheT0kj/8nr4dTTz01/f8b9cdSABsl7T4ECBAgQIAAAQIECBAgQIBAVwRqCVaTADUJcpL/JbP1BKpdGU76sR6BJGBNZqkmgepGrq+a/bLDGqvrqZ5zCRAgQIAAAQIECBAgQIAAgVUTqC1YTaCTUDX5I1hdtWGnv1UC2WP/2WZuG7UMgGDVeCRAgAABAgQIECBAgAABAgQIzC9QS7Cab6ZQdf6iOaO7AhsZpuYVLQXQ3TGlZwQIECBAgAABAgQIECBAgMByBGoPVpfTLVclQGAeAcHqPFqOJUCAAAECBAgQIECAAAECBAhECFaNAgIE0vWOrbFqIBAgQIAAAQIECBAgQIAAAQIEZhcQrM5u5UgCnRUQrHa2tDpGgAABAgQIECBAgAABAgQILElAsLokWJcl0CYBwWqbqqWtBAgQIECAAAECBAgQIECAQBMEBKtNqII2EKhZQLBacwHcngABAgQIECBAgAABAgQIEGidgGC1dSXTYAKLFxCsLt7UFQkQIECAAAECBAgQIECAAIFuCwhWu11fvSMwk4BgdSYmBxEgQIAAAQIECBAgQIAAAQIEBgKCVYOBAIEQrBoEBAgQIECAAAECBAgQIECAAIH5BASr83k5mkAnBQSrnSyrThEgQIAAAQIECBAgQIAAAQJLFBCsLhHXpQm0RUCw2pZKaScBAgQIECBAgAABAgQIECDQFAHBalMqoR0EahQQrNaI79YECBAgQIAAAQIECBAgQIBAKwUEq60sm0YTWKyAYHWxnq5GgAABAgQIECBAgAABAgQIdF9AsNr9GushgakCgtWpRA4gQIAAAQIECBAgQIAAAQIECBQEBKsGBAECIVg1CAgQIECAAAECBAgQIECAAAEC8wkIVufzcjSBTgoIVjtZVp0iQIAAAQIECBAgQIAAAQIEliggWF0irksTaIuAYLUtldJOAgQIECBAgAABAgQIECBAoCkCgtWmVEI7CNQoIFitEd+tCRAgQIAAAQIECBAgQIAAgVYKCFZbWTaNJrBYAcHqYj1djQABAgQIECBAgAABAgQIEOi+gGC1+zXWQwJTBQSrU4kcQIAAAQIECBAgQIAAAQIECBAoCAhWDQgCBEKwahAQIECAAAECBAgQIECAAAECBOYTEKzO5+VoAp0UEKx2sqw6RYAAAQIECBAgQIAAAQIECCxRQLC6RFyXJtAWAcFqWyqlnQQIECBAgAABAgQIECBAgEBTBASrTamEdhCoUUCwWiO+WxMgQIAAAQIECBAgQIAAAQKtFBCstrJsGk1gsQKC1cV6uhoBAgQIECBAgAABAgQIECDQfQHBavdrrIcEpgoIVqcSOYAAAQIECBAgQIAAAQIECBAgUBAQrBoQBAiEYNUgIECAAAECBAgQIECAAAECBAjMJyBYnc/L0QQ6KSBY7WRZdYoAAQIECBAgQIAAAQIECBBYooBgdYm4Lk2gLQKC1bZUSjsJECBAgAABAgQIECBAgACBpggIVptSCe0gUKOAYLVGfLcmQIAAAQIECBAgQIAAAQIEWikgWG1l2TSawGIFBKuL9XQ1AgQIECBAgAABAgQIECBAoPsCgtXu11gPCUwVEKxOJXIAAQIECBAgQIAAAQIECBAgQKAgIFg1IAgQCMGqQUCAAAECBAgQIECAAAECBAgQmE9AsDqfl6MJdFJAsNrJsuoUAQIECBAgQIAAAQIECBAgsEQBweoScV2aQFsEBKttqZR2EiBAgAABAgQIECBAgAABAk0REKw2pRLaQaBGAcFqjfhuTYAAAQIECBAgQIAAAQIECLRSQLDayrJpNIHFCghWF+vpagQIECBAgAABAgQIECBAgED3BQSr3a+xHhKYKiBYnUrkAAIECBAgQIAAAQIECBAgQIBAQUCwakAQIBCCVYOAAAECBAgQIECAAAECBAgQIDCfgGB1Pi9HE+ikgGC1k2XVKQIECBAgQIAAAQIECBAgQGCJAoLVJeK6NIG2CAhW21Ip7SRAgAABAgQIECBAgAABAgSaIiBYbUoltINAjQKC1Rrx3ZoAAQIECBAgQIAAAQIECBBopYBgtZVl02gCixUQrC7W09UIECBAgAABAgQIECBAgACB7gsIVrtfYz0kMFVAsDqVyAEECBAgQIAAAQIECBAgQIAAgYKAYNWAIEAgBKsGAQECBAgQIECAAAECBAgQIEBgPgHB6nxejibQSQHBaifLqlMECBAgQIAAAQIECBAgQIDAEgUEq0vEdWkCbREQrLalUtpJgAABAgQIECBAgAABAgQINEVAsNqUSmgHgRoFBKs14rs1AQIECBAgQIAAAQIECBAg0EoBwWory6bRBBYrIFhdrKerESBAgAABAgQIECBAgAABAt0XEKx2v8Z6SGCqgGB1KpEDCBAgQIAAAQIECBAgQIAAAQIFAcGqAUGAQAhWDQICBAgQIECAAAECBAgQIECAwHwCgtX5vBxNoJMCgtVOllWnCBAgQIAAAQIECBAgQIAAgSUKCFaXiOvSBNoiIFhtS6W0kwABAgQIECBAgAABAgQIEGiKgGC1KZXQDgI1CghWa8R3awIECBAgQIAAAQIECBAgQKCVAoLVVpZNowksVkCwulhPVyNAgAABAgQIECBAgAABAgS6LyBY7X6N9ZDAVAHB6lQiBxAgQIAAAQIECBAgQIAAAQIECgKCVQOCAIEQrBoEBAgQIECAAAECBAgQIECAAIH5BASr83k5mkAnBQSrnSyrThEgQIAAAQIECBAgQIAAAQJLFBCsLhHXpQm0RUCw2pZKaScBAgQIECBAgAABAgQIECDQFAHBalMqoR0EahQQrNaI79YECBAgQIAAAQIECBAgQIBAKwUEq60sm0YTWKyAYHWxnq5GgAABAgQIECBAgAABAgQIdF9AsNr9GushgakCgtWpRA4gQIAAAQIECBAgQIAAAQIECBQEBKsGBAECIVg1CAgQIECAAAECBAgQIECAAAEC8wkIVufzcjSBTgoIVjtZVp0iQIAAAQIECBAgQIAAAQIEliggWF0irksTaIuAYLUtldJOAgQIECBAgAABAgQIECBAoCkCgtWmVEI7CNQoIFitEd+tCRAgQIAAAQIECBAgQIAAgVYKCFZbWTaNJrBYAcHqYj1djQABAgQIECBAgAABAgQIEOi+gGC1+zXWQwJTBQSrU4kcQIAAAQIECBAgQIAAAQIECBAoCAhWDQgCBEKwahAQIECAAAECBAgQIECAAAECBOYTEKzO5+VoAp0UEKx2sqw6RYAAAQIECBAgQIAAAQIECCxRQLC6RFyXJtAWAcFqWyqlnQQIECBAgAABAgQIECBAgEBTBASrTamEdhCoUUCwWiO+WxMgQIAAAQIECBAgQIAAAQKtFBCstrJsGk1gsQKC1cV6uhoBAgQIECBAgAABAgQIECDQfQHBavdrrIcEpgoIVqcSOYAAAQIECBAgQIAAAQIECBAgUBAQrBoQBAiEYNUgIECAAAECBAgQIECAAAECBAjMJyBYnc/L0QQ6KSBY7WRZdYoAAQIECBAgQIAAAQIECBBYooBgdYm4Lk2gLQKC1bZUSjsJECBAgAABAgQIECBAgACBpggIVptSCe0gUKOAYLVGfLcmQIAAAQIECBAgQIAAAQIEWikgWG1l2TSawGIFBKuL9XQ1AgQIECBAgAABAgQIECBAoPsCgtXu11gPCUwVEKxOJXIAAQIECBAgQIAAAQIECBAgQKAgIFg1IAgQCMGqQUCAAAECBAgQIECAAAECBAgQmE9AsDqfl6MJdFJAsNrJsuoUAQIECBAgQIAAAQIECBAgsEQBweoScV2aQFsEBKttqZR2EiBAgAABAgQIECBAgAABAk0REKw2pRLaQaBGAcFqjfhuTYAAAQIECBAgQIAAAQIECLRSQLDayrJpNIHFCghWF+vpagQIECBAgAABAgQIECBAgED3BQSr3a+xHhKYKiBYnUrkAAIECBAgQIAAAQIECBAgQIBAQUCwakAQIBCCVYOAAAECBAgQIECAAAECBAgQIDCfgGB1Pi9HE+ikgGC1k2XVKQIECBAgQIAAAQIECBAgQGCJAoLVJeK6NIG2CAhW21Ip7SRAgAABAgQIECBAgAABAgSaIiBYbUoltINAjQKC1Rrx3ZoAAQIECBAgQIAAAQIECBBopYBgtZVl02gCixUQrC7W09UIECBAgAABAgQIECBAgACB7gsIVrtfYz0kMFVAsDqVyAEECBAgQIAAAQIECBAgQIAAgYKAYNWAIEAgBKsGAQECBAgQIECAAAECBAgQIEBgPgHB6nxejibQSQHBaifLqlMECBAgQIAAAQIECBAgQIDAEgUEq0vEdWkCbREQrLalUtpJgAABAgQIECBAgAABAgQINEVAsNqUSmgHgRoFBKs14rs1AQIECBAgQIAAAQIECBAg0EoBwWory6bRBBYrIFhdrKerESBAgAABAgQIECBAgAABAt0XEKx2v8Z6SGCqgGB1KpEDCBAgQIAAAQIECBAgQIAAAQIFAcGqAUGAQAhWDQICBAgQIECAAAECBAgQIECAwHwCgtX5vBxNoJMCgtVOllWnCBAgQIAAAQIECBAgQIAAgSUKCFaXiOvSBNoiIFhtS6W0kwABAgQIECBAgAABAgQIEGiKgGC1KZXQDgI1CghWa8R3awIECBAgQIAAAQIECBAgQKCVAoLVVpZNowksVkCwulhPVyNAgAABAgQIECBAgAABAgS6LyBY7X6N9ZDAVAHB6lQiBxAgQIAAAQIECBAgQIAAAQIECgKCVQOCAIEQrBoEBAgQIECAAAECBAgQIECAAIH5BASr83k5mkAnBQSrnSyrThEgQIAAAQIECBAgQIAAAQJLFBCsLhHXpQm0RUCw2pZKaScBAgQIECBAgAABAgQIECDQFAHBalMqoR0EahQQrNaI79YECBAgQIAAAQIECBAgQIBAKwUEq60sm0YTWKyAYHWxnq5GgAABAgQIECBAgAABAgQIdF9AsNr9GushgakCgtWpRA4gQIAAAQIECBAgQIAAAQIECBQEBKsGBAECIVg1CAgQIECAAAECBAgQIECAAAEC8wkIVufzcjSBTgoIVjtZVp0iQIAAAQIECBAgQIAAAQIEliggWF0irksTaIuAYLUtldJOAgQIECBAgAABAgQIECBAoCkCgtWmVEI7CNQoIFitEd+tCRAgQIAAAQIECBAgQIAAgVYKCFZbWTaNJrBYAcHqYj1djQABAgQIECBAgAABAgQIEOi+gGC1+zXWQwJTBQSrU4kcQIAAAQIECBAgQIAAAQIECBAoCAhWDQgCBEKwahAQIECAAAECBAgQIECAAAECBOYTEKzO5+VoAp0UEKx2sqw6RYAAAQIECBAgQIAAAQIECCxRQLC6RFyXJtAWAcFqWyqlnQQIECBAgAABAgQIECBAgEBTBASrTamEdhCoUUCwWiO+WxMgQIAAAQIECBAgQIAAAQKtFBCstrJsGk1gsQKC1cV6uhoBAgQIECBAgAABAgQIECDQfQHBavdrrIcEpgoIVqcSOYAAAQIECBAgQIAAAQIECBAgUBAQrBoQBAiEYNUgIECAAAECBAgQIECAAAECBAjMJyBYnc/L0QQ6KSBY7WRZdYoAAQIECBAgQIAAAQIECBBYooBgdYm4Lk2gLQKC1bZUSjsJECBAgAABAgQIECBAgACBpggIVptSCe0gUKOAYLVGfLcmQIAAAQIECBAgQIAAAQIEWikgWG1l2TSawGIFBKuL9XQ1AgQIECBAgAABAgQIECBAoPsCgtXu11gPCUwVEKxOJXIAAQIECBAgQIAAAQIECBAgQKAgIFg1IAgQCMGqQUCAAAECBAgQIECAAAECBAgQmE9AsDqfl6MJdFJAsNrJsuoUAQIECBAgQIAAAQIECBAgsEQBweoScV2aQFsEBKttqZR2EiBAgAABAgQIECBAgAABAk0REKw2pRLaQaBGAcFqjfhuTYAAAQIECBAgQIAAAQIECLRSQLDayrJpNIHFCghWF+vpagQIECBAgAABAgQIECBAgED3BQSr3a+xHhKYKiBYnUrkAAIECBAgQIAAAQIECBAgQIBAQUCwakAQIBCCVYOAAAECBAgQIECAAAECBAgQIDCfgGB1Pi9HE+ikgGC1k2XVKQIECBAgQIAAAQIECBAgQGCJAoLVJeK6NIG2CAhW21Ip7SRAgAABAgQIECBAgAABAgSaIiBYbUoltINAjQKC1Rrx3ZoAAQIECBAgQIAAAQIECBBopYBgtZVl02gCixUQrC7W09UIECBAgAABAgQIECBAgACB7gsIVrtfYz0kMFVAsDqVyAEECBAgQIAAAQIECBAgQIAAgYKAYNWAIEAgBKsGAQECBAgQIECAAAECBAgQIEBgPgHB6nxejibQSQHBaifLqlMECBAgQIAAAQIECBAgQIDAEgUEq0vEdWkCbREQrLalUtpJgAABAgQIECBAgAABAgQINEVAsNqUSmgHgRoFBKs14rs1AQIECBAgQIAAAQIECBAg0EoBwWory6bRBBYrIFhdrKerESBAgAABAgQIECBAgAABAt0XEKx2v8Z6SGCqgGB1KpEDCBAgQIAAAQIECBAgQIAAAQIFAcGqAUGAQAhWDQICBAgQIECAAAECBAgQIECAwHwCgtX5vBxNoJMCgtVOllWnCBAgQIAAAQIECBAgQIAAgSUKCFaXiOvSBNoiIFhtS6W0kwABAgQIECBAgAABAgQIEGiKgGC1KZXQDgI1CghWa8R3awIECBAgQIAAAQIECBAgQKCVAoLVVpZNowksVkCwulhPVyNAgAABAgQIECBAgAABAgS6LyBY7X6N9ZDAVAHB6lQiBxAgQIAAAQIECBAgQIAAAQIECgKCVQOCAIEQrBoEBAgQIECAAAECBAgQIECAAIH5BASr83k5mkAnBQSrnSyrThEgQIAAAQIECBAgQIAAAQJLFBCsLhHXpQm0RUCw2pZKaScBAgQIECBAgAABAgQIECDQFAHBalMqoR0EahQQrNaI79YECBAgQIAAAQIECBAgQIBAKwUEq60sm0YTWKyAYHWxnq5GgAABAgQIECBAgAABAgQIdF9AsNr9GushgakCgtWpRA4gQIAAAQIECBAgQIAAAQIECBQEBKsGBAECIVg1CAgQIECAAAECBAgQIECAAAEC8wkIVufzcjSBTgoIVjtZVp0iQIAAAQIECBAgQIAAAQIEliggWF0irksTaIuAYLUtldJOAgQIECBAgAABAgQIECBAoCkCgtWmVEI7CNQoIFitEd+tCRAgQIAAAQIECBAgQIAAgVYKCFZbWTaNJrBYAcHqYj1djQABAgQIECBAgAABAgQIEOi+gGC1+zXWQwJTBQSrU4kcQIAAAQIECBAgQIAAAQIECBAoCAhWDQgCBEKwahAQIECAAAECBAgQIECAAAECBOYTEKzO5+VoAp0UEKx2sqw6RYAAAQIECBAgQIAAAQIECCxRQLC6RFyXJtAWAcFqWyqlnQQIECBAgAABAgQIECBAgEBTBASrTamEdhCoUUCwWiO+WxMgQIAAAQIECBAgQIAAAQKtFBCstrJsGk1gsQKC1cV6uhoBAgQIECBAgAABAgQIECDQfQHBavdrrIcEpgoIVqcSOYAAAQIECBAgQIAAAQIECBAgUBAQrBoQBAiEYNUgIECAAAECBAgQIECAAAECBAjMJyBYnc/L0QQ6KSBY7WRZdYoAAQIECBAgQIAAAQIECBBYooBgdYm4Lk2gLQKC1bZUSjsJECBAgAABAgQIECBAgACBpggIVptSCe0gUKOAYLVGfLcmQIAAAQIECBAgQIAAAQIEWikgWG1l2TSawGIFBKuL9XQ1AgQIECBAgAABAgQIECBAoPsCgtXu11gPCUwVEKxOJXIAAQIECBAgQIAAAQIECBAgQKAgIFg1IAgQCMGqQUCAAAECBAgQIECAAAECBAgQmE9AsDqfl6MJdFJAsNrJsuoUAQIECBAgQIAAAQIECBAgsEQBweoScV2aQFsEBKttqZR2EiBAgAABAgQIECBAgAABAk0REKw2pRLaQaBGAcFqjfhuTYAAAQIECBAgQIAAAQIECLRSQLDayrJpNIHFCghWF+vpagQIECBAgAABAgQIECBAgED3BQSr3a+xHhKYKiBYnUrkAAIECBAgQIAAAQIECBAgQIBAQUCwakAQIBCCVYOAAAECBAgQIECAAAECBAgQIDCfgGB1Pi9HE+ikgGC1k2XVKQIECBAgQIAAAQIECBAgQGCJAoLVJeK6NIG2CAhW21Ip7SRAgAABAgQIECBAgAABAgSaIiBYbUoltINAjQKC1f+/HXvHoSgEASh497/qV1sR8iAKmd74GazORXxHEyBAgAABAgQIECBAgAABAiMFhNWRY3NpArUCwmqtp90IECBAgAABAgQIECBAgACB/QLC6v4ZeyGBUEBYDYksIECAAAECBAgQIECAAAECBAgcAsKqD0GAwCes+gQECBAgQIAAAQIECBAgQIAAgZyAsJrzsprASgFhdeVYPYoAAQIECBAgQIAAAQIECBBoFBBWG3FtTWCKgLA6ZVLuSYAAAVK+Z4MAAA4XSURBVAIECBAgQIAAAQIECLwiIKy+Mgn3IHBRQFi9iO9oAgQIECBAgAABAgQIECBAYKSAsDpybC5NoFZAWK31tBsBAgQIECBAgAABAgQIECCwX0BY3T9jLyQQCgirIZEFBAgQIECAAAECBAgQIECAAIFDQFj1IQgQ+IRVn4AAAQIECBAgQIAAAQIECBAgkBMQVnNeVhNYKSCsrhyrRxEgQIAAAQIECBAgQIAAAQKNAsJqI66tCUwREFanTMo9CRAgQIAAAQIECBAgQIAAgVcEhNVXJuEeBC4KCKsX8R1NgAABAgQIECBAgAABAgQIjBQQVkeOzaUJ1AoIq7WediNAgAABAgQIECBAgAABAgT2Cwir+2fshQRCAWE1JLKAAAECBAgQIECAAAECBAgQIHAICKs+BAECn7DqExAgQIAAAQIECBAgQIAAAQIEcgLCas7LagIrBYTVlWP1KAIECBAgQIAAAQIECBAgQKBRQFhtxLU1gSkCwuqUSbknAQIECBAgQIAAAQIECBAg8IqAsPrKJNyDwEUBYfUivqMJECBAgAABAgQIECBAgACBkQLC6sixuTSBWgFhtdbTbgQIECBAgAABAgQIECBAgMB+AWF1/4y9kEAoIKyGRBYQIECAAAECBAgQIECAAAECBA4BYdWHIEDgE1Z9AgIECBAgQIAAAQIECBAgQIBATkBYzXlZTWClgLC6cqweRYAAAQIECBAgQIAAAQIECDQKCKuNuLYmMEVAWJ0yKfckQIAAAQIECBAgQIAAAQIEXhEQVl+ZhHsQuCggrF7EdzQBAgQIECBAgAABAgQIECAwUkBYHTk2lyZQKyCs1nrajQABAgQIECBAgAABAgQIENgvIKzun7EXEggFhNWQyAICBAgQIECAAAECBAgQIECAwCEgrPoQBAh8wqpPQIAAAQIECBAgQIAAAQIECBDICQirOS+rCawUEFZXjtWjCBAgQIAAAQIECBAgQIAAgUYBYbUR19YEpggIq1Mm5Z4ECBAgQIAAAQIECBAgQIDAKwLC6iuTcA8CFwWE1Yv4jiZAgAABAgQIECBAgAABAgRGCgirI8fm0gRqBYTVWk+7ESBAgAABAgQIECBAgAABAvsFhNX9M/ZCAqGAsBoSWUCAAAECBAgQIECAAAECBAgQOASEVR+CAIFPWPUJCBAgQIAAAQIECBAgQIAAAQI5AWE152U1gZUCwurKsXoUAQIECBAgQIAAAQIECBAg0CggrDbi2prAFAFhdcqk3JMAAQIECBAgQIAAAQIECBB4RUBYfWUS7kHgooCwehHf0QQIECBAgAABAgQIECBAgMBIAWF15NhcmkCtgLBa62k3AgQIECBAgAABAgQIECBAYL+AsLp/xl5IIBQQVkMiCwgQIECAAAECBAgQIECAAAECh4Cw6kMQIPAJqz4BAQIECBAgQIAAAQIECBAgQCAnIKzmvKwmsFJAWF05Vo8iQIAAAQIECBAgQIAAAQIEGgWE1UZcWxOYIiCsTpmUexIgQIAAAQIECBAgQIAAAQKvCAirr0zCPQhcFBBWL+I7mgABAgQIECBAgAABAgQIEBgpIKyOHJtLE6gVEFZrPe1GgAABAgQIECBAgAABAgQI7BcQVvfP2AsJhALCakhkAQECBAgQIECAAAECBAgQIEDgEBBWfQgCBD5h1ScgQIAAAQIECBAgQIAAAQIECOQEhNWcl9UEVgoIqyvH6lEECBAgQIAAAQIECBAgQIBAo4Cw2ohrawJTBITVKZNyTwIECBAgQIAAAQIECBAgQOAVAWH1lUm4B4GLAsLqRXxHEyBAgAABAgQIECBAgAABAiMFhNWRY3NpArUCwmqtp90IECBAgAABAgQIECBAgACB/QLC6v4ZeyGBUEBYDYksIECAAAECBAgQIECAAAECBAgcAsKqD0GAwCes+gQECBAgQIAAAQIECBAgQIAAgZyAsJrzsprASgFhdeVYPYoAAQIECBAgQIAAAQIECBBoFBBWG3FtTWCKgLA6ZVLuSYAAAQIECBAgQIAAAQIECLwiIKy+Mgn3IHBRQFi9iO9oAgQIECBAgAABAgQIECBAYKSAsDpybC5NoFZAWK31tBsBAgQIECBAgAABAgQIECCwX0BY3T9jLyQQCgirIZEFBAgQIECAAAECBAgQIECAAIFDQFj1IQgQ+IRVn4AAAQIECBAgQIAAAQIECBAgkBMQVnNeVhNYKSCsrhyrRxEgQIAAAQIECBAgQIAAAQKNAsJqI66tCUwREFanTMo9CRAgQIAAAQIECBAgQIAAgVcEhNVXJuEeBC4KCKsX8R1NgAABAgQIECBAgAABAgQIjBQQVkeOzaUJ1AoIq7WediNAgAABAgQIECBAgAABAgT2Cwir+2fshQRCAWE1JLKAAAECBAgQIECAAAECBAgQIHAICKs+BAECn7DqExAgQIAAAQIECBAgQIAAAQIEcgLCas7LagIrBYTVlWP1KAIECBAgQIAAAQIECBAgQKBRQFhtxLU1gSkCwuqUSbknAQIECBAgQIAAAQIECBAg8IqAsPrKJNyDwEUBYfUivqMJECBAgAABAgQIECBAgACBkQLC6sixuTSBWgFhtdbTbgQIECBAgAABAgQIECBAgMB+AWF1/4y9kEAoIKyGRBYQIECAAAECBAgQIECAAAECBA4BYdWHIEDgE1Z9AgIECBAgQIAAAQIECBAgQIBATkBYzXlZTWClgLC6cqweRYAAAQIECBAgQIAAAQIECDQKCKuNuLYmMEVAWJ0yKfckQIAAAQIECBAgQIAAAQIEXhEQVl+ZhHsQuCggrF7EdzQBAgQIECBAgAABAgQIECAwUkBYHTk2lyZQKyCs1nrajQABAgQIECBAgAABAgQIENgvIKzun7EXEggFhNWQyAICBAgQIECAAAECBAgQIECAwCEgrPoQBAh8wqpPQIAAAQIECBAgQIAAAQIECBDICQirOS+rCawUEFZXjtWjCBAgQIAAAQIECBAgQIAAgUYBYbUR19YEpggIq1Mm5Z4ECBAgQIAAAQIECBAgQIDAKwLC6iuTcA8CFwWE1Yv4jiZAgAABAgQIECBAgAABAgRGCgirI8fm0gRqBYTVWk+7ESBAgAABAgQIECBAgAABAvsFhNX9M/ZCAqGAsBoSWUCAAAECBAgQIECAAAECBAgQOASEVR+CAIFPWPUJCBAgQIAAAQIECBAgQIAAAQI5AWE152U1gZUCwurKsXoUAQIECBAgQIAAAQIECBAg0CggrDbi2prAFAFhdcqk3JMAAQIECBAgQIAAAQIECBB4RUBYfWUS7kHgooCwehHf0QQIECBAgAABAgQIECBAgMBIAWF15NhcmkCtgLBa62k3AgQIECBAgAABAgQIECBAYL+AsLp/xl5IIBQQVkMiCwgQIECAAAECBAgQIECAAAECh4Cw6kMQIPAJqz4BAQIECBAgQIAAAQIECBAgQCAnIKzmvKwmsFJAWF05Vo8iQIAAAQIECBAgQIAAAQIEGgWE1UZcWxOYIiCsTpmUexIgQIAAAQIECBAgQIAAAQKvCAirr0zCPQhcFBBWL+I7mgABAgQIECBAgAABAgQIEBgpIKyOHJtLE6gVEFZrPe1GgAABAgQIECBAgAABAgQI7BcQVvfP2AsJhALCakhkAQECBAgQIECAAAECBAgQIEDgEBBWfQgCBD5h1ScgQIAAAQIECBAgQIAAAQIECOQEhNWcl9UEVgoIqyvH6lEECBAgQIAAAQIECBAgQIBAo4Cw2ohrawJTBITVKZNyTwIECBAgQIAAAQIECBAgQOAVAWH1lUm4B4GLAsLqRXxHEyBAgAABAgQIECBAgAABAiMFhNWRY3NpArUCwmqtp90IECBAgAABAgQIECBAgACB/QLC6v4ZeyGBUEBYDYksIECAAAECBAgQIECAAAECBAgcAsKqD0GAwCes+gQECBAgQIAAAQIECBAgQIAAgZyAsJrzsprASgFhdeVYPYoAAQIECBAgQIAAAQIECBBoFBBWG3FtTWCKgLA6ZVLuSYAAAQIECBAgQIAAAQIECLwiIKy+Mgn3IHBRQFi9iO9oAgQIECBAgAABAgQIECBAYKSAsDpybC5NoFZAWK31tBsBAgQIECBAgAABAgQIECCwX0BY3T9jLyQQCgirIZEFBAgQIECAAAECBAgQIECAAIFDQFj1IQgQ+IRVn4AAAQIECBAgQIAAAQIECBAgkBMQVnNeVhNYKSCsrhyrRxEgQIAAAQIECBAgQIAAAQKNAsJqI66tCUwREFanTMo9CRAgQIAAAQIECBAgQIAAgVcEhNVXJuEeBC4KCKsX8R1NgAABAgQIECBAgAABAgQIjBQQVkeOzaUJ1AoIq7WediNAgAABAgQIECBAgAABAgT2Cwir+2fshQRCAWE1JLKAAAECBAgQIECAAAECBAgQIHAICKs+BAECn7DqExAgQIAAAQIECBAgQIAAAQIEcgLCas7LagIrBYTVlWP1KAIECBAgQIAAAQIECBAgQKBRQFhtxLU1gSkCwuqUSbknAQIECBAgQIAAAQIECBAg8IqAsPrKJNyDwEUBYfUivqMJECBAgAABAgQIECBAgACBkQLC6sixuTSBWgFhtdbTbgQIECBAgAABAgQIECBAgMB+AWF1/4y9kEAoIKyGRBYQIECAAAECBAgQIECAAAECBA4BYdWHIEDgE1Z9AgIECBAgQIAAAQIECBAgQIBATkBYzXlZTWClgLC6cqweRYAAAQIECBAgQIAAAQIECDQKCKuNuLYmMEVAWJ0yKfckQIAAAQIECBAgQIAAAQIEXhH4N6z+AGFzizR7VOpB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2168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80" y="1816033"/>
            <a:ext cx="8296970" cy="41120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El reporte puede imprimirse, exportado en documento Excel y CSV presionando los los botones correspondientes.</a:t>
            </a:r>
            <a:endParaRPr lang="es-CO" sz="1600" dirty="0"/>
          </a:p>
        </p:txBody>
      </p:sp>
      <p:sp>
        <p:nvSpPr>
          <p:cNvPr id="9" name="7 Rectángulo"/>
          <p:cNvSpPr/>
          <p:nvPr/>
        </p:nvSpPr>
        <p:spPr>
          <a:xfrm>
            <a:off x="7752168" y="188270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21080" y="3509010"/>
            <a:ext cx="2184744" cy="35351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" name="AutoShape 4" descr="data:image/png;base64,iVBORw0KGgoAAAANSUhEUgAABVYAAAKlCAYAAAAgmLcrAAAgAElEQVR4XuydCbhUxbW2FziAiIoTggODGoygOCFGmbwkihiVKKIJggOi1+uEerlqgphEJA6XoGjMNQ4QFf0dQIMaEY1EQTRRnHCEaBhMBFERFRUnzv981b12166uPXX3Gbr59vPwAN21q1a9tftweM+qVc3q6urqhBcJkAAJkAAJkAAJkAAJkAAJkAAJkAAJkAAJkAAJkEBqAs0oVlOzYkMSIAESIAESIAESIAESIAESIAESIAESIAESIAESMAQoVvkgkAAJkAAJkAAJkAAJkAAJkAAJkAAJkAAJkAAJkEBGAhSrGYGxOQmQAAmQAAmQAAmQAAmQAAmQAAmQAAmQAAmQAAlQrPIZIAESIAESIAESIAESIAESIAESIAESIAESIAESIIGMBChWMwJjcxIgARIgARIgARIgARIgARIgARIggdojcP/998sxxxxTexPjjEiABOqNAMVqvaFlxyRAAiRAAiRAAiRAAiRAAiRAAiRAAtVCgGK1WlaKcZJA0yFAsdp01oKRkAAJkAAJkMB6S+DZZ5+VnXbaSXbcccf1lgEnTgIkQAIkQAIk0LgEKFYblz9HJ4FqJECxWo2rxphJgARIoB4I3HzzzXLaaafVQ8/skgTiCdx3331y4403ygMPPCCbb745cZEACZAACZAACZBAoxCgWG0U7ByUBKqaAMVqVS8fgycBEiCByhGgWK0cS/aUjcCsWbPkwAMPpFTNho2tSYAESIAESIAEKkygscXqN998I19//bV8++235td3330n69atk7q6OjPTZs2aSfPmzWWDDTYwvzbaaCPZeOONze+8SIAEGocAxWrjcOeoJEACJNDkCGQVq9i6fckll8jLL79s5jJo0CC59tprAzk2ePBgmT59unnv008/lYkTJ8odd9whq1evls6dO8tFF10kQ4YMEWQr3n333V4eP/3pT6Vbt24yduxY7/vo/4033jDvDxw4UEaOHBlqd8EFF8jSpUuDOPRNxIJ+BwwY4O1X+7Tf7NWrl+lfMyqj4t5zzz3lV7/6VVG/eO24446Trl27mjmDH+KwL7sN/vzqq68W9aNM8Qbuv+uuu2Tx4sWG6dChQwVz1svXB+JDG50H1qljx45Fsdxyyy0yc+ZMGTdunIk5DTvl9uSTT0qbNm1k+PDhIRb2/NAf2k+YMEFmzJgRPEOjR48OxtP+pkyZEpKu4IcLzw8vEiABEiABEiABEqgUgcYQqxCpa9euNb8gUku5IFlbtmxpfkG08iIBEmg4AhSrDceaI5EACZBAkyaQRaxClPbv31+uv/56k2mo4hQiUMXf1ltvLR999JGZMwTgv/71LyPZIPQgFc855xxzP+pqvvvuu6adK8z0PQjcyy+/vIgfxkZfw4YNky233FLmz58ftMF4/fr1MyJX48CbiPXoo4827Z544gnvmqg0tscEH0ha3a6uc3Ll3hZbbBESkToABCakIWLGvePHj5errroqJIPtNvgzZDEEsH3hflxgOXfuXLnttttMXVLM96STTpI+ffoEMtPXB+bxySefhNYJEvSpp54K1Tft0aOHfPzxxzJ16lQTcxI7SNATTzzRzAvCWuP58Y9/HMhee366Pj//+c8DBpC5V1xxRRAL1uGII44w0n7y5MkBBhXStkRu0h8uBkcCJEACTZTAgut6yIjbRXpdOksmHbV1yVF+9OAoGXCZyNhHJsmgtiV3U9EbGzqmhh5PXr5WeoycKsNumS/n7V1RdOt1Zw0pVr/88kv54osvTIaqeyEzNc2lmax2W4jVVq1aySabbJKmC7YhARIokwDFapkAeTsJkAAJ1AqBLGIVwguZhnb2JDhAeKnsssWqLdSUF/rApdJO78fvtjCLGsvuB7FAet5+++2B1ISkg+yDeLTFKl6H/ES/yEC1szHdPt35jRgxwshOyNSscs8VqxCLc+bMkT/96U+B0HTFqopY9xnDvT/5yU9k9uzZoUxOSON99tknEJM+7ujLXhv8GUIWHDTjVyUpMlntGOLY2Ww0XsR56aWXBlLUjgdrbI+p96iwxu+69pDjF154YZBhnJV9rXxGOQ8SIIGmSUDlZHx0vbJJx5UzZNTh40TKFJ7hmD6SGecOkHG7Tpb553YXKXUMz30NLhVTPAr1GlMaBqXyTTE306SpiNWmEkdabgntGkKsfvXVV7JmzZpEoQppil92OQAIV2SnohwAfukVJVhbt24tLVq0qBAdEXyuLpNLQz+I8b1WsQHzHTXEGP6YF8i1PWZL//nnSfdKT6oC/WXn0rTnUwEkjdIFxWqjYOegJEACJND0CGQRqyrwkEmI7ERffUw3YxVb1s844ww56KCDvDITRHzCLK1YxRZ3ZG6qHIToO/744832eFusIhMTQhL9oranux0fcUSNifb33HOPEYVZ5Z4rVjEOsnefeeYZr3iMkqK4T6WxL3ZbWPr6wL04KEqze7FOWBudl/YPKYoMZFusxrHbZZdd5KWXXoqtk2rHg/ZulizG1kzWd955J1gHlCNANqyK5Kzsm96njRGRAAnUEoGcWM0oTpMA1IuUC4tVE7fkJWtSPPb79RJblgCaQNs0DNK0aQJTKTsEitVMCPE99Oeffx66x5edivqqy5cvl/fff99ktaL2Ki7IVGSkbrPNNtKpUyevNHUlK7JXkVRQiauxxGolYi+tj6YtIrOL1dIo8K54AhSrfEKaPIEJj/9eXl+xKHWcvzj0bPnedrtGtv/H+2/Lbx77Xer+urXrIqMPOTN1ezYkgWolkEWsYo5aHxNyDBmFkKx2fUxbrKI9ZNif//xnU5PVVw9U2+B3N2MV28Hd6+CDDzYZsypBId9QXgDb+1X8Qs7ZcaAtyg2omFNR6J5EHyVW7dd1O78b15gxY0Lx6/s+sYp54vXTTz/dCGo3YxW1Su3r4YcfDkoJuJy0nS0d0Z/bB7jZdVOVjy1Gf/jDH5oyDahdq2I1iZ273r7PgT2/uPb6nssb64oSCBSr1fpVhnGTQG0SqE6xuoN8tHJr2bqUbfvrizCMe1zTMEjTphY+EhSrqVYRYhSlmFSQ4iYVqvo7MlORDAChil9o68tE1XtxYBVKRiGxQPvQ9u59G264oal/X+4hV8liFSJyhEw1VIbJZGR64rNwucil1w2SXMERW1ba7UXkRPywR+TacxdL513Hybi3x8qs6waJBJmy/7b6F5GDcu+jX3wtvrVTcVmTXPb6vPw65X4I1vtvo+QO6S+LLxsnuXfysUouKzdof+IwGXa7SP9HOsutd4v0f3tcPut/h9wOgGd0+SPuF88P3cDj7sXS+fapeU5SKOmR/7oRRKu7FvKfMzOaYdQ9yFo30d8ySzpP9sRjxrLjliadgZvqw9QEG1GsNsFFYUhhAqfccZ5AbqaRq2022UyG9zxW9u2wVyTGF5e9Inc8N01Wf/lZImodd8rwaxPbsgEJVDuBrGLVni8k67333msOp9KsxShxBjmGzE9kTdr1N9FfORmrkKwQpdhaDyGnh0PZcUBkYvs9trjjguS98soriw5BistYvemmm4zQzSr3osSqva3/lFNOCURmXMZq3Nhax1alrYpR3d5vl0sAA+WD9sg8xi+UGUBGq7t1P45dpcQqng+Id/zHwl0HCF/UvdUyEqyxWu1fdRg/CdQGgcxi1fmPMyjYNU7DEiD8H/6ckFBpkedniQWbaLhEAf7TP1wW26UAtC/9TzpuLjG2HTw1Vovm4Y0zxXwSYop6itxSAIaHkTSd5Y4Qw4IQMX1VgAGkTUHkFNZQghhUMOWjz4/Z2a6XaosU08yJM0Jo+iSSXfc2937nwvMQiCFf1nU+yzlokz4OLVUQrI/9nJkXPWtf1Kbhv0bURykAHEqFJASVna5QxSwhUV944QX58MMPTbsooeoSQQYrhGnbtm1l5513FghUXD7BinHRFgdclXoliVVbbgZZ8T9dHC1WV34kH7XdOi9c8bxdJnLJqbL48BEi1udBxz11yQBLnuaez9k/iq8R/dHKj2Trtvka0vjczOkvszrdmv8c5Lb4h2I9fLGcmt/6H3xeIFYPny3983Wkzet/6R+SuroDwDeeEaF6mc97oa/cZ0XyEtrmoQK6v8zucat0NmPnPjfKRrlcKpfJgCWn5oRr0XyssUJSu9SngPe5BChW+Uw0eQIQq7juXFo4lCYq6BM69pBz+p2SKFavf2pK6v4wFsVqk39MGGAFCGQRqxB7mj1oDx2VkQjphpPr7cxQn7wsV6xCKuKn9thejzIAyAJV4adZrDiMSS9ITQhe9xCrKLFqb7OvlFhFLOjrtddeM5kMKkLjxKpKUvuwLp0T5LLKU7cPCO2rr746OIAL9ygfLXOAUg160Jjej2wI1G6NY6elF8DcviBD9YAtOx5fTVbch4zimTNnmvII7jrooWfIYMazRLFagQ8+uyABEiibQCax6pNhvsxGb7ZjXkSF5JOKr7B0y8Vkv4Z7b5XFB82TeVpj1RWrZcTmlZih8gj52ENyNcV80sbkWUW/WO0lvZ7pHEgTEYdf2vFKrLFakLvxYlXlaOFgKs86e2J1n8XifjQbT6TXQSL9LykcNlb8HOfHlEJGYCBs7LX1xFFc39ZZ69TPd9kfz8wdVFqs4oAqSFW9bKmqf0bNVXxPhx8qpxWq7sQgWNu3by/77rtvUfYq2tr9Qq6WerBVklgNfjBhf9ZjM1bzMwl+oAHBD7Earmtqi9XZfQsHtmXZCh/8sOnEyUashmrF5oXr/CgJDLFqZd0W/wDMyiTNT8ker0isRmbw5m8OfrCS+zqe++HVvKKDBm2xmmk+TbRmbOYPbBO5gWK1iSwEw4gmALHaYcv2smDFP+TPK97yNjyozQ7SeYv25r00YvWCB38jz6z+t+zScnN5Z+2nRX2iP7yv/aYVqygz8NlX4Zo5mj1rv7dZi00jyxXY7dpvvp20b9MuiG/N2jWyaOU7wd+7tN1FWrdsXRT/8tUrZPmn74deL6Vt2vF889bB4+bqi3PRirfNnLffYrvYkg725NDPU4vmyadr15iXd2u3q/Tr0ivyoXLnhYZRfHxtP1u7RhaueFt6dModwRqXIR0VBJj9deE8Ob3vSak//si2dq/5S16W7cGrTbvIOaQdIItY1TqYDz30UFAvFbLvyCOP9GasqgCza4LiNcgxyFC9yhWriAHlAJYsWSIoA4BLxSFqi6owtJnotnf7ECufWNUT6zUjt5JiFfEgDsQNeYms0TixivZ4H5m3LlMc4qWHbvn6gNDcY489vIeMoRwA6nWhDAB46P2vv/56IjuVtipRESNimzdvnjceMB42bJj4niFl4FsHPC/IjD7rrLMoVtN+uNmOBEigXglkEatRYq1IhPrEk/mP9uLiQ7BcsRW1NVv/ox6I2bDsKie2kEiTiIO3vHHGz6f/HM0yDYvIYnFcvMR+2WttudVbrLhSj1evYtUnnAuZtMGBZi5Pr6wslqMqhOwsaYPCvd+XRetrV/S85eJf7By8Zq9HLqMXWbPhA4GKhWy9fnS9nVdSrCJT9eOPPw7G8UlVvPaPf/xD3nzzTVm3bl1ZE8YhVX369JFNN93U9GNnvrrCdssttywpczVRrOoMVJTi601MxqrJ4r5dt/T3lqeDjNUKiVUrA938oEIKGauZRKRPrFoZosHCRYyXTqzmdxUgQ1xLIjgHZ7k/LKFYLesjU7GbKVYrhpId1RcBlXbjHrte3lr9nleEQpD+76GjUsklFWUzFjwqyz5e7s1c/XG770ubFq3l5AOGZBJ8Dy+YJRPmTA6k7fk9jw/EGd679bn7zBwQ6xHdw1ldyg/t/uexSWaeELsPj7w1kKcQiFf/5Qa54a2/ym8OGCon7H9MSLxqH1ruAO1wJbUFW5XWP9/7SDmj90mmX4x349O3yRUvPyRnff8/5MIfneUdT+eGPrAWP9iuixl38SfLjfCOEtOI084eRsbx6q/WBLH8ru9pieIRYx/z4DjBmg3s0keeXfqSWdPbDz1fftpzsPextDmiQdzcbAZoq88G/vy39xeZdcKcbzxqTKzMdQM5f9pYs45/O/GG1GL2pjm3yTXP3RM8G/rDBHDGDwJ0rUutCZxFrGIsZBZefPHFRsThJ9/utnp7aziyRbHNHW323ntvgfyDFJwyZUooizVKrPpqrCIG1BzFNWHChEDeIWOzb9++gXDUOOxMTns9fAdBQei5Y7o1ZKNqrKJv+7AsHSuqFIC+DymMb4a1jmqSWFWmytLH1NeHZu7qwVG+UgmaCav3Q1a7JQQQt8tOmaCOK+LBQQkqadHejUefITwTuNxnyCdWEX///v3NoWTMWK2vf3nZLwmQQBYC4S33EXfmZaa2LWQiRrTPUp/TEVvRcsoVdh6xertHPLohJkjFnDSTYgGcFqorOtPE5OnbL1ad7fS4zxKIRqymGa8+xSrEz8iphZqLUdxSrrvLIen5cIVo0fDu3NOKfes+s23Zk32X9hGpz3aVEqvY2m9noLpSVf+OQ6rww2m79mqp80PWKjJWd9ppp0Cq2iUBbLmK8fE9YNaaq+4WeM36zm3HF7M1f/GIfEYpno3JnWXWJSKX+bbXzz9PjFjVQ/SCLfLxGauFOqopSgE42+51y39sxqoVa7BN3ydWnVIAJpN2+/A2f+8hgZGlAHJiNShtoCUCTBmCQnkCu9xCqlIASdmxpT5wvC8gQLHKh6FqCEAqnT3n5sh4v77k6UxzcaWefXOakgJRg2mc6MMVingP4i8pAxZZulr6ANLvmmPHBcNB9HX83bGSNF/M7we3n2XuS2qrfaKtKyRV9D5/9r3e7FgNzDdvxACB/esjLopcG1+cKh19DO2OIMm3mnCYEdBPnn1P8BbuT1NrV/mkkZsbX97b9G+3xfhjH77KCFLI1dkjJ3vFszt5m7e7vkkPsT4brnS++7npcuJj15jb7z9qbKS4j+s/q1jVvrTeJbaLu4dAueMhY/Tdd981ws3OEE2aN9+PJqBM8U00yiA09gXxiQzXLGuszxAydXmRAAmQQLURyJKx6qvfWVQ7EwBixGqUyFVZG53Nmc9ejCoF4KktmjY2W9Z1vtstQxC/orHzMZJCD5fRfjxy1DOEvxRAeFu7uc3OzEw7Xj2K1eHLUoppR2hGrrtXwBZni2rNU3+mqR6lUwAdZLx6+y9ur3fm7nMOIDJv+mq8NvxXg0qJVdRKVVnqk6r62gcffGBKWJWbrQpS6BN1Vvfaa69IsWrLVdRj3XbbbTNC9tTdjazTXFjT0NZ5PRDKZCxbtXYPGitjzYFVp8jgZ76RH1sZzYVM2fIOrxp26VhzYFW7U3rJip0ulUlHhWuvIrPUG6sjVgtlRPL4LAb2/TqeqZ9svr4sllNNX4uls0yVqfn6xcEP2+yvwyeOlbH5w7JyNWHznyu7zELw+Ys5vIpiNeMznr05xWp2ZryjkQisb2JVsyGB25VokHxJsjSLWMUYKjNdSamHhyVlQcYJ5bhHxhen9pUkHfVeZJE+MPKWYBi87pZR8MXgk6VRsUa1VbnrW6eovuzMU7RZeva0VEIWbaPEqv2eyyPtR7ZUsZq2f7YjARIgARIggVokkEmsWgCKavS5NQkPHyfBtm/cFzrMyJJQzpbtksVqGbGVJFZTzkfDiuXlebBKEqu5DRTmyro+RZmgHvmapsZqkxGrjmgvZFk7W/1TZs5GfvZDzwFapRPn9fW1pBJiFT9k/vzzXHm4KKmqry9ZslhefvmVionVDh06mMNccUHWajmAqMzVVq1amR+G82pAAkU1ZxtwbA5VLwQoVusFKzutDwLrm1g9sOM+8ubKt002JC47C7E+xCpqlB5yby6zVLMyNbMyjfjzidVS4oSoPOKWU83W9qRMUpSJ6HbzySZmZLeCGeqeRtVLdZ/LSohV9KmyMynDVsc/+HfHy68PPVfOeHC82daPUg1J4lrvjROr9mckSbz7PqMUq/XxlYt9kgAJkAAJ1DqBUsWqzcWtm1ecseo/SMj04YjVpK3eUyNqrEatU3JshQORxj4ySSJLAYQEXPr5+OIqisnTqFyxmm19wgwGtfVnHUeKVZtNVCmAhC34UevuLwWQnLEaLejjxar+ACCx3IVvYfMciuq/NuAXkXLFKg6iWrVqlYk4Tqo2b97MSM9Fi/5hdvpUKmMVpbb2379HXqgWy1VbsCrWrbbaSlCflVcDEaBYbSDQDTcMxWrDseZIZRJYH8Xq0J6DZfjU80zNUWw1f3D4deZAp1KEZRr8EH4Qmqiziu37YA65a5ciiOonan2SBJ+dsQrBeOsruZqZabfVH33LSO+hZmm2wzeGWIXAhlB9c/QjMuHx38sv/n6XWdukUgvKnWI1zZPMNiRAAiRAAiTQcATSi9WIQ4k8crRYrEbfm0Z8Ghr2YTLndhfd+p0TrWIOHCpIV4ufe4hR0jb4/OFVZuurlQEaFnVp5jNZZGTKmCoiVjOMl8QgTqzeXpyRGa69m3z4kxG3ZR1elSRWc7Uyx4mndIIrPyPimGdvD8f6BIevXSpyeUTf+W3hiXVe6/HjXa5YRV3Vr7/+OhCrkKvuL0hVvFZXJ+bgqldffbUiYhU1VnfbbTfZc889pa5Os1X9ctUuCYA6q9tss009UmXXJFDbBChWa3t9q252qOf5xKKnZcnq5eaQJ1uulSpWkQH5v3+5wZwYbwvCpl5jFdmXODEeWZlH3XFucEgSmFS6xqo+KHadzlWjHzWZo8is7NelV+Kz5Gas6hb5LGL19dP+GGSgxh0+5QYDWblwxdvBwVV4H7IS8jLuqrRYTZN5ipILuFAD9r3VK8zBW7jSiGC0SyNW3XIOiYuXb7C+ZazisKhPPvlEWNcz7RPCdiRAAiRAAj4C6cVqYXt5OJvPl71ZLNd849jb1e0sv+K26O9WWXzQPJkXUWPVnwWaLrbEg6I8mYhp5qOHHCXzKl6ZUjJWc9vw5zkHR5XGwFuz1MMhVI8xL6OjygqEZKUrNKHKzQnrxXUtbX65vpPE6tZBKYQQe3vbvorTFHGEJX73QAq7manRWbIN97WnHLH65ZdfyurVq4ukKl6A9FTBCrEqkpOr77zzjrz00ksVE6s4vGqXXXbJZ6zm5Oq6dXVBSQDNjNUSAUoWB9FusskmDQeaI5FADRGgWK2hxaz2qWDb+Z3P3y///mS59zCgUsSqLSXBB7VKsVV83w57SbWIVcRtZ3WifiYyWLMIy6S2+uzY9UKxrR2nzduHQsU9Y1GHV4F13OXWWNV+0hwGhXifXDQvdFCTXR4gad6VEKs2s6TSBVpaAWz1AmNkCaeVoWlqrGrGcdavCeuTWMWBTyjsf9VVV8nIkSOzomJ7EiABEiABEggIRB2+5CIKBFVRTUkRcbP7AkmGXjTDsfjQmJyYymcXPiMhIRiuEZqTbeZgKT2BWw+NsccuMbYdjKwTM4bJpvTUKC3eGp5yPvmt8SGeHl4u71LEqsmwrSCDwrNhZam6/aO2rjk1fZyEsnyddkXb4z1Cs5h78YFQacUq+ip6tvPc9XUTU4c7pMfIqY6M9tSoddfMd1iaXWe4kb7GlCNWNVs1qgQA5KpKVfwZ1/Lly+Xpp5+uiFjdYIMNpHfv3rL99ttb9VULctWuuYqxbbm68cYby9Zb5w9yaiT2HJYEqpUAxWq1rlyNxA3R9NCCWXLXgkcCudSv076yf4e95eAuvUKn0GcVq+j7zGmXyMdrPzN966V1MOtbrPq2d0OKaSZq3BL62iGbV7MbcW+SNMx6eJXG88uHr5IrXn7I/NU9NCsu5qjDqzCXXxx6tilh4LvcOO0aq0k1S3UNpwy/Nuha5WWSqLQFbJIQRedRElZ5JR20hT7AaOaiuaGDtux1TRNHlFjVfrKUFXDXY30SqxMnThTIVfzOiwRIgARIgARIgARIgARAoFSxiu3/EKu4/Nv/kbGK9yBXC9mrn332mcycOVO+++67shcAYrV///7Stm1bI1YLIhV/zmWtugda2SUBIFYhWHmRAAlkI0Cxmo0XW1eIAOTXjU/fZgQehNQPu/SW/TrsFXsyeilidbOWrYODkDAODoKCeDqs035mK/b1T02RO5fOL5oVhN45/U4xma1ZLxV7uA9yb2j3w00XEGpueQNf3yqEu7f7nvzPj84KyWVbesaJVcjJu56bLmfPudkM8fhxV6Xazo+2tnBMc2iVzkHrhSKjduyh58hna9eY7fnXPHdP5JZ8N04Vi/ZBWnFyV6Us2hzZfYAJ5eq/3GDWOW7OGBci8sTHrjH3oOzAEd0HhFjba2OvKdp2aber2cY//ZWZ5vnBszXuiIsi71eup903RvCDA9Sv1cvuG8/d9UMuj+1Ha8oiK3VQ98MM59mLnjafJTxvNw8ZHymxk57lcsTqs88+a04U7dq1a+ww2H7/6KOPmjY77bSTDBgwQDbffPPIe+L6hRh99913i+7t1q2bt0/0FXfpfdpv3Hy0L70Hp7/i4AHf2Hhv1qxZQayHHXZYLCeXEUoV7LjjjknLF/m+xgbevn60JILbga9EQils0C942ePHlWFwWcaxBVdwxwX2iFmfp6jnw56nxhTFIOmZ1jHcdU961hADYnXn5nJy1ySKRaWfmZIfNt5IAiRAAiRAAlVOoFSxin+jP//8c++BVZqpmhOuObGqchWi8957762IWEWfffr0Md9zQZhC1hZkakGu2oIVy6VytVWrVub7eV4kQALZCFCsZuPF1hUgoNvzITcv/NFZsTLVHi6rWMW9KgkhrAbs1seINIhVnMQOiVcfYhXjQvjd8dw0eXTJC2YsXJBvZ/Y5KVF6QVC+vmKRuWfwXgND29zxGt5/eOFTsVv0IQ0h/ewrLmvUXVYI3M1abJb6pHpw/s1jv4t8OuyMUrtRXJyIYdnHy03zqNhV0N/71lMBZ4jd8/qeEiuSffHG8bHXxI6/W7su0n+3XqkEPDJN9bLX1X4d76PP0Yec6WXp44WGHbZsb7K8IS7ZPfQAACAASURBVIfLuUoVq5BbQ4cONUMvXrzYKzXxzeYpp5wiTz75pOy9996COk4vv/yyuefKK6+UIUOGFIWe1C+yTcePH++d8sEHHyxTpkwJxZK0venhhx82ssvu1zcfOy69B0LsiCOOEP27BnXffffJxRdfbP6KeaPuFubti8/HaOnSpYbpOeecI7/61a9KWl7cd/3115vxn3jiiaI+Bg8ebNbFd7njlsIG/YL9mDFj5IILLsh9bcuPeddddxm5bl8uSx9biMQTTzzRsAFLXPo8PfTQQ0Zcxz0fOp7GFMcAz+rUqVO9tXh/+MMfmnFdTknPGsZHVos7N/SHy7dOeF3XUp/L+npmSnrQeBMJkAAJkAAJ1ACBUsXqypUrjcgsPqgql52aO7BK/1wQqx9++KE89thjFSkFgHGQrYrvJ3KHY+UyVHNZqslZq8h4xf28SIAEshGgWM3Gi60rQEBPnsdhPeY/kIuelpdWLDLb9e3sRN0SrjU+IdGWf/p+ZAS+7FLIOUi3G48aY05i/99DR8mtz90nbVq0lt8cebG8sOwVk3mI682Vb8vmLVvLDpu3k+3btEvMoK0ACnZBAk2KQKliFbIMwvCpp57ySlLIn6OPPtrM9bbbbguyJvE6RBFemzt3blEWZ1K/Ks5025XChPiEMMNP3B944IFArrpyLwq+9guh5pO+iGvGjBlmznFiFVL1jDPOKKrjCpk2bNgw6devn0yePDkIA98EL1mypEji3XLLLXLRRReVLFd79Oghffv2NZxfeeWVoqxVSEVc06dPD2LB2iB74oorrpBBgwYFJRNKYYNOo8QqGOPABjtrOY1YRcyQzrNnzw7uVckI0YmDINzLN09tE/UeMlJPOukksy5un1qnF+/PmTNH5s8v3v2A/qOku+89fWZ864T2upZawqK+npkm9YWJwZAACZAACZBAAxIoRax+8803AkHq1lbVrFRbqkJe6uuYFr4PevPNNysiVtEf+sYPrfG9ly1Wk+SqIt5mm21ko402akDiHIoEqp8AxWr1r2HVzWD3CYcH2YUIHhmGx3cfKJ+uXWNOddfsRpxQjwvbrmcseDQQnsjKQ8Yhrt/PvU2uOXacyRBtv/l2oexXe5s4arhiCza2Tv/g9rNMtqotYnWLfVJNz6qDnSJgZAKD+9/eXyQPDr8uMaM2RZc110QzVsHo+bPvjd2qX82TL0WsQmZ17txZbrzxRiOQIITcbDsVgz5ZhPv32WcfGT58eCgjM02/UWIVa4CMRmyFsrMks4pVCDPIU1t+om+ctArZCFEZJ1a1na+Oq8aumYcq1HyCGWNq+yjhFvXcaXYt7vvJT35ismrdzNc44ahr52bzZmGD2HxiFWL0448/LhLMacRq1Fri3gkTJsi4ceOKRH0pYhWxK0M3Gxkc8dqf/vQncxCaL/sW92cRq1GfB18c9fXMVPPXMMZOAiRAAiRAAuUSKEWsfvHFF/LJJ594xapdBqB585xUtcUqfiCMskYQn5W40DcOsOrQoYPpTjNWk8SqlgPAD7s33XTTSoTCPkhgvSFAsbreLHXTmSiE5/wlLxdlheo2Z2zJvvChK83J91oX1Y4e8hN1LbGl//tttjftdHu/1h1Ftuv+vzvOvN+pTXtZ/eVnRtgiW7bzFu3N1vLWLVobEatSFYJ3YJc+Jq60W6q1Viek8NCeg6tOuOmBR+XW5mw6T1flI9ESFHg+fn/s5alLV1Q+kvrvsRSxCvGGrEZk86nMdOUgsuqQmWhnRCbNJk2/cWIV/Y8YMcJkNarozSpWIcpQ4sAuB6Bz1PeixGqUjIuad5z0wz0qmm1RnMRQGeB3yGGbqX1v0tgQxCq+lXkWNhjLJ1bx+sCBA002ri0l04hVZG7igtRMW3+2VLEaJTDB5ec//7mMHDnSPGvK2V2XLGIV9yIj2pcB676etG6lPjNpniu2IQESIAESIIFaJVCKWIVUhVz1lQHIZauiFEAhUxVZq5rdiu8tX3zxxYqKVexUglh1M1bj5CrWE+1ZZ7VWn2zOqz4JUKzWJ132nZoAMlAhUz9e+5kpCYDrNwcMlVtfeVh+sF2XQKTqn3FwDw7rQRvUG92y5WbSq+O+QW1KPTn99dP+KH9dOM9ITz2syBWzOFDql31Plf067iUvLH3FjP3TnrmtsSg/8NCCWebPp/c9yfwOMazlA/7nsUnmICzUUkUfel/qiTdiQ611e9z3+xUdktWIYTWpofUQrbgDtJpUwGUGU4pYhTRFtp5mZUJ4uVmRaYWmHX6afpPEqvs+4kA9zl69ehWRQpF/rfNq3wd59vvf/z6oA4osxWXLlslpp50WqqnqyrOk2NwA0jBKEmlun3bWL+amW9fdzMqkfu33S2GDuKLEKmQ7+ke2BkpJQJKmEav4T8iRRx5pMopROxbZyaiP69ZrtZkkiVX0dfnll4cwIoMEPzjo1KlTKBPbzgRGzCpffTV5s4pVW97rfHQtr7rqKiNyfUx9H/+ktS3zSwZvJwESIAESIIGaI1CKWEVZqq+//jokVu3M1JxYLRxapX8GPJQbQlJCpTJWIW1xUKqWAogqB6CZrIhBx0bbjTfe2Nxb7vXRg6NkwF/6y6zrBkn5vZUbDe8ngfolQLFav3zZewIBZHz+719uMJIUWaeohXrIvReZTFXUXUV2Ka42m2xmTnqHSMXBTgd23MecNr9dy83MFn/UUdUt2no6PdrqIUCQoSfc+3PTFw6TUjGLMbH9HddRd5xrJO7iT5bLwyNvlbuem27GUHGKsXCp+NWpIZOxe7vvVZ2chFh975P3Yw95Wt8fYDD67KvPUx1OVQussopVFUD2FmmItxtuuCFUjzKNNLT5pe03SV76xCrKFnTs2LFoufbcc89gi7x9nx62ZItjZFhCptmHVTVFsaoZqnYNU4g21J61yxskybcosZqWDWDHiVUIX9SbhSCFaE0jVtGn1oGdOXNmcPhWVF1ctE8Sq74DvNAfyj5AqNt1YJGhiuwUzcLWLfyawWo/YFnFKu51a6n6aq+m+VwlrW0tfN3iHEiABEiABEigkgRKEas4uApyUrNQC7VVIVNzh1ZFiVWURcL30jj4qhIXxOixxx5r6qRClKpYRf+asZp7LXewlb6PsfHntAdYLbiuh4y43Yr4xMky/9zu+RcWyLU9Zkv/+eeJvlI0t5evlR5z+sv8c3eQGedeJnLJJBlUD+dmIc5bO82SSUeF9W7x64h5hEzNBzrslvly3t4iRfPE+/m5Gnl82bzcHcH8P5IZ5w6Qcc/ojIfJ5DyHUHspvJ5rmbtv8YjcuOYVu38RycUUjjMYJR9vJZ4h9pGdAMVqdma8o0IEUEP113NuFWRMQqwiK7BHp71NDVTNKoW0xFZ+HCqFNrcfer65Bxe2+SNL9d+fLDcSFodcaYYhtrZDjrZu2VpUtOIe9IsLp6hrxusZfU6U4VPPM+Ogn9F9R5gDrlBiAOPds2CmKREAyQrxOmC3PnLiY9eEDtpykWD7+MxFc00femmpAc18jTrhXU+M951Ef/2Qy2PLDZw/bawpe6CX74R5SGbUrH1qyYshSYz4wPOE/Y8p2u7unlx/8gFDvELWbadzcflAWP7msd/FPkmI3RcLbtISDLMWzjXZzHpBlEOED+95bJEM9fHEfSgL8b3tdi2KxZ2LNkBJiaS1Q1vfHH1jYc3wQ4OlZ0+LLDMQNZ4dNJ7pM3qfVFapgqxiFWINdUb1VHbEo6feo+aqZoDaW8nTfPlI22+SWIUMu+OOOwLJm0ZEIT67X2QmnnnmmaFSB8hKRCZjnFjV2qS+DEYfgzSMkMULKezWfI1iCjmHb9YhLPVCaQTEZNdqTZJv9rilsMHYcWIV72sGKDIyu3XrFss2ar7o4+qrrzbZr75atUliFf2qKNVDqyBWp0yZEpKqmvnrSnqMu+WWWxYdYlWKWHWfH9/a18czk+bzyTYkQAIkQAIkUMsEShGrK1bkDkP2lwJobl7X7f/24VWQrZCZDz74oPmerdysVfTdpUsX+cEPfhCSqnadVbscgIpVFbD4HbG2a9cuZonz4lDGWtmoOdm3+NJigRnZUSBWI9VreY8Z+h+Z06S97Li8rztSc+UMGXX4YjnVI4YXXDdKFv90kgwSu03h/uHLRsmAJacGkjnI3L1E5DK7T2v+tkBVoStuDObvs6X/I66AXiDXnrtYhjMzuLznpcy7KVbLBMjbsxOAFBv78FVm+/ydx11h6q1CWiLjdPknK6TbzSebjNUz++S23tvSC/cuWvmOOahqzVdrzHvYro8L9VIhqbRfHE6l9VPxPqQqpKiKWWSuQsDi0ixUiDlkpt48ZLwRf24tVy1P8L+Hjoqsw3r0LSONUIWoPLXnEFOzdfbCeaasAa43Rz9ifkfcmAsydPWCyO3XpZeZC8QcyhicPefm0PtR5Qa0Xqo2hqj+j916hfjZkhlZu/279JbNWrYO4gMTMHDnBxl7x3PTjADEpZm+rpBEu+ufmmK4PX7cVdKl7S5e0afreMGDvwnYI54dNm9nDtJSWYr1gTC3Ly1hoOt3Rs/jzAFnKM8w/ZWZwb3o79dHFNi6PNH3xKN+YWKEgHcvd854JlXYYu0g8SHYfWuH13SO4x67PpD0qN1rj4V+Ov7uWNOFnWHtxuKOB/7n9zzeNMPBbPr8+nhl+YRmFasQO5B27tZ6bDXv3r17IADdWqduTLq9XoVh2n6TxKoro0oRq7oFG3OCIEMZAMSZlFXp285tz1vF3YUXXmi2rycx8m0Fj1tbHR+HTLk1SMePHy/2lvI44eiOazNPywZxJolVtAEDlAO48sor5Ywzzog8GAzZm3fffbe3Zm9cXdEsYhXxaBaqZtIqb5WeqHfrril+0OBK3VLEql3GASUOfIdjVfqZyfK1gm1JgARIgARIoFYJlCJWly9fXlQGILf9PzpbVcsD4HckJuCH9jiz4JtvvikJLaTqHnvsYX5A3bJlyyAT1S0FkMuMLWSsunIVg7dvn9s16ruitvgXMkD/Hcr8lINUwIYzOYedOEymipOx+l5BhspBw2SYLJbOJpPVydIM+sxllPoyUjV2xHuZXFqUsRp+3c2wRayeLNqXr5VRy4abvtL1KyIQqJM7y6wRi2WAydDNi2SPWMZcZvfNZ6xCpF4ucmkgTBHjrdLZEauB6K2HbN+SHsT19CaK1fV04Rtr2lpLFePfMexaeXLRPDnmwXGx2Z+lxgqJaNdo/duJNxiJhjH367CXLP/0fSPjID4hd4/sPsC85hNtiHvq89MFh1Tt3nbXoN6qG5vKTYgv9/R4zTpExqN94UAtFWN6+Ja+D7mHDF694sSZ1pXVtqtGPxqSeHoIE96HwHUFrS0s0Qb1aW1xqtnA2j/EMdbQlZIYB3LUnadvHe2YsT6Q4bhsJvbrEIz9bxlhyjlEja8ZoOjHlZU2T4j2pBhtZr46qyrRo5ji9d0nHG6yaK85dlwRArt/3zPj3rDx5b3NS3bselAbmOCKy3xN+ixlEau+rcnav/ue/t09VR3tVV5huzWkXZZ+48SqZkDambOliFXECIGFzEUcKAThhxqXSWIV9yFjFBmmvkO7NHbNHNX+7Hjt9UIW74wZM8Te1h+3nlEHIOGeLIcgQXpff/31QYaryzwNG4yZRqzqs4D2+A9G0sFgPlZxAjqrWEUcdiat1jZ1t+nb6+B7rxSxquuE5wP1Y8Fi/vxCdj7er/Qzk/T1ge+TAAmQAAmQwPpAoJJidYMNkK3qLwNgZ7eCK4Tqo48+KigrUMrVtWtXOeCAA0zJATsD1c1W9WWsaqas/p4kVn2iUmMOi86cTJ39o1lyqVxmZXLmJeuuKB+gpQBOlcWHW+LQytDsfLctTwt9utv7fdxSC1D75iKpiTfD8tVIUBkmU2/PFw/Iy15xRa6K1bwgDbJTLTlss8skVus767eUB3E9vYdidT1d+Maatoo0yLJFK942GX/2tv24uCChkNmqAsluC8l29ZEXBxmsmgkKWeW2R9s2LVqbuq3YNm9vJdc+Ia7O6XdKKBwI1yNuOTU4KKv/br2Ktpur1PNJO4jLGQseC+q+aue2XIwSq2Ck8vX+o8YWZcuqMLTna/dlZ0Zi/g+MvMWL2hZ97hx8YyCL0xWGlRCrNhNb8NrS1Bau9mQgGreacFjwki0as4pVlKvQrFSfWLWzhH1c9f2oWG2BjIB9a2vPzSdW8b7NyxXqWT7rWcQqJBXk1xNPPFE0hC9rUA8oQjYiMjRRrxJi6JJLLjFF+/Xgoiz9quSDdLIvyDCUAFBZq+9B7iGDU0sUuIHjACtkd7ryELIXGZ72Fvo0YlXbII7Ro0cLvuEFG2Q8Imv0nHPOCeq6IhYtgYBMSEg8MEJm66WXXmqkqisSESeyGfHLvlRQDh8+PNS/tlFZqOJSmdsHN6EPtEMGpj1uKWwwbhqxinYaG/4cJVbxHrKR8dzYzxOydMEUr/sEdCliFWNpJi2e0XfffdeUKXAPAFO2Wn7CHr9UsaosUHJg6NCh5vlwr6zPTJavB2xLAiRAAiRAAusjgVLEqlsKIFdPNXdgVRqxCsn67bffyuzZs83uqFIu/CAWZQBwQazismuoIlMVr+d+XxdZYxX3xZUCiBKVGnMo6zJfJxQiFmI1JGSLaqxCrNp1WQtZoxCrgXC0+qy8WPWVOcjNzJ23qb36dqEcgvm7TJZZnW4tnicyVp2t+j6O2TJWI7JqS3l4eE/ZBChWy0bIDrIQUDFki0I3MzKqP1/dUm2L/vZp18XUSHUPl4qLz47DbgdJZtdH1fcgLvWCsHWFWVQGZlwMacQqhBsye3H5slbteqAqim2xmiQINT5XStqSTqUktvjb5Qtc4ViuWIWARjkIXG5mpgpTrIOWVPCxtQWsHV9WsWq394lVjI2MVJX37rOMOLT+rxunZgAje1jlbdJW/iixqjEk3Z/0WU0rVrXGpL2d3O0bMmrBggVBlh1EHaQcsh/tC/VZx40bZ6Rj1n5V8rljY+v2z372s+D0dH0/6YRTCE2IKlceqihGvyqS04hVjIt2kH2Qsnoh+/Wss87yijI9cArSWi+INYhY98T7qAxczfr11RkNvpbtsksgniEcfQc3QQgff/zxoXFLYYMx04pVtMWzA5EcJ1axJpCYEL9Rz5P7XJQqVu2SAMhARmzYque7tASDLaNLFavoHxmwbk1cd9wsz0zS1wC+TwIkQAKNQcA9oMXEEDoIJxdVcIiM5z3TIF87MahRmLsrty3Zusd7GE3RxHvJWGfLbdo4C10VH0ajMYaG82Sueceyb/LcY78dlxWHdkn9hxlqz8XSKakfvbOoP6vOZRB3wpwa6tksRazah1dFHVylNVb1ECstBYB54c+QoPPmzZOFCxeWNNX+/fvLzjvvbO61D63ylQLIvb9Ovvsud3iV/QvxtW0bva88qhSAisJTlwzwStAmL1bNM7m46HOfW4xiiekTyKitGiVWr911nMzXbf7oElmxd3eWScGBX7mvcakzVr1ZtSU9OrypAgQoVisAkV2kJ6BiCHf4annG9YTsvwlzJnvFqQpSCNHz+p4iC1e8HdQmhZTcbbtd5MKHrgxkqbaPEqt4vfMW7QWHL6FUAC6UC7APpIL0cw+TsjM+cY/2c2DHfWS3drtGHvjkk6G4X8UeJKmd3WhnNmo2KoTnH/9+X5CBa4tVWzSiHeq4Rl1R2/DtWNx52vGUKlZRE3WzFpsFtWhRQ3Roz8FBqYEsUtSOz661mqUPmz/+HCVW3bq1WtdV1yUqCxVrsmT1cpM9HMXcXSOfWNU6wlF1b9N/OkXSitUsffraQjTh0gzRcvurhvshjZHtiMvNMPXFD0GHU+fjGIEjfvkyGauBSSVihPRETbL17Xkq9ZmpBHP2QQIkQAKVI6A1F93TsbWeYvh1W4h6xV8msVosTqPnlS3OoB/n8Jlc/O642nf4dRWWfsHp51OI365H6Z9nbP8qPYtEZ7RY9cfpJ5qFQ+WetfQ9lSJWP/roI7OVX2VpQa4ia3UD7+FViAjtcOE+yM0XX3zR7LrJekHaHnbYYUFt1DixqqUB3KxVvWejjTYyPxBP/DyEDq8qbM+HWC3UPI0qBZD/QYk0lVIA/vqloc9yqN6pVTs1n4lqZ6x6D69CjVUrc9VXG7ZIrNqHXTmHVyVlDmd9hti+PAIUq+Xx490ZCejJ7KWcYA4pZh92ZA+tmaQ/2K6L4MR6iFXU+cR2f1x66BL+jLa/7HuqOcTKV1YAbXxb3NNM1a136d7jqwuaJmMVktTOOrUzOSHWnlryojnkKaqvLJm0UW1tsYp52QeD2VKvVLGqJRpUMusBTaf3zR1ilkWKRpU0yNKHO2aUWLXLLNh1UrV0hVtrF/260tWON+7Zs8UqZL2WxvBJ/jTPq9umocRqKbHxnmICEKr45R5ORVYkQAIkQAIkUA0EcnJPIjLEkjJNXRmbNWM1vVjNGqeyD2X2eaVv0NLUoRxniap4sRo113x/OtalY2XxZeNEPCe1p+0/dJq6ydrLGKf7IGbk0BjPcSliFT8M//LLLyPFqmap2r9rjVXMEX/GhR/EP/7442a7fpYLB7/27t1bIEVxlSNWN9lkE9liiy0Shy/K/A5EfNRBU0348CojLcfJvNCsra8REbVMQwwiDukSKXyt8rcvDOrNgr2sEJX9Awy3beKCsUG9EqBYrVe87LzSBLDlGZdPiNpy9W/vLypqo0LV3nbtKxsAwffW6vcEkhbySsVe2rlAriK79u/LXvaWJnAPVEorVl1pizIE7Tffzpwqr1mRacRqUh3PtGIV8Qyfel6QBaxS8a7nppd1eBWk48+mjgoykzXDNosUtUWlzTtLH1jvNKUA0M5mpgeDIQu1X6d9RTNY7efHla62nEW7qAOobLH6i0PPlqPuODeyDEHa59VuR7FaCrXGuwfZmqjDyosESIAESIAEqpFATjJ4BGl+Mu77wd9vERkxcqqEpV/9idWscepa2Blp8XJWt+YXJHNp4jM3ciHe4bLYEaEaW2L/KlGfsdenfLGalUNjPNeliNUvvvjC1NGPylhNI1a1HMCrr74qzz33XOqpb7bZZnLMMccEUhU3ZhGrWipA78H3lq1atUo9fiUbxmZsVnIg9kUCFSZAsVphoOyufglozUqfEIXY267lZvL+2s8C2QRJemrPIfLe6hVy14JHUtVfdcsEJG2dT5oxBOSNc2+XX/z9LtPUPRQqrVjFvW4mJjJ/NVsV70f1ZWeXRmVe6jzsmqF2OQE3YxXtIQT73zIixLtXx33l9RWLZMrwa5PQhOK169X6tvLbkjOpxqp9v4pOBFNfYlXrpWIMPD+/PvRcU4c2qn6we2iVCypqjdxSAFFZzIngIxpQrJZKjveRAAmQAAmQAAlkJaDZW0WCNKIjW3CKb1t9PZUCyBpnLvzw1uKgFmlUfVhnzkniM/r9cKZvlMhM6h/hFLeplFid562hm/X5qa/2pYhVlAFAOYByxCrms2bNGnn55ZflrbfeSj09SNDdd9/dHFyFP2tZAVuY6vZ/+3ctBeCKVZQB0MzX1EFUqqGTOZqlxESlQmA/JFAKAYrVUqjxnkYhAIl35/P3y8MLn4oVpJpxelin/WR4z2ODWGcvnCfzlr4oH6/9LPJ+zXqFoMVhWCghAFF2xG79ZP+Oe8XWJsVAyFTFdUT3AUWMVKaVI1Z9pQbsDNQosZp0er0GG3VwFN73iVW8bt+j/bhzjHpgorJjo2qkxh0UZY9x9C0jg0xaO/szSaziGcPVPl9X1xamSULalqV4ZrZsuZmpn+pe2ifWTev3os2iFW8Hh1hFiWNfjVV7rrZELuVDSrFaCjXeQwIkQAIkQAIkUBKBou238dvzQ5mjeq8tKutJrJpDZkLbhFOUEUAsoZPAne3RIhInjWLFp8YTeeiVVV7Bx8krTT0rmOdZEN/li9XgMDFruKYmz0oRq5jOBx98YA6gCh9Olb7GKu6dP3++vPbaa6afLBfG3GOPPWS//fYT1FvNkrGKsbQ9+tl2222zDM22JEACKOdRh08RLxJowgQg7n7z2O+CQ5kQKsRTVH1UnYoeHKV/X/zJ8sSMVfcwK82CtTNkUQPzJ90P80pWCEFcvvIBKsVc+ZUmY9WWg7Z0tGt6YtyovnxlBPbtsFfRqtuZrXYGKRpGiVW8Z4tb/L1csWrH4R6Mdfacm03cUbVIbdHrtkkSqxh3h83bBetns04Sq3EHetmgNesaNXHdK+qAMm3nE6tuJu/skZMDMZz1Y02xmpUY25MACZAACZAACZRLIPJkeSe7092SXyQfM4nVhKg9maVp40TPepDNfOvEbzOiHgzlDu9I0six9D5v5mux+MydZj5AxoW29PuyUT08MojVWJoeAZyWQ7nPVin3lypWUQoAdVYLB1c1l+bNm0mzZvi9uRGexRmtucOrcKFO68MPPyxr164tJWxp2bKlHHHEEUF91KiMVdRvzYnUdfLddwWpitdQX5VlpkrCz5vWcwIUq+v5A9DUp29nDELWDd5roNnWj0N7cCXJ1Szzg1TF1XmL9uZ3HHx14Y/OMpIKmYyLVr4jzy99JciYRfvRfUeEslMhzR5d8oLcedwVYotL++R29zAjlWUYc9XoR6V1y9ZB2Dp/W3La9Thd2WdnL7rb0G2WELJujPa2crcOLAJScejGqMFGHRgVtwa+jFU7DmQf21mfbl1Xd/5gc+a0S0y2qu+gsCixivuWf/q+ORxt4lG/CNYuqlarb06IbasJh5m3XOGt7XXtfHzRBoe7ackI39zt/t8c/UgQhi2i3fuyfAYoVrPQYlsSIAESIAESIIH6IBB1wEtxrdN8FqiKu0xiNUXWacLkog+iycnMxSPmy3l7x3cSFqiFeqZptuoX9ZzPTnUPq/L1lar/DGK13KzTKA718Xwl9VmqWEU5gFWrVoXkqS1W3TqremAVfv/222/lr3/9qzm8qtS8N/SDPy7MlAAAIABJREFUA03/4z/+w0hcXHbmqpYBULGqf1cBi/ZbbbVV45UBSFoYvk8CTZgAxWoTXhyGVsjA/PneR4YOAYJIQm1RX63VUrnZJ9sn9YGsyBkLHpNbX3lYvt9me7n6yIvle9vtKrbg0oxZzZTF328eMt60w4Usz1ufuy/Yso7XbFkLyYb+IY+1HMHoQ84092Kce996SlTSIp4LH7qyqC+UMNB7cB/EIuShcoOEa9OitWiMesDXT3sODiGAANUDwXxCWRvr/NHGl5Fpd2qLXh9vyMcz+pwYEs1oB4E59uGrTJkGXIgZB43hunPpfPM7npf/+dFZRffa4jlqjVVi23PWtkmZuDp/93nV9f6fxyaZ9UTMp+51RGhtsN5umQusD56the+/IxPmTA4971o/GGUn3IzkNPx9888iVm+5JVfmYOTIkV6Uce/jm8Z777038mN23HHHmW8Mn332WfMLJ9/j0vsOPPBAwS/3uu+++8xLQ4YMCb2FDALEg5/A++IttV/EhjGXLl1qxhs4cKAgdvsn/dq3zilp7uhH56vz94GKYoC2iGnmzJkm8wGnuh500EFFcUXCT/kGmGINMQ6ujh07mjVx2U+cONG87q5X0prYYbzxxhvy6KOPSrdu3WTAgOIyK5jvu+++6418p512Koop5RTZjARIgARIoJEJqLhUaec9RMqWfx3ukB4jpzpb7MM1RzGlXD/li1XF48aZKx2wWE6df550T8lQxaJuu08lPp2+s2S5pum/PmqsJuFwOSS1r4/3SxWriAViFZJUs1Y32KB5kLHqilWIzY8//tiUEHjvvffM97lZSwC488cY+B66ffv2Zkv/lltuaUSvW2NV66tqGQD8jrqqEKu8SIAEshOgWM3OjHc0IAHNaIQoGtr9cOnRaW/5bO0akzmKzD68bh9WVUpo2seDw68LpGfafiC07npuumB7um5Zh+R8Yekr8unaNUE3u7Xbtah0gGZJumO133w7kyWLfj776vPg7c1abBrEh3tfWPZKkC2LOJBR6172PfZ7kJoLV7wdau6LURtAyNqXxujjpH37yiHY7aPmjza+MgXuWLgfY9mcN2/Z2nDWGqnuPe48fPF3abuLEbJRbeNi0zlpH3HzddfGXW+9F33hmUdGbdSzgtfd+9MwdPvLIlZnzZolQ4cOlauuuqpIVkJiXnTRRXLXXXd5RRiEIbYq7b333tKmTZuieY0bN066du0qkHLjx483hwHg0vtwz0svvVS0VWnw4NwPBKZPnx7qE+Lt4osvltWrV8srr7xivuG0r1L6hfy87bbbZNCgQaamFUThHXfcYbp96KGHTPx2zNjaBbmYNHc7fp3/wQcfHIoX88DBBhh78uTJwXuI4eijjzbvnXTSSWaeUXH5nv20r+Eb/379+plv1rGOEMl4DTwwLuLWCwcgjBkzJpDF+nrSmtixgPWMGTPMeKg95l5Yd8wZz5N77bnnnvKrX/0q7dTYjgRIgARIoKEIRGRXhoZ3MlC9YtUWpZd2lnGXVVislhCnkYNLTpVCGYBiuVuE2RknjfgM9+Fk74beLC4HkNy/r4RAuTVWs3NoqMfRHqccsYpt/Pjeq1AOADVWc3JVSwEgs/XDDz+UBQsWGBGLSzNLKzFfiFTNhsX3TvheCJJ1ww03NOOsW5crBbBuHX7lSgHgd/wwHuUEeJEACWQnQLGanRnvaEACkEWn3TcmNjNVt/BnzV61t/7/5siLS65LCRwQalf/5Qb5YZfe3oOrGhAZhyKBkglkEasYZMSIEfLUU0+ZXyorVbpBvNnSzw5K5aLKxqiAo8Qq2rtSEa9FiVW8jozKOXPmGBmsGaE6rsaTtl+IOkhUW6DiXnwj3b9/f/ON6RNPPGG6d+eadu64152/zcknr1Uw+uKCcF2yZIlXSGd9YFR0unIbsvSMM84ICfUosZq0JhoTmO6zzz5y1llnGcnue2ai1j3rvNieBEiABEigIQn46oGGx3dPtI8Sq+7hUuFt6eVmrGaNM9d+9o9myaSjtg4mFBm7tnAkcrL4dNaqaNu+j+W8IJs3sX9vf+WKVc0WLpQ8KHrivOUcGvK5FClHrCJSZKHaWasoB4BTbSBd//nPf8ry5cvls88+E92SX5+zg2CF0N1ss82kXbt2svPOOwfy1K7BCunKbNX6XAn2XesEKFZrfYVrZH7IHpy/5GUzm39/usJkKe7eNrelHpmWsxc9bUoD4CR2vVBn076wdfqt1e/Jdvk2aHtqzyEVFaGI05etWCPLwGnUOIGsYlWlFzIFNUtU5Z4vo1TxpZWLUWIVUhUZjG5GrE+wQfTutddeRshhXNzjZj1qPGn6xZw7d+7szcLE/JDJe9NNN8mUKVNMJmd9iVWMZUvLJKbKwZc9mvWxBmdkzao8tu93t/77xGqaNdE+NbMVz9Mpp5xiBLmdEYt2FKtZV5DtSYAESKCJENAT68Uj2jxiL05O2tvgKytWRQriNk2cELm3SudHJsmgtjbnvOAVTwkC5WAdSJUoPp0lTCxv4IwR278esFV0QFb5YlUkG4fGeFLLFatff/21+T5Jt+B/+ukn8q9//duULcJ7pdZQLZcF4sF2/w4dOsgOO2wvm2++hcmmRTzIbN14443LHYL3k8B6S4Bidb1d+tqbOLbDP7lonrz1/jvy+opF5vApla9vrnxbVn/5mXTYsr15LW67eO2R4YxIIB2BrGIVvdpZivg7MkJvvPHG2LqWSRJQo40Sq5CkEyZMMNu/bYHrE2zILkV7yFQVeq6QteNJ6lfnO3fu3GC7fxzd+hKr2q+y1izad94pLgmi8SHDGPVgfUI03ROSa6XrAkmrtWOj7veJ1TRrov398Ic/NGIcYyr7xYsXh8pAUKxmWT22JQESIIGmRyB0CFQQXrGAjM/61K3rkrLGajIH90CmVHFCSk7uLLOuGySFfNXCWFF1UN2xMolVj5gtnp3yyXHt/bdRMuCyeZEQ/IdRRYvVJJpaO1bbpeWQ1G99vF+uWEVMqHOP78kWLlwoX375pclObUoXslg32WQT6dKli+y6665mtxUvEiCB0glQrJbOjneSAAmQQE0RKEWsAoBmqeLPdvZqFByVgloH1G5ni7o4sYpDiVBuwM2WRV92jdUePXqYOqBaZ9MWdTquLT+T+o3bnu+bb5RYjaov+9Of/jSQ0rbAtPuGIEbGbqdOneSBBx4wkjGNXMwae9zDDZ7XX3+9aYIM3r59+5p6uu7hUj6xmmZN0K8rwjVb2BX3mDuEMaS+ffHgqpr68sTJkAAJkAAJkECDEKiEWEWg+B4NtVSb8rXNNtuY+vy8SiDwt/HS7MBL5PJn62TMD0q4n7fUFAGK1ZpaTk6msQngH0+c7IgC4Ztusol8/uWX5vcly5bJpq1aSatNNw3exz9ky5YulW232SZoh/jtttqHzgv3YAy8vsmmmwb3430dC7+j3ZtvvmnGxPXmG2/I7l27BuN36tAhaP/Bhx/K5198Ydpp3OjbvtCXvof48GdcGOfLzz83MeO1Lz7/PJgP/ox+tS1ixlgdOnYM9Y1alcOHDw9e0/nhBW2vcwE/HcOev84B81IWNisw8V1YKzDS+SsXtLXXDTFjrfR3tNexEBuyITEHHQdjV+NVqljVuqqYs11vNYpB3AFOenAV7o0TqzgISjMY9QAtVy7qAVv2gVW+rEdXfsb1m1VORolVn1TGnDEv/LLnr4dX6aFVEJmoZQoJDamKq6HFKsbEuj/66KPyzDPPmHVHfBDGKnvRxhWradcE99qZrfosob4r1tPOuo06vIoHV1XjVyHGTAIkQAIkQAKNS6BSYhWHrz744IOm3mpTvFBX9aijjjLfq5Vyrfh/g6X90PudWy+XZ+rGSO472Rq6/nWXDN5psYwO5rZC7jruLJGJ02Vo+EzcGpo0p5KFAMVqFlpsSwIJBPAP8YcrV8rKDz6Qvv36yXQc5nLmmbJsyRJ5fv58abvtttKnXz+58fe/N6dn6ynaN/zf/8lZ//Vf8uScOSYLDYfM4Bo4cKARpHodc8wxpqD67rvvbn6NOuccGTxkiOy/337y24kTTf+H4Z433jCS7/PPP5elS5bIJWPHmvveeP11OXzgQCN38T76wJ9nzpwpJ554otx+++1yMDLPBg4Mxpw1c6b588oPPzQSFdlmj8ycKV27dRPEc9ONNwavoR3mjf4gLBEPWKAtZCN4TMpnuekAl48bZ+LTCwJz/gsvmNgxHmoq6vj4HfMZfOyxofkjW63b7rsbwQnhivtOP+MMM2cI0tfffNNwxfX888/L/vvvb/6M+SPOR2fOlG3atjXctZ3+GeuJNcMW8V9eeqlMmz7djKUSFe/jXsT7xhtvmL7BpRqvUsUq5ppG7CmTSpQCUPloH6A1atQoM4RmrOI9ZHb6LpWxeM8XT1S/Kl1tWev2j8xKFZ6VLgWg47tZmxCOOJzLrR9rxxbXxj7AS+/BfwiyXHqg1jnnnBNkCLtiNe2aYNxddtnFyFrfZZdiyPLsZZkP25IACZAACZAACax/BColVkFu2bJlpv5+U7ywywj1Vku5nh3XTA669Bi5892wWDSvv3qnLL93qLQrpeOquWeFrPhXO2lHqVo1K1bfgVKs1jdh9r9eEVCxuuaLL4yw/GLNGunRs6cRfYuXLjXSTYUh2rz++utywP77C/68dPFi2bZtWyM4IRYhQSEQISlV9tliFWAhaFu1bi1XXHGFvDh/vhGIyJxU+YpxIW8hM5EZCvF36SWXyPMvvGAyX5F1CRE5fdo0M+6vL7tMWrdqZdpDeOI1SEf0iXsgMPFnvKdiVcUo+p//3HNmDouXLJHOnToZsYoL4hHz+WDlSiOU9+3RI3guXLGKN/RwGp034sQ80DcucLHnrzITfWFsXBBnEE0YFxmmKlPB/8knn5Qf//jHph3kKuR1j/32M2IZ88KF+874r/8yUhyy6u/PPy/dunUzGbgQ3ugbUhWiGRdkc8dOnUzft956a1U+99UoVu0DtBQ6xKpuG4fkc7enQ5Lbhy/5xGpUv7o9PaqOLD5jffr0CerMVlqsYo66Dd+Wi2mEL55VbNl3D39Cn5gvvh7Zl8pr+zWdj1unVtu4ktMWq1nWRDNbwXnHHcPftQ4bNsx8HdLyDhSrVfnlhkGTAAmQAAmQQJMkUEmxign+85//LLu+faVBoTTWzjvvXFK3uUxVKZKqpjNsj5/YOSdW81vl7UEK2+aflfHNZkv/Z0UOym+n7/94M5l9yDMiBx4kl1z2jNSNFRnf7CC5xOog7n57O76bTVu4D5mm7eWE+6xOh6gIdt+zsm/tjFXz5xPEztU95q7lMv1nOZUMuRzMAy8E/ZeEmzdVCQGK1SpZKIZZHQQg29564w0jK9tus42RGP/3hz/IsYMHy5KlS817yKSEhNx0001NZiNkILI8IUE7dOpkRCq2u+M1CD2IPM3a1Do9KmePOfZYeeH552W//fc392AMjIm+MAYuyBRkwqoARJ8Qg3Ofesq8D0Ex7f77zRhdu3YN+tPt7MgghXCENEQbzOH7XbsGNYMgPdGnZm1iXrjcjFNkeA4cMEBmzpoVyuj0iVVwhOCFcO7UsaORu/gzMkWROYsLc0TsaAvhq++D1zbbbmtYaDu7tAH6e2rOHDMX8MQ8MSfcj3XCWLjAFvM2JRDya4VvtHRe4Il+lSOyWpH9ir7t0gbV8eTmoqxGsYq4VcLhz9g2D7Gq2ZPuQUd2exWTURm0vn5xv9b0nD17dugQJbynma56qFZ9iFUIyv79+5uDBuwt8Xgm8Zq9FV+fP2Sr4ocTcZm2aZ9VZJL6aulqXLa8tcVqljWJO2jLPaiLYjXtyrEdCZAACZAACZBAEoFKi1WMh8xVfM/W2GUBsP0fUrXUTFXMxUjLBwbHZ6Xm5eO+dv1RI1pfzAtZiFUVqLnCAbksWFtmrpAVO7YrZL6GtuMX3x+sq2k3XQZrNq01bucpbkZtXqbu+Yws33VCaF6h7Ntg7P4yu9lB8qIlUsWZa3gehf7rxtZcgYSkj9J69T7F6nq13JwsCTQ9Am6N1aYX4foTUbWKVRWa2PavYhWSsXv37jJ58mTvAkIODho0yGRvxpUm0K3r2i8605qyW265pal1ikxmSMWbbrrJZCzb2axZa6yifz3AK66eq/Y7ZswYgTTFhWzZI488UhDXRRddZDI9o+Iq56nW7FgwwWFbGAdMMG+U0LDr7NpiNe2aYD577bWXyTofOXJkUahuVjDFajmryXtJgARIgARIgARsAvUhVtE/SiyZHW+NdKAVkknww+9Sa6oqo/Ri1ZKb5htoW3hCjE6QzlYpAQjJCbsWMj+DNQllvmr5geL7C2sY/Z6RnoJs2ILkDF47ZHYh29b9SITEajhukZzklbxEdudheL09OjQmP3G1R4BitfbWlDMiARIggZIIlCNWdVu2/h4XAMTY2LFjxT6oytceAu/uu+8OaqbG3QeBeMoppwgOLIKMQ73V008/vagMgI4Dafnaa68Z8Zq2X3tuGA9/xzfIyIrFBVF72mmnBYdPqey056pjxfFRLu783Xswh3nz5smUKVOCzFk3rjZt2ki/fv2K4irpAbFugtjF86I1bDEO5g8pam/dh/SEfEVZgbRrcvzxxxtJPWnSpKIyABoChPcee+xhxsvy7JU7b95PAiRAAiRAAiRQ2wTqS6wqNXwPhe9BG/LC90y+Ek+lxBArVo0EFXnm3c4ywdkunxsrWox6hSQOxzJlASBCbWEaJ1YxjrOtP99HLpvUM2sdw9nmH5QQoFgt5VFZr+6hWF2vlpuTJQESIIFoAuWIVXIlARIgARIgARIgARIggWonUN9iFXzee+89eeGFF2TFihX1iqtdu3ay3377yfbbb1+xcRJrrAZi1clYDUWQnLFalMGakPEaPcGcZF18QZ2gjqubsRp5X1Fd1cUyug6lAJixWrGHqYY6olitocXkVEiABEigHAIUq+XQ470kQAIkQAIkQAIkQALVTqAhxKoywsFWODy00oIVQhWlqko9oCppDXOZn5p9Wmgd1BfNZ6yKVYs0nOmaTqwe9KoeLKU1WJNLAeTE777yTN0YMRv+rRqoRqzadVyDbfzLpfPE9nLCnoUyAaF+MtZYtUsasBRA0tNUG+9TrNbGOnIWJEACJFA2AYrVshGyAxIgARIgARIgARIggSom0JBiVTGtXLlS3nnnHVOrfs2aNSXRa926tXTq1ElwjkDbtm1L6iPLTTnxeL9ziyVbQ7VRRWRIQZKGt/XnuiiusRrezn/5s3n5Keins9xalDnqCt7C348JBK9TIkBEgu3+ecl6SXCbNZei7NUTxJ55of/ieVCsZnmqqrctxWr1rh0jJwESIIGKEqBYrShOdkYCJEACJEACJEACJFBlBBpDrNqIcMjV+++/bw67Wr16tRGta9eulW+//dY023DDDaVly5YCkYoa9ziMarvttiv7UKoqWyaGSwJNigDFapNaDgZDAiRAAo1HgGK18dhzZBIgARIgARIgARIggcYn0NhitfEJMAISIIGsBChWsxJjexIgARIgARIgARIgARIgARIgARIggZojQLFac0vKCZFAvROgWK13xByABEiABEiABEiABEiABEiABEiABEigqROgWG3qK8T4SKDpEaBYbXprwohIgARIgARIgARIgARIgARIgARIgAQamADFagMD53AkUAMEKFZrYBE5BRIgARIgARIgARIgARIgARIgARIgARIgARIggYYlQLHasLw5GgmQAAmQAAmQAAmQAAmQAAmQAAmQAAmQAAmQQA0QoFitgUXkFEiABEiABEiABEiABEiABEiABEiABEiABEiABBqWAMVqw/LmaCRAAiRAAiRAAiRAAiRAAiRAAiRAAiRAAiRAAjVAgGK1BhaRUyABEiABEiABEiABEiABEiABEiABEiABEiABEmhYAs2+ePhndQ07JEcjARIgARIgARIgARKoOQLNRCT4rhJ/ibkS3g7fmdy4WXITEUnVqDB0ZHNMsnnWEHPtQ4wq9AQEccbPD4zSf9PvzC8q1LRI07ZL+9BgImn79Lbz35zuOXKDTBtIwnqbblL0laKJ6ScDo0zzLvkZxo0RwaeaUzo8mT9VmSaftIZpJ5LvJ5al1VfabjM862k5hbus0Nf1tM96YpD6kDdL9dFJ7M75Ap3ta2bKrwtp1zLoLvMNnml6/s1KhlHcomKflUrMKeXXy1LmWdI9+Dcz/b+w/iGaEpdaiyXDP4glrb9Is0+uKPsJKHFo3kYCJEACJEACJEACJFAzBLJ8H56lbQpAmf6/l3bstO2y/P8uS58p5m2apOyzWdr/96Vth7FTtW1W5KHTTi3czppoWk8Q2c4jjutEDKOkq6jPlAuQ1K95iFP0laJJ0E+qtiLxnx+nk5R9eqxM9AOTts+gXcKDl7Y/EE/9wUhaQHS2QYpGVpPIOJ2HLO18itqhn4iYUvbZ6GI1Mc785yaxXZqlcWab6utb1GMdEVDaPoNwKzKx4h8GpsHhtmnehGLJ8o9f7FwrNSd8zmpJrFZiPqm/SUh4GtP8w5z0QKf9piGpn+j3m306oewnoPTReScJkAAJkAAJkAAJkED1E8gim1J/f6sN4//jU1cn0jzx++58X2nHjm3nyIqy+kx7c8QjEtwe3086Rvn/FzaPkTF2GKlCrxOpa14BseoMlmpsnY/Lzj+/bIy0z7SBJHzEg8ET/pOfarhsz3r8vEvkXjTdiM9yqvnkO0v5rJv/2SZ+Pcj1WVdXJ82Tv3ik+/psQGYQq4lfY/KTSDsfb7uIz3LKPsPNEm5K2WdufVI0TtEkJ7Kai9RV4oc3zmxT/bsS9zXG/8ObtM9m/glN/zDHPqUpv6bH9ZH6C2TSx6UCsQTp+OVK0VQPWdKE8g9Bhs++t8dKxpLyC2DkzCqxRuYrbAWe30r0UalY4h+FZnXXUKym+LSwCQmQAAmQAAmQAAmQQByBLP/HydI2DfUs/aXNGIr9v4n1Zpbv+71xZgneAyO4PaGftMOYdimzVVL12VykGSCVe5VYfqFovWP+01jSs5EKgpo8kXURLEzaaIr/ECcOZz2QiW3zaxLbznkzbZ9Fy53PLHRfz9Jf2mc97Toilkpl4RnsKT83if/PdyaQlpG3XUzGat13IrIuwwezQl9jMonVpK8d+ecqLaPY2Zb4rHvHjngIM8eZ4mtC4gpWSJRl2hoSF1Ql5pTlQ54US9Izlgg4OjM8za1Bm8wPR0TvleinnDVaJ7LuizT/uKSkU4n5mC/2Fcgqjg652d7n7FKJJyklFDYjARIgARIgARIgARIggbQEKvUNddrxrHYNNnTDDJR6lLQN8T+ItG1LwF98S6UG8weeaTqlhIJSAxtvIBu3bSV1UXK1YYEWEJcyn4qsaamdVC7girmiTA9QqfMu5b4oVt/J1y12knUbbplRrqaPQUf+dF1z82R/W9dMvvgOf06vH9ZJc/lKNmqgT0b6uNJTKLVl5Z7xXARNaW6lMuF9TZ1AXd062bB5K9lgm7MtudrUoy4vvk03bC4t8PNjGbknP2XlseTdJEACJEACJEACJEACJEACVUOgEf77gyFbbCgb7bSZ1H3XCONXzdpUcaBNcln9QTWr+06+afU9kY3aiggyV5vq1SShNlVYjIsEGpnAOtmgWStp1e5iqVu3ppFjaZjhUSXD/Fxtw9P34FerhmHOUUiABEiABEiABEiABEiABNZDAqaeZ4sNpcUOm0WXA1gPuXDKjUSg7lv5apNd5buNtpVmmcoBNFK8HJYESKDJE6ir+042ar6ptNruwvVGrOqiUKw2+ceTAZIACZAACZAACZAACZAACVQzAYrVal69GoydYrUGF5VTIoHGJUCx2rj8OToJkAAJkAAJkAAJkAAJkAAJ1CwBitWaXdrqnBjFanWuG6MmgSZMgGK1CS8OQyMBEiABEiABEiABEiABEiCBaiZAsVrNq1eDsVOs1uCickok0LgEKFYblz9HJwESIAESIAESIAESIAESIIGaJUCxWrNLW50To1itznVj1CTQhAlQrDbhxWFoJEACJEACJEACJEACJEACJFDNBChWq3n1ajB2itUaXFROiQQalwDFauPy5+gkQAIkQAIkQAIkQAIkQAIkULMEKFZrdmmrc2IUq9W5boyaBJowAYrVJrw4DI0ESIAESIAESIAESIAESIAEqpkAxWo1r14Nxk6xWoOLyimRQOMSoFhtXP4cnQRIgARIgARIgARIgARIgARqlgDFas0ubXVOjGK1OteNUZNAEyZAsdqEF4ehkQAJkAAJkAAJkAAJkAAJkEA1E6BYrebVq8HYKVZrcFE5JRJoXAIUq43Ln6OTAAmQAAmQAAmQAAmQAAmQQM0SoFit2aWtzolRrFbnujFqEmjCBChWm/DiMDQSIAESIAESIAESIAESIAESqGYCFKvVvHo1GDvFag0uKqdEAo1LgGK1cflzdBIgARIgARIgARIgARIgARKoWQIUqzW7tNU5MYrV6lw3Rk0CTZgAxWoTXhyGRgIkQAIkQAIkQAIkQAIkQALVTIBitZpXrwZjp1itwUXllEigcQms12J11apVdY2Ln6OTAAmQAAmQAAmQAAmQAAmQAAmQAAmQAAmQAAmQQHURaEaxWl0LxmhJgARIgARIgARIgARIgARIgARIgARIgARIgAQanwDFauOvASMgARIgARIgARIgARIgARIgARIgARIgARIgARKoMgIUq1W2YAyXBEiABEiABEiABEiABEiABEiABEiABEiABEig8QlQrDb+GjACEiABEiABEiABEiABEiABEiABEiABEiABEiCBKiNAsVplC8ZwSYAESIAESIAESIAESIAESIAESIAESIAESIAEGp8AxWrjrwEjIAESIAESIAESIAESIAESIAESIAESIAESIAESqDICFKtVtmAMlwRIgARIgARIgARIgARIgAR5+n2gAAAgAElEQVRIgARIgARIgARIoPEJUKw2/howAhIgARIgARIgARIgARIgARIgARIgARIgARIggSojQLFaZQvGcEmABEiABEiABEiABEiABEiABEiABEiABEiABBqfAMVq468BIyABEiABEiABEiABEiABEiABEiABEiABEiABEqgyAhSrVbZgDJcESIAESIAESIAESIAESIAESIAESIAESIAESKDxCVCsNv4aMAISIAESIAESIAESIAESIAESIAESIAESIAESIIEqI0CxWmULxnBJgARIgARIgARIgARIgARIgARIgARIgARIgAQanwDFauOvASMgARIgARIgARIgARIgARIgARIgARIgARIgARKoMgJliNV/yx8m/EumyUZywYh9ZeBW4ZmvevZFOX7eNyK77SiPH7lDZbGselvGTP5IpNfuMv7AzT19a2z+YXtG3lfZMCvVm2H54XYZOX4gT/7xzyKHnywHt02OJLdeLWTS6G7SNbl5o7b44Kk/yp/lx3Jyv21j41g1a4wcP+G56DY9L5B7xg8U59Gt/Nxe+4Mccr7IpMf/U7rKG/KHQ0bJtOMmyeOnNXXSlUdRGz1iDe+UDneNl4Hxj2C26ZrnZJrnnp5ygRkr/+zIsflnyWr6wUwZM/Rp6W3FlHv+O8ikx/vIXDxzMdEce83j8p97iLxx8yEy6l5fCMWfFfT/W/lvGb/DfSnjjvh6PPoeGT/A/RSukpljjpeJzzlzNfOcKP5Ptcslx2sZ+t/37zH3Ia48Y4nuXxllW1S2JgESIAESIAESIAESIAESIAESqGUCFRCrIsWi8lOZOflNmbhK6kGs5vpe1ucA+c/vRS1NTqzKIE+bf7wuh8xYI8f63jPd4d73pYNHFmd6EIz8/UpOqICoLE2svi73X7dQdjv3GOmWIvBsYjUto7TtUgRoNXn9T9fJwl3PlWP2iL/PiKU5vcuUpznB83Rfn/xJGbclVuXmQ+TODun6cuOH9Ep7b8rIEppVSiDmBJfk5Z0YObZMTrBEc/BeGYEbXstOaABhXSkurhidKOKRjDnZCWloCVJXzKcQq0mMcyJW8hLXXgj/DwMQ19zdL5Blv04Xt3f8vEwukpaWZO5pM/HMUyPNcVIJjVddsRoWz8WPWvQPPaLZlPHA8lYSIAESIAESIAESIAESIAESIIGqJ1C2WJXdWsu0D1rIPSN2LWT+5aVih93WyDSpdMbqp7Jq1eayVWyaYYxYNeI0Qro20eUsSay+dr9c9/Zucu5P0mhVkWxitTFBpRfGTU+sDpF2H2wlW6XMcqxM/I25VoHyCovVUEiOdG0K4SbGUF9iNUL8BWI+J1Zl9AWybMJE6aCiGvFWSqxG/CDCSEuxs6zBYK70uauD3Olkygb43LjteING/vXX8SbJKBm1xMqWjRGrRqUGErqQHV7IWE0nVr0COGHcxEeGDUiABEiABEiABEiABEiABEiABGqSQPliddCOIjPCGZ4qAifJv2SULVbz2aIhklttHUjZ0H0Lc63sbNg3Hvp7uD8jcD+V3kXZpenFKvq8c5sdpfeb/5KJglg2kfuCjNV8xuWgzeXpGR/lt5+2LmyXL5qP9V4oYzXfT68WMnHemvz0rbZ52RvaquvhkqWkQtqsTl0LV6yGuCDzWMTK8rUyUSVXlqGwNdcuDWFnrFpZzNYDEJ05HPF5yyCMU4vJou3FuqVYtyPnYzFZgpLbym+H55QUCG+nPlYmXSMySksBhLI1nf7BOC+fwmUMcvEUsl0lv026EISd1ecrgRBkBEbO1cfbFoj5P1/TW54+X7diW1uv3W3sARPdvp7/PAfbspGxGt6ibuZgtmyHBZgt9Yq2qluZm6GMVd+2emudtK0Rd/mt76kZmkzIfCkA79Zxi0tq3lZ2ZdG2eF2bgoQc8m/d5g+BWBmxKobZMk/GqufZQNtn+wSfByMvU8SNcgPhyydWrde2c0ocJAjOQvmDUsRq/vPYiWU6avK7HU6KBEiABEiABEiABEiABEiABOqBQAXE6gHS5y3ISa13Wtiqj9cDseqti5qvhZqvw6p1WQPZlr+nQ37bfkXEqlMKwPS5MEoG5uOzJKdp/8HWcs9PRH7r1HkN3kP2bpFY/ZdMC/rJS0YjctH2U1m11eahWp85sZljmj1jFfVV58q2J6crA4DnyidWQ1wMt6/y9XRVmG4nyyb/S6ZZdXTD/RTEasd54GzLZB1TvDV6o5511Fedu/XJiWUAzJwSaqzmZKMrtFy54pQC+GCVrNp2q/BaWVv0i7cMO3UxLbEKUWpn44WlUD5+K4NQSwGcsOz4/NZwW6oVMhhXfbBKttrWSukOxsyJzIIESxJJrlgdJdMsOWkkJ7IJzxP57VA7g9JlmqEUgEecqVi9p8Odzlb18DiBWP3JUlNPM7ytPrzNW58NVzhrFmg0QxV2EKsnyLKhbr3cPFNBlmVHuS8Tb/eZtbe144m2OTrb1lNkrEbWWA39YMCR/RF1iMHvvh3Gm7qsxZ+1uLidT7avFECoJrH7+SuuJWv3GC9Wo2qziohdWsGR8qytWg/febBLEiABEiABEiABEiABEiABEqgRAhURq/8pr8shc/PlACyhKHaGaUR2qS1LjZR7c3OrrEA48zSrWI0SCbFZsKEaq8WZr0GMRqw62bKQjx4OXT3lB4rnqqLxm8KjZQvnLIdXrXxS/viIyI9PPlhS7jr3i1U72zi0fmGxGqpl68vUHbGvGLHqloWIzDiO1KrZDuRKVWM1qYaq//0iaZsXM94sWVsUWWK1XUJ8UTVWjVgNbcvOxbjsZ7kDiHJXOFM0dzjPf4tcm6VebLFYtbdJF+LLCcToGp4VFKvOVnW77mxYrBZv+7YzX4vXKTpzsvB1xD5EqiBW3XkX+j5A/l5WfV5LclrZ0sF4tpR0MzuDHywUDq9KqrHq/dRZGbcFwYi4fityXtThXf64I78eh7Jdiz9vobWq14xV/9edIEu6oQ67q5FvLjgNEiABEiABEiABEiABEiABElgfCFRGrH6vkJl4wMLCCfYhEZrPPvWe5mwLxAqKVe/hVc6qFsnacsSq3bcnY9WOxxarAqE875vIsgdZM1aR1fln+bGc3C+tVo3IWC1FrIb4Ohmr5YrVjMI4dSmAouxWO+MuLHpUqNrbxuOFnUhui7XkTnIPlQLQLdyFTLqi7ehRGashsWpDdzJk8ZYjo8JS2M0udPvKb3nPn0jvF6sDTQZvUQkEczhVQfKmOrwqKWM15jCyyonVJIYqnPMZq75/KdyyAxP0K18c74h/cgImufHsNQhqinpqnRayN/O1Wb01TtP9M1ckN68V+e/xuXWPvGLijr/Hl1ma52ZKL0TXSi2vFEDcZKqxFnC6tWUrEiABEiABEiABEiABEiABEiCB0glUSKyK2DU5l/U5QP7ze7nXwqUAfPVQC8FXOmO1wcVqiRmrK9zasZBU1mvZxCrKAPxZ5PCT5eC26R8MbymAUsRqPWasZhXGqcSqKzqBLGYrcvEhPnmhmBed6TNWh8jSiCxTFWclZax6MhcDsfq73vL02ahtqsLTnav7vKTMWP3ZMjn+/3WQeyzRFo69yjJW4xjehSzNsFiNzARNfLasr33IXl52gjx+Wk5Fh65YQZmXwD17Ss/nRHqb+HJ3ZxOrvqxnJ7681JZZY+S38t+mpmqorm2muP1fm/yfWatkhSnzEC1Wyzq8Cp975zkuREmxmv5fE7YkARIgARIgARIgARIgARIggfWHQMXEqgQHORXqaPoyVqWX1mIF5PBW+1RiFfVNUZdU5WOoPqouXNzhVeHFLS9j9SOx55NYYzWoRRqusWrEql1/VFmWVArgdbn/uoWy27np66saCWOyZlsEB3PFl11onBqrmQ/kSlMKIL/V2T5hPZz1Fs5YDYsbFZPTghqNxTVWdVt0/kCjQLblxOpE+6AcJ5ZYsXpv8QFJZg5GCtr1RXX8nnKBEavh0+Tduq7Op6NwSFNcxirEqnPoUVB/1cjWrGLVilG3oh83SSpeYzWU/eoemBTB0CNWp9n1OcV6XsxBXOl4x65DcKhUccaqWa+gJmg4G7YUsRp6Hq2HwV7PFTcfInMPzJWdKCvuon9no8tyBON4MnO1m9xn02Zg1eD1HIpWNHzc4V2erxPrz7cJnCkJkAAJkAAJkAAJkAAJkAAJkEAUgcqJVT3Z3jrIqEjOBfK1EI59KnySWBUJnyx/7KAdRWa8Lx1G7CsDQ3tSG0CsQu4Wzcc6nMlXCmC31jJt4Zr85O2DnMLzEjD8/mo5ZMYaUx7gv+VtOT5tjdXX7pfr3t5Nzv1Jt0xPfWlidV8ZKG/LmMkfSaHEQ9RBYM4c89HZ6x8fcHZhXFQH1R0gv10bGXjHB1u10SgsqIIt7kagtTP1TCfqhPHagXPlkPOniW7jD2+J7ykXXNNbnj4/nylqZzEWnRgvQR9hYZaTqDjs6s4OOH1dwjEgYrtOZejwnUJt1YnPHSvjRi+TsTFzLUmsjh8okG2j7rXvtsRvXjaCmYnTSC7NnC3U4wzmYMff8wKZ1PdpGZXP5gyzDR86FMqedA4gMpG52/OjxCrq1MYwnPQ4ttbnSySYrenhretF5RxS8i6am4XTPmjNlyFbLBWLM1YjD68SEbt/fztdT8jKudLHynouJ+7Q85ZGbP7yAln266hDqOxnDj27YjXm8Kr8Z/6AF92vBYUIQ5+xTF9d2ZgESIAESIAESIAESIAESIAESKBWCZQhVmsVSX3MK73orY/R2ScJkAAJkAAJkAAJkAAJkAAJkAAJkAAJkAAJkEBlCVCsVpZnRG8Uqw2CmYOQAAmQAAmQAAmQAAmQAAmQAAmQAAmQAAmQQAMRoFhtENAUqw2CmYOQAAmQAAmQAAmQAAmQAAmQAAmQAAmQAAmQQAMRoFhtINAchgRIgARIgARIgARIgARIgARIgARIgARIgARIoHYIUKzWzlpyJiRAAiRAAiRAAiRAAiRAAiRAAiRAAiRAAiRAAg1EgGK1gUBzGBIgARIgARIgARIgARIgARIgARIgARIgARIggdohQLFaO2vJmZAACZAACZAACZAACZAACZAACZAACZAACZAACTQQAYrVBgLNYUiABEiABEiABEiABEiABEiABEiABEiABEiABGqHAMVq7awlZ0ICJEACJEACJEACJEACJEACJEACJEACJEACJNBABChWGwg0hyEBEiABEiABEiABEiABEiABEiABEiABEiABEqgdAhSrtbOWnAkJkAAJkAAJkAAJkAAJkAAJkAAJkAAJkAAJkEADEaBYbSDQHIYESIAESIAESIAESIAESIAESIAESIAESIAESKB2CJQtVuvq6mqHBmdCAmUSaNasWZk98HYSIAESIAESIAESIAESIAESIAESIAESIIFqIFCSWFWZum7dOjNHytVqWGrGWN8EVKo2b97cDEXJWt/E2T8JkAAJkAAJkAAJkAAJkAAJkAAJkAAJNB6BksXqd999J/gFuUqx2ngLyJGbDgGIVEjVDTbYwPyiWG06a8NISIAESIAESIAESIAESIAESIAESIAESKDSBEoSqxCq3377rXzxxReVjof9kUDVE2jVqpVsuOGGRq429PX1ui/li7pV8tW6z6VOchnlvEiABEiABEiABEiABEiABEiABEiABEiABHIEmklzadF8U2nVbCvZuPkmZWHJLFaRnYos1a+//lrWrl0ru101qKwAeDMJ1BKBhRfNkJYtW8rGG29sslcbMmsVUvXj796Vh19+Wcb/ebKsWcsffNTSs8W5kAAJkAAJkAAJkAAJkAAJkAAJkAAJlE9gi01ay8WHnyxH7L23bLnBTmXJ1ZLEKjJWIVa/+uoritXy15M91BABiNUWLVoYsdqQ5QDwA4/V6/4t97/4jPx8+u9qiCinQgIkQAIkQAIkQAIkQAIkQAIkQAIkQAKVJ3DF4LPlmH0PkjbNdyg5MY5itfLrwh7XYwKNJVaRRf7Bd2/LgePPZabqevz8ceokQAIkQAIkQAIkQAIkQAIkQAIkQALpCCBz9elfXCvbbrCr2XVcykWxWgo13kMCEQQaS6wii/yDdf+Q7mNP59qQAAmQAAmQAAmQAAmQAAmQAAmQAAmQAAmkILBg3E2ybfPvlXxODsVqCshsQgJpCVCspiXFdiRAAiRAAiRAAiRAAiRAAiRAAiRAAiTQuAQoVhuXP0cngRABilU+ECRAAiRAAiRAAiRAAiRAAiRAAiRAAiRQHQQoVqtjnRjlekKAYnU9WWhOkwRIgARIgARIgARIgARIgARIgARIoOoJUKxW/RJyArVEgGK1llaTcyEBEiABEiABEiABEiABEiABEiABEqhlAhSrtby6nFvVEaBYrbolY8AkQAIkQAIkQAIkQAIkQAIkQAIkQALrKQGK1fV04TntpkmAYrVprgujIgESIAESIAESIAESIAESIAESIAESIAGXAMUqnwkSaEIEKFab0GIwFBIgARIgARIgARIgARIgARIgARIgARKIIUCxyseDBJoQAYrVJrQYDIUESIAESIAESIAESIAESIAESIAESIAEKFb5DJBAdRCoarH6o1vkgyEHSJso1F/8XS48f6Rc00BLcf4Fz8jVO70hF57/bxnxh2NEntlT9rytgQavpmFOmiHfHCQy5T8Hyen1FXdDjBETu3kWdtvM0+Kf9Tvv+uKZst+bfv2qnCL3y0a//KUUPg8j5RrzWe0qL913kBz6l5SdsRkJkAAJkAAJkAAJkAAJkAAJkEARAWas8qEggSZEoBbE6opyBWaFJFx9ilVbWDWhx6e0UCrEO3bwhhgjUax+UCRRzTq2q125SrFa2keCd5EACZAACZAACZAACZAACZBAWgIUq2lJsR0JNAABilURqZCE+//s3X/0XGd9H/iPLFtKCHZMDEayE4jEb0NwbKipRXIg7g8WelQWaZMFy5CCoZw97qnxHmfTxgoJrNQ2G3YN3fgPCsYNYEPTlVPXp6GQ1IFDKheH2ECCG2wiBSiWgjEYm9D6h6w9987cmXvv3Pn1/c5874956RzOwfreH8/z+jwzmnl/n/s8hRl6C66dYHVO0AXVdM67Dg7vzVgdDVbH/f1a79Pk88xYbXJ1tI0AAQIECBAgQIAAgbYKtDhYfVf86fv3xPPj4fjDiscZB49+Hu89BrnQP/1HnuMr74mn/T9jni2e8Fj0n/dn9PVmS0Vk/z1s4y/Gp669Oi74xvD6+QAg+ueN7VO/z9n1R46reiQ7CT52fiFOO/LT8diunRWXHjqPvW5y1pjHvXvnlGo18dHx8iyynsnPPXRznPbZcyc/cj4YE/1znlTRnWWMiwUMspUIVtOQLT/GhuOi+Mh27+//8meHjzNnxCPBZnksHb85/o/v/Z0xSwFUjIv8uM0ekz58d1ywa7i0Qe91Wjo3d97I62LGn40bNoXr/eBzccM3zos3/+jvFx7rTv/ueacP3kNGX5vl11H2vtm/a9LGLzwt/q/+UgDpe0v/0fFx1uu9R7LcwKKtpr305glWJ/avPDaS95H0/ei8uCsbL9l7y8g4z7/X9+oQh2+O2JX8O9b782Dp35TC6yGr1U/f31tSo+px/tLfzT5jdcprYhqwnxMgQIAAAQIECBAgQGBFBToQrI5+GY3IfUlceIDWu/b2L0xar7EfXlTcu/dFOYaB0bZk5FWHiBOD1VL4UR6/+fsU19Crblty/K885bsRZz8jqgLj/COzVeFL7/5j+p0PvfImE9b5Gw1iy8Hq9PUBxz7mO0swXtMbQueD1b59frmAkdCrNLuxanZo4e+q6pmFWmm4WVxjdfR6vXG7LQu1svGaD1vT6z1t8Euc8jVGx9rwtZAGvIXZkrmxPOaXPiPXy9rUf/1kgVs+iBudoVu+T8Xrc/Da7L0HTQtWF3aPwuP367Oa5aVaHayW6h5RXIc0vXDJsGpsjP274ntUsQ1ZwJ177y+9Nkbew8v3WWCwOvU1MQuyYwgQIECAAAECBAgQILCCAq0PVuP4kXj+Gf0ZPFkB0y+cT4vjx3fG86cEkPPX/Bfjqr/923HtxA0/stlIFeFr7stwbybe5+IPz3hZbybmIGSZYcbqLMFqunHP6GZBo1+ik/u9PeLeu+OC88cElrmwa3yw2p+JVmpbFsb0ZtflHsedsoFKMVxaY7Ba6TTqO/84WM4ZXQhWqzev6s9KjYpNc/qv19/NNk9aU7BaHrf98RKjwWpV5aqC2sJasRNmAibXS88/o7g5V3bN4czZ4WsxfU30Z59ObU//gJHZhxWPtlf+gmXwPlD9vjTtlybTlj0ohq3ru8darGZ5Ja5n86rRR+hfFqNjo/R3VY0qjKHRUDf7xVS2yVrVUhaFcbbAYHXWMTiLtWMIECBAgAABAgQIECCwSgLtD1bTRyn/ThzLLQeQhRY3xJ7iY60Vj2bmH10vnJfOJC3Ohq1+/LgqiJw+I20QxiTBX//R9uGX9fUHq711Kocz7CYO6uQL+t+L+Gf9mX2DmXtjTpoUtFSHttmyBjv7j7/2A+cpwWpxhtf8wWob10/sQrA6dfOqwmP72Yy93C8sFhKs5sPO4ozV3rAuPRKf/FU2m3rOwGrwWu6/ZxReNqUZpunPBvf5xbjqD347rq14nVW9xvJh7Pj1Yyc90l0deo4sMzJlKYDCEwFZ2weze9d/j0IIOoPVLP9gT14KoPcEwXBm/wTDGcZGvj2jgW627EWVU/Hvqmo8GvKW/v1Z81IAU14TsyA7hgABAgQIECBAgAABAiso0IFg9afi9p1/Gq/7XrYe6fBR/eTvB+sFVj7+XXw0NvsSPFjztPRo5uzBan8klYLc8lqq+etVzc5c2xqr+XVMx68HWRjrv3hL3H/WzYP1YqvWucwvJzA+WB33qPHwy//ozMDxj/RPDlaHa1+OvG4LSzCUArSFLw2x2HeNlQhWC2QVj0QvKFgdhlD5YHU4HvKP0U8dl2uYsTp2ZGTvCxPG4vzBavXyJ7PMJs1vFjZ5KYAjvXWOkzWLc21f7D1K62FPtZrt9T3+lyz5maMxvX8zBqvD99Dyo/7Z+12TgtUZXhOLfZtzNQIECBAgQIAAAQIECHRGoBPB6k/FLfFYYUOPp0XyWHEhJBgzO3Ls5h5piYtffucOVkvDpBeeDjd4ekFho5h8KNkLMNazxmrlCM3NFMyHvEm7Lj4ybs3Y0cBm0I+qm5Q2rxoxy4dmS56xWmkwCLurNz2r+5Xd9WC1eqZlKWSaGqxWrXs5GtAPH5vOBavfTJYiGH1se/HBajbr/NNx10+8svBaTsdYqY/lcVcVrM7yXlWebT5L6Dl5xmreOopr0fYbvf57ZEuI/Gn84Rk/NbfVLK/Z2YLV3oz6iYYzBqtVS0NExVIA2WP/vT5Mn7E6dSmACWsBj53tmi7PMeU1MQuyYwgQIECAAAECBAgQILCCAt0IVn87+ULaWw7gEy8erl1YtW5i5fqP+cd1C+uSLjZYLX95LsyoHYQtO+PPD78njv30EoLVsUHIT8ft2fqW414EI2vD5teEHXdSxePW/UPTYDcNudY6Y3X65lWTXs/T1o2s671gJYLV/uZtg1nQ/bB7EPZXBav5zY7Ksxjn2byqH6zmN2gbzC5c91IAubB+EHC9P+LvXR0/l671OlxjtThDfXS0jfy8avOqiveq5+dnwRY28EruPePmVWOte8Hqwu8xaFcvWJ3XapbX6thgtTB2esHqxP7NE6xWbdAVcy4FkH+tVG5e9bLcZoPZL8GG43BsGJ/vRz9YnfiamAXZMQQIECBAgAABAgQIEFhBgY4Eq70ZT6/73s1x10/sie1f6M2+nDoLrVTw0dl0awxWk0Ajm0E7MqiG1xwJVrNNcLY9HA/+4PSIb2TLG/R3q+5vVjNp86je7YbLISQO5T+FfiZt3fmFdOOs/BqOIyetJVgdMytvMOvqP0T8yoRgtWp5hHSTr3RN2mnB6jBszy9jkPVLsFqs8IkTJ+L+J+6NF//qP1z722Bh7dSKy/RnM6cztUvrkeYfyx+uf5oFRKUlLY7fHOkmR/nNn8r3/sHnIt0sLQ0fS2uslo5N7/3Annhs187eI+5V46scqI2Elv33m0G/8jOiq37BMH3GdGFm+A8+F3/40Mvi5/rrn06a+fv8jH7Ql5fFmaU1UAfHxJG44XDEm3dF3JD+cmWadcWj9/01ome/R9lqOIt/EP4Whs90q2mDdnSt0+EZ1WOv//OyYdV71qSnIQbjIVkS4Ob4yXQphaQ/vx/bf35PTJqxmrSg2O4j8YdfeVr8XD5QLyw3k113uOb4TMFqshHjtNfEYGPFadJ+ToAAAQIECBAgQIAAgdUS6Eyw2nu0dmdEEhT0Z19WzVjNz8qZ/uhlRbCa2/m7F3xUfOmftHFUbt3WqmA1v6lO/gv/tA1misN28uZZ+cdJ438/HL8S70/XV5242VOuT3/5s7m1aye8XsaGl9m1vnh3XHB+dUA6ajvv5lVVu25njZ1tc7E63gpaPWO1DrCVuWdzx+zKlKABHR2/aVkDGqcJBAgQIECAAAECBAgQWEGB7gSrFY+5Vq/vmYSvwz/5tUanzVgt74b954dvjtg1nB2Uv+4sM6QmB487Y2KwWrUDedaA9HHg/mO7lYN6uBP7p659e8R/GO6IPWn91MxqptmepY2/is3oh57f+nrE2c+IyuUZcgF579xysDph86rscdv+I66V1y+tBduU175gtSmVqLkd5V/OlJdLqLl5bl+PgGC1Hnd3JUCAAAECBAgQIECAwDiBFgerikqgewKC1e7VdK09Kv9yJv9LoLVe03ntFhCstrt+Wk+AAAECBAgQIECAQPcEBKvdq6ketVhAsNri4mk6AQIECBAgQIAAAQIECBAgsFICgtWVKrfONl1AsNr0CmkfAQIECBAgQIAAAQIECBAgQKAnIFg1Egg0SECw2qBiaAoBAgQIECBAgAABAgQIECBAYBaVrfYAACAASURBVIKAYNXwINAgAcFqg4qhKQQIECBAgAABAgQIECBAgAABwaoxQKAdAoLVdtRJKwkQIECAAAECBAgQIECAAAECZqwaAwQaJCBYbVAxNIUAAQIECBAgQIAAAQIECBAgMEFAsGp4EGiQgGC1QcXQFAIECBAgQIAAAQIECBAgQICAYNUYINAOAcFqO+qklQQIECBAgAABAgQIECBAgAABM1aNAQINEhCsNqgYmkKAAAECBAgQIECAAAECBAgQmCAgWDU8CDRIQLDaoGJoCgECBAgQIECAAAECBAgQIEBAsGoMEGiHQN3BajuUtJIAAQIECBAgQIAAAQIECBAg0AyBp53ynNi8efOaGrPpO9/5zsl5zjx58mScOHEiHn300XjkkUfieb/x2nlOdyyBTgvUHay+4OyLO+2rcwQIECBAgAABAgQIECBAgACBRQn812/dHoLVRWm6DoF1CghW1wnodAIECBAgQIAAAQIECBAgQIDABgkIVjcI2m0IzCIgWJ1FyTEECBAgQIAAAQIECBAgQIAAgfoFag9WE4JkHYInnngikmUC/CGwagKbNm2KU045JV0iI/mzdevW2LJlS/q6SH62EX+Se9//xL1hKYCN0HYPAgQIECBAgAABAgQIECBAoAsCtQarSYD08MMPx1lnnRVPfvKT03DJHwKrJpD8UuH73/9+PPDAA3H66aenaw8LVldtFOgvAQIECBAgQIAAAQIECBAg0DaBWoPVBCsJks4444y2uWkvgYULPPTQQ+kvGpI/gtWF87ogAQIECBAgQIAAAQIECBAgQGChArUGq48++mg885nPNFN1oSV1sbYKJDNXv/a1r6WhqmC1rVXUbgIECBAgQIAAAQIECBAgQGBVBGoNVpNHnnfu3Lkq1vpJYKrAkSNHrLE6VckBBAgQIECAAAECBAgQIECAAIH6BQSr9ddACwgMBASrBgMBAgQIECBAgAABAgQIECBAoB0CgtV21EkrV0RAsLoihdZNAgQIECBAgAABAgQIECBAoPUCgtXWl1AHuiQgWO1SNfWFAAECBAgQIECAAAECBAgQ6LKAYLXL1dW31gkIVltXMg0mQIAAAQIECBAgQIAAAQIEVlRAsLqihdftZgoIVptZF60iQIAAAQIECBAgQIAAAQIECJQFBKvGBIEGCQhWG1QMTSFAgAABAgQIECBAgAABAgQITBAQrBoeBBokIFhtUDE0hQABAgQIECBAgAABAgQIECAgWDUGCLRDQLDajjppJQECBAgQIECAAAECBAgQIEDAjFVjgECDBASrDSqGphAgQIAAAQIECBAgQIAAAQIEJggIVg0PAg0SEKw2qBiaQoAAAQIECBAgQIAAAQIECBAQrBoDBNohIFhtR520kgABAgQIECBAgAABAgQIECDQ4hmrt8fBd+2K/WNreCAO/9o1cbEaE0gFsvGyJ25826G49JxmsghWm1kXrSJAgAABAgQIECBAgAABAgQIlAU6Eawe2H0yrrkw69rxuOl922PfgxFx5o1x7MpLIz6xN7bfcXPEzsNx8o01R613HoxNtyZx8OKC3+ML7N/gWpV2MQizi+Zre2Hd/pFNsetIxJ6LjsWhV29b20VmPkuwOonqxIkTcf8T98YLzq759TFzPR1IgAABAgQIECBAgAABAgQIEKhXoIPBakQ5HFx2ZDdXCZcQrM51/ykHT7YbzhJeRLC6yHZPv5ZgVbA6fZQ4ggABAgQIECBAgAABAgQIECAwq0AHg9Vh+JfNhCzM6PxbR2PvB/bFzSNC2QzS3vl37jwQcWR/7rjs57kZsaVr9MLG6p+nP4tstmp2YvJY+tVx9AMVSxr0Z4xuu++mtL0X7jwQ+4/0Fj4oh5rFGau9WaVj29+/XrH/vb7tyGa+Dvp1IG696M7Ync72/Vdx4Mg/LCy9sOeiW+PCO3anf5e1qRDM/nzEFSPWw0fxCzNWn359fyZvCXWCQ3pk9vMYV5diXfeHpQCq3hzMWJ31LdNxBAgQIECAAAECBAgQIECAAIGeQCeC1cpiDgK33AzWfDg4WBagvHTAjrg+W7u1f42j/UfWkxDv1h/bF7uPpPHmYA3XQZgYe+LXz705fv2bFcsQZMeXZ6ymQefRuDq3HmwhcDz/tmEQPGYpg6pgNY1gR9r/6/FPHvz1+BeRPX4fw2UT+teebymA0Rmsw/OH98qWYBg69ewiWwrghddFfPmKNMQeLguQW0M3aVs+EE/buqPU9iRQfk/syK2fWu0iWBWsevsnQIAAAQIECBAgQIAAAQIECKxfoBPB6tgZnP0wczATMxes5s8phonDYLVqFuYgWM2HnINZoHviuhdGXPHlm3MzKUtFGrMUwDB0zB1fCBTHB4LjgtXR9l8X18UVccWD49c1XUawOrAeOI0LVot9zALmNJgdBKujM14La+cOfHOOacCc1VWwKlhd/xunKxAgQIAAAQIECBAgQIAAAQIEOhmsDneA7z2ifvlfZZtXjT7OXhgChQCu+vH24YzVqsHTD+2i9/h+/nH7wUzMUrCaf/w+O2ZaoFi+8+zBamkzr8GFhmHjUoPVUsMHM3MHM1bXEay+8LbhUgKVs28Fq5Pe7iwF4B8DAgQIECBAgAABAgQIECBAgMB8AisbrI7ffGnS4+25pQAqH8sfLiswvH7peoN1VouzNvOzLpcWrJ5+Rbzm4evi93LLGMS4oLe/jEBk666m/e2t3zpcU3W2pQA2Ysbqsae+J7Yna8FWLQFhxurUdwXB6lQiBxAgQIAAAQIECBAgQIAAAQIECgLdDFZzj4OPnbFascZqb8bo0VJ4mFujddoaq2cOH7UfBKW5zaKKG1iVgtWRNVgjxj0CXx7DM89YHQSrFbNxy8smzBmslu3izGWtsVq9FMAgWM02p8rPGhasTn3bE6xOJXIAAQIECBAgQIAAAQIECBAgQKB7weq4mmaP1heCx/wmSLkTqzZNqtzp/spL4rb3bY99D5buWtq9Pr8MQHLk4Pq5oDXSEPC6iH+bv96BOLw7Ytet6fZTsWfMY/L5u88crJ55Y3zxuYfi/GRmZ+FP7hH8whqlB+LWi+6M3cnx5Q2jsj7lN9dKtvTaeSD2H9nfmzn68xFXlJZE6PX5UFx6TkRhk66nXz98lD/fthHX8WusDmb69uTixt1749Ct/SUZBuvrWmO16vWy7mD1W7fEla/5P+M/T3iDveyDn493/HT+gC/Fe1/6lvhovDx+9ffeF68927szAQIEegIP/Psr41Xv/s8Ru341PvkvXxtnFWCy946Il7/zk/G+v1/86dIMB+9zl8WHPv+OePHSbjT9wgMf75/TsRxBYE2fUeZl24jPNA/ELf/4VfF/Ht7g9765KNrQxrk65GACBAgQIDBVoMUzVqf2zQEEWidw5MiR2Lp1a2zZsiU2b94cmzZt2pA+LC5YnRySDsKAN30oPv+PoxCs/sx/mRSkbAiDmxAg0BiBCSHFF94bL33rRyOSUPHDl8Rtb0p+qbMBYWchWL0kbtuQXwxVODQo4G3McNEQApMEBq+ZZf4iV7DaK4Fg1YuRAAECBFZPQLC6ejXX4wYLdD1YLdIXv4QIVhs8MDWNQA0CX/qXL423fDgi0l/EDOeHjvv7pTexKYFmEix/aEfFTN6lC7gBgXYKCFY3sG6C1Q3EdisCBAgQaIiAYLUhhdAMAolA14PVcTNWr7oq4tpr8wsJXBbXvvNoXPXuHXHZmz4aH03ClbgsrnnTR+Ng+v+LfwaPAw9mskWMLj1gjBEg0CqBwes5Nxs190hv+ho/J1uGJDnmjXG0/5hsvp/Ze8Ho8gLDJQXSYyKbCTvm/WXcjNXBrNlR3d69h/cpHJEtc5B73xr+POtz8RdQOz7eD5vHvAf2+ph/3+wd6D2yVSNfYxctMGuwWvlajOGSJDO9VsuNz17Lw8CxeMSE2fblJQx2XRaXxUfjo8lSAO+4KuK911YswTT79S5702Xx0Q9/tN+/HfGRl74ljr7psogPfzS97svf+fG45A9eny49MLbNk9o49vzhZzTLmix6sLseAQIECNQhIFitQ909CYwRaH+wOqZj/Rln8ywFENkai0mk+sHPxxu/3l8qIL+moCDVa4lAhwWGQcRIOJo9+p8LOwe/eOkHlsP3kF7QcO7Iuq3FYDV9j/nLy3OzY0uP9kY+xB2/FMBgRm0WnKZtPBqX59ZlzY7JhyNZ+Fk8vxd2JGtRD38BlXucufQeOHyf7AcXg+DZL5s6/ELRtWkC09ZYTT6jvP7oYK344drNuV+K/C9vjpf/fzf0A8fe2s7Vr9VhEPvNbNZ9+l6QvJavjx25NeWLn4nKqzbn7l3+DBUR50bEN5N+D2b054LbKWtT987JlmPK2pu91+SC5EjaMKnNuWtUtPHFuyK+lIayw7BXkDptsPo5AQIECLRRQLDaxqppc2cF2h+sLm6N1UEoUg5JCl8YSjPOCptjdXaY6BiBlREoBg/njm7ckgtWe7Pcx214VbUhVtX7R/WsstHZsdXB6jA0GJ01NvxZrnyDsKYiLB2EMaVgdcJ74CBYHRzjPXJlXiw6Ol5glhmrY44ZhKczv1YrZmPmX7NVs16nBKHDJ3CG709ZsJp/OmfWTf+qZ/EPg9WRJ37GtrnqnGEbB8FqfjmXWWphLBMgQIAAgZYJCFZbVjDN7baAYHUYighWuz3W9Y7ATAL5x+9/b0dc/5pko6pcCFle97RiZlo2+2zyUgCfjB0f6u22nW6Klc4qK4WShWUHKoLVMTPo84HqyKzUqrCmADOcNTuYsSpYnWnoOIjAQGCWMG/arNaZX6tjgtW3HI1XpZvuDWeZzhuE5jeGGsxYrSrzrEFt9p5V+CVObnZ7PlAtz0gdd05u8yrBqtcgAQIECKyKgGB1VSqtn60QEKwKVlsxUDWSwAYKDGaMZffMhwaDMGRvvHnXobjhcP6R94pH/QszWvM//1DEW5OZoePPL67nWgpWB8sE5NYz7be3arOt+WfB5ZYCEKxu4Ohzq04IzBWsjnnypuoaU4LJfHD68b99W7y+NKN+EcHq7OvJj85eL95/dPZpVfumnZMPfwWrnXj16AQBAgQIzCAgWJ0BySEENkpAsDpDsGqN1Y0aju5DoBkCpcdQC0FCRbA6WHOwtNHVcP3R0pqraZg6DFaz8/OB7uSlAC6Po6/phbLD9Q6HdMPr9JcHyPdn5nUb51xj1VIAzRi7WtEMgbmC1fwvR3Jh5G/+ahz9pWTG/PDn49ZYrXrUfhCsZp9hcr+MiZnWRH1xRO69Y9Iaq8M1YvP85TVbh0ur9O4/IVgd2+bcuqzZ4/65NlpjtRnDXysIECBAYPkCgtXlG7sDgZkFVjlYfe19+R25L4uq9RJHZq71Ze14PfMQcyCBFgrkAoHcJihpRyqXCih2MR8yFN5DcjtsF4PT/vlv+lB8KN4Sb/lw8t8vj1/98CVx25uSYCUJSIczVoebSo3S9u4dg7Vhe0dcFh/6YMRb+o8Fv/wf7I3//K8PlU7O1mgtbqC14+Mv7benuo+Tlzv4fLwjhu+zs890a+GQ0WQCeYFZgtXk+Kq1RPOz2Ct/Xn6tjl9jdbCZVdq2l8evfvCSuO2tvbC26pcyw/e3rDOXxWVv+mh89MMR+Y3v8l2tDlX7R4xb7mDsY/0x3KBrXJtzm35l72+DNr7z43HJH7y+v8RKcUiObkg4eY1+A5oAAQIECDRZQLDa5Opo28oJtDZYXblK6TABAgQIECBAoL0Cxc0BX9zejmg5AQIECBCoWUCwWnMB3J5AXkCwajwQIECAAAECBAgsWqC43nPEe1/aW8Jk4izXRTfC9QgQIECAQAcFBKsdLKoutVdAsNre2mk5AQIECBAgQKC5AvllVfqtzNZGbW6jtYwAAQIECDReQLDa+BJp4CoJCFZXqdr6SoAAAQIECBAgQIAAAQIECLRZQLDa5uppe+cEBKudK6kOESBAgAABAgQIECBAgAABAh0VEKx2tLC61U4BwWo766bVBAgQIECAAAECBAgQIECAwOoJ1B6srh65HhOYLLB169bYsmVLbN68OTZt2rQhXCdOnIj7n7g3XnD2xRtyPzchQIAAAQIECBAgQIAAAQIECLRdoPZgdefOnW031H4CCxMwY3VhlC5EgAABAgQIECBAgAABAgQIEFiqgGB1qbwuTmA+AcHqfF6OJkCAAAECBAgQIECAwEYKfPXBr8YNf3ZD3P3A3fH4E49v5K1bc69TTzk1zjvrvHjzi94czz7z2a1pt4YSWIuAYHUtas4hsCQBweqSYF2WAAECBAgQIECAAAEC6xRIQtVf+swvxWmnnhZbTt0Sm2Jjlm5bZ7M3/PSTcTIeffzReOzxx+I3X/GbwtUNr4AbbqSAYHUjtd2LwBSBtgerP/jBD+LYsWPx0EMPxRNPPKHeBAg0XOCUU06JM844I7Zv3x5PetKTGtXa5P3kvvvui4cfftj7SaMqozHzCCSvsdNPPz3OOeecxr3G5ulHF471GaULVdSHVRZoymeWa/7omrj3e/fG1lO3rnI5Zu77I48/Es/50efEwZ85OPM5DiTQNgHBatsqpr2dFmhzsJp8YfnKV74ST3/609Mvj8mHH38IEGi2QPILkOS1+1d/9VfxvOc9rzHBT/Z+kgRSp5122oZt5NfsamldGwVOnjwZjz32WPoLgia9xtpouZ42+4yyHj3nEmiGQFM+s7zultfFj/zQj5ipOuOwSGau/vX/+Ov43df+7oxnOIxA+wQEq+2rmRZ3WKDNwepf/MVfxA//8A/HU57ylNi8ebMgpMPjVNe6I5CEPidOnIjvfve78d//+3+PZz3rWY3o3Fe/+tW0HckvabL3k02bPGrXiOJoxMwCyesre40lwV7y59nPts7czIALPNBnlAViuhSBmgSa8pll9+/ujjOfdGZNCu287YM/eDBufd2t7Wy8VhOYQUCwOgOSQwhslECbg9W77rornY2zdevWwWxVQchGjRz3ITC/QPIFJfmTzAB55JFH0hnnF1xwwfwXWsIZyftJMvt9y5Yt6fuJ95IlILvkhggkr7PkNfboo4+mM8Ob8hrbkM436CY+ozSoGJpCYA0CTfrMIlidv4CC1fnNnNEuAcFqu+qltR0XaHOw+id/8ifxUz/1Ux7b7fgY1b3uCWSPKv/pn/5pvOQlL2lEB5P3k5/4iZ+IU089VajaiIpoxHoEktfY448/Ht/4xjca8xpbT3/aeK7PKG2smjYTGBVowmcWwer8I1OwOr+ZM9olIFhtV720tuMCbQ9Wzz///DQI8YcAgXYJJGtAfulLX2pM6JOEIM94xjO8n7RrGGntBIEkWP3617/emNfYqhUreU/xGWXVqq6/XRWo+zOLYHX+kSVYnd/MGe0SWIFg9fY4+K5dsb+yLgfi8K9dExe3q2aztfa+m2LvB47G1Un/8v9/trMdVZOAYLUmeLclsOICSejzxS9+sTGhj2B1xQdkB7svWK23qILVev3dncAiBer+zCJYnb+agtX5zZzRLoGVCVZj98m45sJ8cY7HTe/bHvvixjh25aWxrV11q2zt8U/sje3fvjpOvvHiCMFqKysqWG1l2TSaQOsF6v6SUgYUrLZ+SOlASUCwWu+QEKzW6+/uBBYpUPdnFsHq/NUUrM5v5ox2CaxwsBqRBpH37O1MsFoYeoLVdr0S+60VrLaybBpNoPUCdX9JEay2fgjpwBQBwWq9Q0SwWq+/uxNYpEDdn1kEq/NXU7A6v5kz2iWwwsFqb4mAOy86Fode3Zuvmgatd9xcqOCBwUzX5Pj3xI7de+PQrfsikvPOv633uP3uiF237o/02DgYm24tLjywJ3eP2z+yKd7z1MOx955dse/B3q2G94j+TNN90WvFgTicXPuzO3rhbxqWHoq9bzsUl57TOze53q44nM5SnW3Gan+mbv/e/RZ0d0mEdr0eQ7DasoLV2dz7Pxn7r7g+4s2/FQdefXaNLfmzuP4X3h2f/LvvjN9564tqbIdbr0eg7i8pgtX1VM+5bRAQrNZbJcFqvf7uTmCRAnV/ZhGszl9Nwer8Zs5ol8DKBKuVa6yeWVwG4Ph9x2PbOblFAQprk/bXas2fk/58X9y8sxdspuFs+RrRD2T7YWgahB7ZEzdm4eidSRB7Z/+/+/cYXK90zwUFq8fv2xbb+sFs2ub8EgLtGr+da61gtXMlXVKHvhWfvOYfxX/7X38nLn/xkm4x42X/7IO/EB8/t+5wd8bGOmysQN1fUgSrBmfXBQSr9VZYsFqvv7sTWKRA3Z9Z1husvuZvvD/e8GNPypH8IO7+87fHP//aIpWadS3BarPqoTWLF1iZYHV0jdVshuqFpdma5c2ushC09/eF61QEnb0Sjc4KzWal5meYpocWrjF6j8JyBQsJVvuDKA10c3FzKWRe/FBzxVkEBKuzKDkm4lvxrfvPjrOfVrdFU9pRt0P771/3lxTBavvHkB5MFhCs1jtCBKv1+rs7gUUK1P2ZZT3Bai9UjVKQ+tb4jVe9Is7568/EG//og4ukasy1BKuNKYWGLElgpYPVSGeTZmFpFqgeGAatU0LPYiiaD1RzM1IL9yg+ul9LsJoFqvlZtl1ea3ZJL5xlXXbVg9X9v/ALcU8V7nMuj986+KpIH3jvPwJfeVx67nPj8usOxKui96h81XGv2l+c6fmtT+yPf3TD6JH545KZme+OcY+79x6Hj9J10+Z86fr4hQNHe23KBaHp9T412tnn5h7t77VrR7zzdy6P7CH76vP6fU6v3380P15VOC+9U2r32fjZUlt6rZj9vPEWvWsc7fcha2u+T4MeD+qYtTO7//hXV1KPl91R7ZacVa5r8nez1Hb663m0vlV1GN6/N6P4+nvzV87XKKJ8fqXR9IYt7Ii6v6SUO7KIzav+/Ka3x7WfGUO08w1x8JdfGU9dmODiL/TtP/yNuOaOl625ncn518fl8cs/N+xles2PHxnT2FfGVe9/Qzx/8V3ZgCv+eXzs7ddGvOP98YYXbMDt1nALweoa0BZ4ypqD1fTf8E8OW5Jf9qbq80j+80qu/SNPd0z6LDNuaZ0Z7lf+t6Xq38UC66T+DT435D9LVXy2WGCdXIrALAJ1f2ZZa7D61p/5SLziR8bMTn3mP433P/8n4y87OnNVsDrLyHZMmwUEq1mwum10/dJps0lHg9WKWa0NC1Z3VISond7Eq2WvTsHq/orQrx+4ZV9WJoaDWcHHr/vZC9piEHT2voQUQ6/0Kv0vG1ngtbhgNQvdxgWfw3VTi8Hq+POy8LD3BSoXUJa/nM0UrEbElPPmDVaj4ovmMPAsBquV4XTpy2lVwF006J0wa22nvU1kX1SzL6jlMZQfL8Pwt1jf/Dnn3pKMudzP+1+Wd1QF89Mat6Cf1/0lpdyNhQWrcVW8/9JyVNgL4T79iqqfLQh0AZdZb7CaBMt3XVAMGsdf89vx6d+4Jj4WCwic/+vH4u3vjQ0OaQWrCxhynb7EmoLVkX8z858tomJ98f6/05H7ZXDF54nx0JOW+an6XFO8XySfb/7oZ4e/iO5/jhkbrk7sX/Lr3HG/VBSudvrF0oLO1f2ZZS3BavVM1XHYr4l/+rfeEOedWvz5fd98Y/zynyV/l8xw/Rvx4Df/Mn7y3POit6jAffGZT/5ypPNdX/Qb8ZFzc+v+JX/3+N3xsf/0z+P3kv+fhrhnxh9/M+IV554TyXU/88Pl5Qki/fuq+8V3PhZv/+P0SjP/EazOTOXAlgqsdrDan72ZPqafBqv9TanSzayyx/nnWQqgvEZqf4bqkeEGVbMsBbB/4hqr++LCbEOt0hqvs2xelQard8RwjdfsGpYCaMRLWLBaFaz2A7Kj/S8qcwSrlSFd7vwLPl8MWUcGQe5LSTpTcgEzVnsh3bgvJb0vSZ/9md6apflgNSael83MTALj18d/u+LdEW++PI7ecH0UwroZgtVZzpsrWI1Xxas+dTR+vDBLtv/lccer4pOfiv7M2gmzfnOFGXvvUjhZGX7mCzztC2d2bHLcHRGv+tQnBzOS02vnv7ymxw7bXzlWcvZpsFoYS7P1fd43qYMHD8YXv/jFwmnnn39+XHPNNSOXqvtLSrlByw1WI9LZrJWh67zKyzt+fcFqEjTeFReUZqBOuub67pdzWKFg9X3ve1/cfffdhUFw3nnnxZVXXln5Gvv6178eL3nJS5Y3aFx5rMBagtX0vf6bry9uzJj+25H8u/Wy+FzFkyrFfx+KT2JMezJhLb/AHd7vgrirYu31Sdec3L/L40VJX//Njw+D2kR3ps9gBiKB5QrU/Zll7cHqg8PwMyUaDVB/8J2PxR9vfUO84kdyQWlyZGEJgf7SAbmwNJ0Nu/Xu+NhXI177/POiGH6WlhpIg9Xz4km5pQde88zXxO99LReWZuFrGtaO3m/eCgtW5xVzfNsEViZYrdy8KiL2XHQsDqVBakQU1h1NAtXrIv7t9tj3YLI8wCVx2yxrrGZBZX8kJKHtJV8ebli14z9til0x3OxqZNZr4fw9cWBnxP7v7I1jV14aaSvzbTzzxjj83EOx69tXp5tnzRKsJlts9TbQ6jcwCVR/PuKK0iZcbRvIXWmvYHVCsJoFUTN9qO/P4tgxeaf6qkfti2NpSlg2OHj2pQDSLzlZSDxl4I4Eq5POG7j0g9X9vxO7v1laSmCWYHWG8+YLVt8Z74x3Fze4Stvx3+L1+yPenX5BTZY6mC1cnBysDpc5mKe24zcAS9r08fjxLKzuzyhdb7DaC/RzSzyMWS5ive9rSaiahKv5P0momoSr5T91f0kpt2cjg9U0UDz22rgqro1rP5M8Dv934ngye7P0xPwr84+ZP/Dp+I1f+Vj0DnllXPWOiGv//fbeY/vpz47Fa5O/e++nIz0vklmcny50c+frD+Ye0+/PGM3uufMNcdVFn4trk6UA3hpx/eBe2SWmPLafhJt3XTAyW3fmYDUNR4vtjdzyyHRanAAAIABJREFUCeVlFgZ9KZy3M97wz345XnlWP8juL8uw8/VXxcvuuDaO/f3ebNrkWrds7/1db8bsi+LPRvxL/S2175XvuCrivb2lAC64a3QJiKL1el9Zw/OTUDUJV/N/klA1CVerXmOC1cXZz3ultQSrVfcY/tsyS7CaXaH4S9PKtg8C2+HSP+M+j+T/zar+96h43+unfBbK32fav52T7zdvVRxPYG0CdX9mWVywWux/Eo7+jUf6wWqU1lstLBXQCzpjMKO0H7ye8Zf9YHV0SYE0eM2uOXbZgX6AOmhWtmzB6P3mrZxgdV4xx7dNYAWC1baVpNhej+m3u37ztl6wOn4pgMHs02lrrOYfYy+tHVa9tmpxDdNxX2QWOmN1g4LVwbIAmcmMweq08+YNVn/nos8VZr0MZskkf18KVnMr2RVL0V9O4Ftj1rotf9mb9uWw6hHH8ut1uCbetwpr6K43WE3W2i2u/VqxFMW8bx5jjs/PWh03WzU5te4vKeXmLzdYLS4FkK07mgWnvdCwGOT1jol+UFheSqD/31nwmIWuuaUGvv3At+OpZ+VXdE3OuSW2F4LH3D2za+y8JP7mkdvivxSWLZj+2H7S3t/f9ssj643OtBRAP8iNQvA77PPB7bfENR9/xvBR/zTk/PogRI3SjNWiXUS19zCEjfh2fPuBp8ZTzxqOiiz8Tpd16Nvk25cFvX/zlTvjv3w6q1P//H4IWwjGF/T6Si6Tn7U6brZq9hoTrC4Qfs5LLSZYHV0KoPxkTPW/D9OC1Wk/Tzpb/cvHiUHnrE9mDCzHLaOUm3k7Zg3ZOcvhcALrEqj7M8vag9XyplV5ht7s1Z98KJuxWkU0PuhMZ7QOgtVseYDSNbIZqiPBahao5mbJTgly5y2gYHVeMce3TUCw2vCKCVYbXqAFN0+wWr15VeHxuZlmrFYXZrCpQ/+LQboeWWlzqG4Fq8O1YtNQefv0zasGXxLzX8hK580drCZBTTrzM9nAK7eGXGSPVM45Y7Vi068obda17mC18Ahk8QvteoPVkRmrS1xjNT9rddxs1U4HqzNsXlUOGyuXCUjDvM/Fy9IgdHQ9z8I1Csfm31FKs1KTua79WbBV9+xd8yfTYPWHSpsyTX5sP7nP9RFv7c0WLbRgls2rxrR/0MYL7pq8hmpVsFrYhKvoN3ZZhvKs2UJwndUi613vmv8jCVa/Xt7wa7nrr+ZnrY6brSpYXfCHpTVcbr3Bavnzw9lzBZ1TgtOps1XnDVaHQei05QcyytH+TfgcNXZZpDUUxikE1iDQxmA16ebEzav666IOlgIoz1gtOM0/Y7VwejlYrZrBKlhdw8h0yioLCFYbXn3BasMLtODmCVbHz1jNdppf//pew5Bs5FH5kXpu/FIA+dByvUsBZI8LDtZ1ve7H4+NXDB+XHxciTztv/mD1RelGUh8/97fiwEvv6i0DkDz+X/gyub6lAMpB6vqC1WwJgCQIHv1Cu75g9R9HvHe4jm7hS+2SvqxmywFUra2a3b/uLynll95yZ6xWhI254K/8mPvw6GxWZUVQl4SAhaUA8sFfFqjmZ2VODxfXHKwmwegHIy5PliUowc60juq0YDXdDKw/gzW7fn5G7dRgteeRXwqgsN5tFqjmZ/ymIXM/MK1sX33BakKQLQdQtbZq/jVmxuqCPzTNcbk1B6u5p2SKT73MM4N0crA6fDri7GGPCk/cJOuyz7b0wOjGkIN/ZXqbbfX/c9CXsf0bg7uOX27PUS6HEpgoUPdnlrXMWM06VLWJVe/veltQTVxjNZmRmm5ANS1YrV5jdbB0QGWwmj8nW/vVUgBeigRmFRCszirlOAIbICBYXdAaq1UbLgzqVw5Wkw2fsgCtVOQ5N6/6ZH4Zgv6lypsoTd68qr9RVz9gW9fmVYUd5vuzV57z3HjuvRE/W9nfqi+J1eeN7UP/C1q8ubf5ViGA7dfknT/z2Xh3thnIAoPVcuC+rs2rSktIFEbF331n/Na5H1/H5lXDNXBnXydvfW8+2QZWVWur5kOf5LimbKxTe7A6cWOreWesVs2YXF6wmoSn18flufVbh+NnEcFqshbtLdtH14f93EX9v5sarE7ue1Ubp88IrjdYzTawqlpbVbC6vvevRZ29pmA1Cx0rH39fULA6c1A5/X69p3DuiVlnqfb+3bw+7hnzeH/lL1Fnbu+iKuc6BEYF2hysJr3JB6m93vUCzC+e/f54bdwSb//jSJcFOO/UXN9zG1XFpGA1CV77s1/zcvfl1mONqhmqhXOS9twS8eykDcnyAPfGc0prus47Li0FMK+Y49smIFhtW8W0t9MCgtUFBqsHjlYHpqXHrnshYcUal/1wLfuCMnm33myn3Ovjnly4ms0cKc5y6W+sdW8yA6W8SUVxfbPirMvx5xXvM2bm5yAsHLee5zznVbQl+4KW63/RbPho4sBjicFq8kYxa22nv6lULAVwQymQL4fwnyrWdxj09oLVYgjf94zLi7svT2/Ywo6o+0tKuSO1B6tVa6wOZrWW11gtrXk6MqOyfPxwM6fx67pm67bOv8ZqMuP2rgt6G0OV/8werH4sxq2xmm7y9Y1kk6lsRmyvrV/P1mSdssZqbw3W/qZe/c2r8jNWy2uyZmuqHimtYZtvX7Zuax1rrM76IkxeY2aszqq1+OPWEqxO3myyaj3Sce/lE2aszrQMQPovWm/GaeEXuPn7nRu3/sK7Y/B0zwyEUzfTHNlYcbaNQWe4tUMIrEug7s8s65mxuq6Ot/hkwWqLi6fpMwkIVmdichCBjREQrE4IVrPwM/ozLMaWpBcc9taxvKfyqPJsjuJGQsNT8oHoYP2xkSvmg8rcBg/pceM3JRp7vZFgtri5VvV5o20ob6gxMWhM2zr+UfxxAWW5LWXXchg9MtO1Ilgdu3lVRCT1GLuJWEWwm/RqltpOf3WP2lTVYThesuA5f+VJ4yQiat4QpO4vKeUa1BmsJpsnJY+qf+xIrlVZqJf9Vba5VPrfO+OVr4j49DcmPKpeOL63tmpv9/pseYDyPV8ZV70j4tpkeYH+ZlL55kQUN9catjQJOe+KC97/hkge2C//mSlYTU4qr2+adjMLU0vLACQ/yy8FMOjrcOmDwvIKr3hlvPIzn46YsL5s4fjkvplBdp9S+3a+/qp42R3XpssL9FyLPd9Z2Ihr+it+GUcIVpehOvs15w9Wq97Hs/v1f3FWtZlm5Xv5+GB16i9t812cdL9JG3tWPE0TMUP/qv4NrbzW7HVwJIFFCNT9mUWwOn8VBavzmzmjXQKC1XbVS2s7LrDqwWrHy6t7BBorUPeXlDLMIoLVjcQu7Fq/kTdu5b2SYPaW2J5uBNbKDqyp0YLVNbEt7KT5g9WF3dqFCBBYsEDdn1kEq/MXVLA6v5kz2iUgWG1XvbS24wKC1Y4XWPcINFSg7i8pbQtWizvZlx6Fb2iNa2tWaWmE3mP7z4irxsyqra2dS76xYHXJwFMuL1it19/dCSxSoO7PLILV+aspWJ3fzBntEhCstqteWttxAcFqxwusewQaKlD3l5S2BasRpcfh84/CN7TGdTYrWwO114bhEgF1tmmj7y1Y3Wjx4v0Eq/X6uzuBRQrU/ZlFsDp/NQWr85s5o10CtQer7eLSWgLLF9i6dWts2bIlNm/eHJs2bVr+DSPixIkTcf8T98YLzr54zffzpWXNdE4kULtA3V9S2hes1l4yDWiZgGC13oL5jFKvv7sTWKRA3Z9ZBKvzV1OwOr+ZM9olUHuwunPnznaJaS2BJQqYsbpEXJcmQGCsQN1fUgSrBmfXBQSr9VZYsFqvv7sTWKRA3Z9ZBKvzV1OwOr+ZM9olIFhtV720tuMCgtWOF1j3CDRUoO4vKYLVhg4MzVqYgGB1YZRrupBgdU1sTiLQSIG6P7MIVucfFoLV+c2c0S4BwWq76qW1HRcQrHa8wLpHoKECdX9JEaw2dGBo1sIEBKsLo1zThQSra2JzEoFGCtT9meV1t7wufuSHfiQ2xcYs2dbIIszRqJNxMv76f/x1/O5rf3eOsxxKoF0CgtV21UtrOy4gWO14gXWPQEMF6v6SIlht6MDQrIUJCFYXRrmmCwlW18TmJAKNFKj7M8s1f3RN3Pu9e2PrqVsb6dO0Rj3y+CPxnB99Thz8mYNNa5r2EFiYgGB1YZQuRGD9Am0OVu+666544QtfmG685Q8BAu0SePTRR+PLX/5yXHDBBY1oePJ+cu6558Zpp53WiPZoBIH1Cjz22GPxzW9+szGvsfX2p23n+4zStoppL4HxAnV/Zvnqg1+NX/rML8Vpp54WW07dYubqmFIlM1UfffzReOzxx+I3X/Gb8ewzn21YE+isgGC1s6XVsTYKtDlY/Yu/+It48pOfHGeffXZs2uTRmDaOP21eTYGTJ0/Gt771rfj+978fz3rWsxqB8NWvfjU2b94cP/qjP+r9pBEV0Yj1CCSvse9973tx4sSJePazfbFcj+Vaz/UZZa1yziPQLIGmfGZJwtUb/uyGuPuBu+PxJx5vFlJDWnPqKafGeWedF29+0ZuFqg2piWYsT0CwujxbVyYwt0Cbg9Uf/OAH8ZWvfCWdZXbWWWfFKaecIhCZewQ4gcDGCSRfTp544ol44IEH0pl0z3ve8+JJT3rSxjVgwp2y95OnPOUp6S9skpDVHwJtFEjC1OSXFt/97ncb9Rpro+V62uwzynr0nEugfoEmf2apX0cLCBCoW0CwWncF3J9ATqDNwWrSjeSLy7Fjx+Khhx5KAxt/CBBotkDyC5Azzjgjtm/f3phQNRNL3k/uu+++ePjhh72fNHsYad0EgeQ1dvrpp8c555zTuNfYqhXOZ5RVq7j+dk2gyZ9ZumatPwQIzCcgWJ3Py9EElirQ9mB1qTguToAAAQIECBAgQIAAAQIECBBokMAKBau3x8F37Yr9I/h74sa3HYpLzyn+4Pgn9sb2O6LyZw2qn6Z0TECw2rGC6g4BAgQIECBAgAABAgQIECDQWYHVCFbvuyn2fmBf3LzzcJx848WFYlYGqOnxR+PqX7smikevZxz0gt3YfTKuuXA913FulwUEq12urr4RIECAAAECBAgQIECAAAECXRJYgWC1P1O1IlRNC5mGqIdib37W6n3H4/g522LbQistWF0oZ0cvJljtaGF1iwABAgQIECBAgAABAgQIEOicwMoEq3dedCwOvXpaVDoafqYzWu/ZG8euvDS2ZTNfB8Mgv4zApHN3xPW5ZQj2JG15+vWx6dbiwgTp309tY+fGoA7lBASrhgMBAgQIECBAgAABAgQIECBAoB0CgtVCnWYIR3MzX3vLCFwYh9MlA6aEsqWfH7/veGw7Jx/0Jue/J3ZUrPfajqGklYsQEKwuQtE1CBAgQIAAAQIECBAgQIAAAQLLFxCszhmsFtZILazFOl+w2rvt8bjpfdtj34PDRhywBuvyR32D7yBYbXBxNI0AAQIECBAgQIAAAQIECBAgkBMQrBZmkk6fsTp+86l5gtUsUJ28lICRunoCgtXVq7keEyBAgAABAgQIECBAgAABAu0UWJlgdf+4zavWE6yuecZq1UZWNrdq50tosa0WrC7W09UIECBAgAABAgQIECBAgAABAssSWIFgNSKyTaeqwtU7D6abSPUewe+Fm8ONrnr/vf/MG+PYlf0NqKassVp97qWxrSLAzYe9t39kU+w6Ev12LKvcrtt0AcFq0yukfQQIECBAgAABAgQIECBAgACBnsBqBKtpV/shaUXlC+uaZiFsetyBOLw7Ytdnd8SxKy+NbYWfJT/PP8qfC3Crzs2tp7rnomNx6PzbYu8H9sXN/fYkbbjky0m4WrqmkbpSAoLVlSq3zhIgQIAAAQIECBAgQIAAAQItFlihYLXFVdL0lREQrK5MqXWUAAECBAgQIECAAAECBAgQaLmAYLXlBdT8bgkIVrtVT70hQIAAAQIECBAgQIAAAQIEuisgWO1ubfWshQKC1RYWTZMJECBAgAABAgQIECBAgACBlRQQrK5k2XW6qQKC1aZWRrsIECBAgAABAgQIECBAgAABAkUBwaoRQaBBAoLVBhVDUwgQIECAAAECBAgQIECAAAECEwQEq4YHgQYJCFYbVAxNIUCAAAECBAgQIECAAAECBAgIVo0BAu0QEKy2o05aSYAAAQIECBAgQIAAAQIECBAwY9UYINAgAcFqg4qhKQQIECBAgAABAgQIECBAgACBCQKCVcODQIMEBKsNKoamECBAgAABAgQIECBAgAABAgSaHKyqDgECRYGtW7fGli1bYvPmzbFp06YN4Tlx4kTc/8S98YKzL96Q+7kJAQIECBAgQIAAAQIECBAgQKDtAmastr2C2t8pATNWO1VOnSFAgAABAgQIECBAgAABAgQ6LCBY7XBxda19AoLV9tVMiwkQIECAAAECBAgQIECAAIHVFBCsrmbd9bqhAoLVhhZGswgQIECAAAECBAgQIECAAAECJQHBqiFBoEECgtUGFUNTCBAgQIAAAQIECBAgQIAAAQITBASrhgeBBgkIVhtUDE0hQIAAAQIECBAgQIAAAQIECAhWjQEC7RAQrLajTlpJgAABAgQIECBAgAABAgQIEDBj1Rgg0CABwWqDiqEpBAgQIECAAAECBAgQIECAAIEJAoJVw4NAgwQEqw0qhqYQIECAAAECBAgQIECAAAECBASrxgCBdggIVttRJ60kQIAAAQIECBAgQIAAAQIECJixagwQaJBAm4PVP/mTP2mQpKYQIECAAAECBAgQIECAAAECBKYLvOQlL5l+0JgjBKtrpnMigcULCFYXb+qKBAgQIECAAAECBAgQIECAAIFxAoJVY4NARwTaHKx2pAS6QYAAAQIECBAgQIAAAQIECBCYScCM1ZmYHERgYwQEqxvj7C4ECBAgQIAAAQIECBAgQIAAgfUKCFbXK+h8AgsUEKwuENOlCBAgQIAAAQIECBAgQIAAAQJLFBCsLhHXpQnMKyBYnVfM8QQIECBAgAABAgQIECBAgACBegRaHKzeHgfftSv2T3E7sPtkXHPh8nGPf2JvbL/j5ogzb4xjV14a25Z/S3fooIBgtYNF1SUCBAgQIECAAAECBAgQIECgkwKdCFbXF54ej5vetz32PRix56JjcejVa4tE88HqrT+2L3YfWd/1hqNtGCCvr5+dHL+d65RgtXMl1SECBAgQIECAAAECBAgQIECgowKC1Vh8sLrYGauC1Y6+9iq7JVhdpWrrKwECBAgQIECAAAECBAgQINBmgZUIVm//yKbYdaRYpt7s1BjMVh38dOe/igNH/mG6xEA2Q3T0Mf9hGNs7b08c2Bmx/0hvKYDCjNWnXx+bbh1dsGAwO/a+m2LvB/bFhTsPxP4juePSJQV2xPWl5Q72vPC6iC9fETePjLoDcfjXromL+9cr/rz/szaP1BVpu2B1RQqtmwQIECBAgAABAgQIECBAgEDrBToRrI6twpk3xhefeyjOT9Y+jX64eOfBftC5J25826G49JzyjNWjg7VbxwWrRwdBbUWYWQpWr4srYvu3r46Tb7y438xsBmr//tELVtMgdOfhOPnGHcOwN/3vyLXncMSt/XVl058l18yFvGf+evyTB389/kUS9ZaD48HxrR+zne6AYLXT5dU5AgQIECBAgAABAgQIECBAoEMCnQhWJ649OghSx83aXEewmgsrJ6+xWp7h2htBabu3ZcFqFvRGDGbYTghW830e3vu6SILcK9a5XmyHxnfruiJYbV3JNJgAAQIECBAgQIAAAQIECBBYUYHuB6tpYYfrlA7qXDHjszfLc44Zq1OD1S/G3nvOTzfGSpYL6M2QLa2ZusZgtXK8pssHXBrxib2xPZ2lm/0ZhrYrOs5b023BamtKpaEECBAgQIAAAQIECBAgQIDAigt0PljNZn8O1jQd2axquM7q4oPVW+PCO3YX1mvNh7yLmrE6GMOD9VVzs3Onzthd8VdAw7ovWG1YQTSHAAECBAgQIECAAAECBAgQIDBGYGWC1WRTqWQ257bc7NXyOqTlYLX839k1RtZYzc+ILayxOgxWe+unXjx8zH+dSwFk18uvsZrf2GpkfdhsjVkvhUYLCFYbXR6NI0CAAAECBAgQIECAAAECBAgMBDoRrE6q54HduQ2f8gfmHuMfrGma/Dz5+791dLihVBKA7jwQ+4/sj2E4O7pmav6YW39sX+w+0t9A6vzbCtdKrn84dsWuI8nN9sSN//PeOPTvks2rxq2xmtvMKjnjhddFfPmK3mZXuT/ZjNzBeqvFn/aXITDymy4gWG16hbSPAAECBAgQIECAAAECBAgQINATaHGwqoQEuicgWO1eTfWIAAECBAgQIECAAAECBAgQ6KaAYLWbddWrlgoIVltaOM0mQIAAAQIECBAgQIAAAQIEVk5AsLpyJdfhJgsIVptcHW0jQIAAAQIECBAgQIAAAQIECAwFBKtGA4EGCQhWG1QMTSFAgAABAgQIECBAgAABAgQITBAQrBoeBBokIFhtUDE0hQABAgQIECBAgAABAgQIECAgWDUGCLRDQLDajjppJQECBAgQIECAAAECBAgQIEDAjFVjgECDBASrDSqGphAgQIAAAQIECBAgQIAAAQIEJggIVg0PAg0SEKw2qBiaQoAAAQIECBAgQIAAAQIECBAQrBoDBNohIFhtR520kgABAgQIECBAgAABAgQIECBgxqoxQKBBAoLVBhVDUwgQIECAAAECBAgQIECAAAECEwQEq4YHgQYJCFYbVAxNIUCAAAECBAgQIECAAAECBAgIVo0BAu0QEKy2o05aSYAAAQIECBAgQIAAAQIECBAwY9UYINAgAcFqg4qhKQQIECBAgAABAgQIECBAgACBCQKCVcODQIMEBKsNKoamECBAgAABAgQIECBAgAABAgQEq8YAgXYICFbbUSetJECAAAECBAgQIECAAAECBAjUPmNVCQgQKAps3bo1tmzZEps3b45NmzZtCM+JEyfi/ifujRecffGG3M9NCBAgQIAAAQIECBAgQIAAAQJtF6g9WN25c2fbDbWfwMIEzFhdGKULESBAgAABAgQIECBAgAABAgSWKiBYXSqvixOYT0CwOp+XowkQIECAAAECBAgQIECAAAECdQkIVuuSd18CFQKCVcOCAAECBAgQIECAAAECBAgQINAOAcFqO+qklSsiIFhdkULrJgECBAgQIECAAAECBAgQINB6AcFq60uoA10SEKx2qZr6QoAAAQIECBAgQIAAAQIECHRZQLDa5erqW+sEBKutK5kGEyBAgAABAgQIECBAgAABAisqIFhd0cLrdjMFBKvNrItWESBAgAABAgQIECBAgAABAgTKAoJVY4JAgwQEqw0qhqYQIECAAAECBAgQIECAAAECBCYICFYNDwINEhCsNqgYmkKAAAECBAgQIECAAAECBAgQEKz2BD78xU/Gv/7Cf4x//4Z/Fk/e8sOVLLd/ZFPsOlItdmD3ybjmwi6Op9vj4LveEzvediguPSf//7vY12b3SbDa7PpoHQECBAgQIECAAAECBAgQIEAgE1ipGavv+vRvx633HI5TT9kct/3itfGk07aOjIQ0WI3DcfKNFxd+dvwTe2P7HRE3puFjBwbQfTfF3g8cjat/7Zq4OASrTamoYLUpldAOAgQIECBAgAABAgQIECBAgMBkgZUMVjOSP3rL/xs/dOqWgtC4YDXSIPJQ7O1KsFrstRmrDXmnEKw2pBCaQYAAAQIECBAgQIAAAQIECBCYIrDSwWpic/jy34otm08bMI0LVtO//86NcezKS2NbcvSdB2PTrfsLvHsuOhaHXp3+NJLj3/PUw7H3nl2xL5LzdsT1yeP2u/fGoVv3RaTHHo2D79oVhaucObxHOkv221fH4dg1WJ4gf4+I43HT+7bHvgd7zTiw+3DErflH+ndF5JYvSK93z95eH2acsdqbqXtzoZ/dXRKh/vcLwWr9NdACAgQIECBAgAABAgQIECBAgMAsAisfrKYh6Fuvi9NOOXUQiFavsbqnsAzA8fuOx7ZzeiFq709xbdLeWq35c5Kf74r9ueA07jsex8/Z1gtqs6ukgWwvoM1CzUGQmYah++LCfljau8eBOJw+zt8Lc4f37N1v3cFquZ+FQHaWIeaYeQQEq/NoOZYAAQIECBAgQIAAAQIECBAgUJ+AYDUi/tFFr4t/8NP/Uy8eHbPGam8pgGGo2StZccZo8jdZCDp6ndGgMyv7yKzQnb01XgszTHutK4SlI/coLFewmGC118Z+KDwYp8WQub7h2707C1a7V1M9IkCAAAECBAgQIECAAAECBLopsPLB6pO3/HD8wZv+73RDq4nBaiF03dF/BH90Rmo2Q3SWYDULVMtLCGSbZ9UfrGaB6nBWbLfXmq3/RS5Yrb8GWkCAAAECBAgQIECAAAECBAgQmEVgpYPV7U8+K/7d6w/E5lNOGViNnbFaCFZj5DH7qbNJS7NNx4W4+fvXHqxGxYZdnd7Ea5aXzHKPEawu19fVCRAgQIAAAQIECBAgQIAAAQKLEljZYHXHmdvj3/z8O+OUTcNQdVzY2cPuz95MH9PvBav7+4/sD847Mt9SAOU1UgcbYs2zFMCUNVbvHGyoVVrjdZbNq9JgNdtoK1kJNlv6wFIAi3oBlq8jWF2WrOsSIECAAAECBAgQIECAAAECBBYrsJLB6ouf/qz44N+/eiRUzQeklcyFjad6oePN/QOTtVUv+fJw86gd/2lTZI/054PZ/GZSI2u0JoHqC2+LTbfuj2R5gOviith+z944duWl/Q2uyuumFtd43bPzQMSRO2Pv2w7FpedEZOvC9tp4IA7vjtj12R29680SrCbXuPNg2p7enyRQvS7i326PfQ/mlgdY7Jhc6asJVle6/DpPgAABAgQIECBAgAABAgQItEhgpYLV3z/y+fiPX70j3vN3/7fYFJtaVKYZm+ox/RmhmnuYYLW5tdEyAgQIECBAgADPmBpLAAAgAElEQVQBAgQIECBAgEBeYKWC1c6XXrDa+hILVltfQh0gQIAAAQIECBAgQIAAAQIEVkRAsNqlQgtWW19NwWrrS6gDBAgQIECAAAECBAgQIECAwIoICFZXpNC62Q4BwWo76qSVBAgQIECAAAECBAgQIECAAAHBqjFAoEECgtUGFUNTCBAgQIAAAQIECBAgQIAAAQITBASrhgeBBgkIVhtUDE0hQIAAAQIECBAgQIAAAQIECAhWjQEC7RAQrLajTlpJgAABAgQIECBAgAABAgQIEDBj1Rgg0CABwWqDiqEpBAgQIECAAAECBAgQIECAAIEJAoJVw4NAgwQEqw0qhqYQIECAAAECBAgQIECAAAECBJocrKoOAQJFga1bt8aWLVti8+bNsWnTpg3hOXHiRNz/xL3xgrMv3pD7uQkBAgQIECBAgAABAgQIECBAoO0CZqy2vYLa3ykBM1Y7VU6dIUCAAAECBAgQIECAAAECBDosIFjtcHF1rX0CgtX21UyLCRAgQIAAAQIECBAgQIAAgdUUEKyuZt31uqECgtWGFkazCBAgQIAAAQIECBAgQIAAAQIlAcGqIUGgQQKC1QYVQ1MIECBAgAABAgQIECBAgAABAhMEBKuGB4EGCQhWG1QMTSFAgAABAgQIECBAgAABAgQICFaNAQLtEBCstqNOWkmAAAECBAgQIECAAAECBAgQMGPVGCDQIAHBaoOKoSkECBAgQIAAAQIECBAgQIAAgQkCglXDg0CDBASrDSqGphAgQIAAAQIECBAgQIAAAQIEBKvGAIF2CAhW21EnrSRAgAABAgQIECBAgAABAgQIrNCM1dvj4Lt2xf6Rmu+JG992KC49p/iD45/YG9vviMqfGTYEliUgWF2WrOsSIECAAAECBAgQIECAAAECBBYrsBrB6n03xd4P7Iubdx6Ok2+8uCBYGaCmxx+Nq3/tmigevR78XrAbu0/GNReu5zrO7bKAYLXL1dU3AgQIECBAgAABAgQIECBAoEsCKxCs9meqVoSqaSHTEPVQ7M3PWr3veBw/Z1tsW2ilBasL5ezoxQSrHS2sbhEgQIAAAQIECBAgQIAAAQKdE1iZYPXOi47FoVdPi0pHw890Rus9e+PYlZfGtmzm62AY5JcRmHTujrg+twzBnqQtT78+Nt1aXJgg/fupbezcGNShnIBg1XAgQIAAAQIECBAgQIAAAQIECLRDQLBaqNMM4Whu5mtvGYEL43C6ZMCUULb08+P3HY9t5+SD3uT898SOivVe2zGUtHIRAoLVRSi6BgECBAgQIECAAAECBAgQIEBg+QKC1TmD1cIaqYW1WOcLVnu3PR43vW977Htw2IgD1mBd/qhv8B0Eqw0ujqYRIECAAAECBAgQIECAAAECBHICgtXCTNLpM1bHbz41T7CaBaqTlxIwUldPQLC6ejXXYwIECBAgQIAAAQIECBAgQKCdAisTrO4ft3nVeoLVNc9YrdrIyuZW7XwJLbbVgtXFeroaAQIECBAgQIAAAQIECBAgQGBZAisQrEZEtulUVbh658F0E6neI/i9cHO40VXvv/efeWMcu7K/AdWUNVarz700tlUEuPmw9/aPbIpdR6LfjmWV23WbLiBYbXqFtI8AAQIECBAgQIAAAQIECBAg0BNYjWA17Wo/JK2ofGFd0yyETY87EId3R+z67I44duWlsa3ws+Tn+Uf5cwFu1bm59VT3XHQsDp1/W+z9wL64ud+epA2XfDkJV0vXNFJXSkCwulLl1lkCBAgQIECAAAECBAgQIECgxQIrFKy2uEqavjICgtWVKbWOEiBAgAABAgQIECBAgAABAi0XEKy2vICa3y0BwWq36qk3BAgQIECAAAECBAgQIECAQHcFBKvdra2etVBAsNrComkyAQIECBAgQIAAAQIECBAgsJICgtWVLLtON1VAsNrUymgXAQIECBAgQIAAAQIECBAgQKAoIFg1Igg0SECw2qBiaAoBAgQIECBAgAABAgQIECBAYIKAYNXwINAgAcFqg4qhKQQIECBAgAABAgQIECBAgACBpgarjz76aDzzmc+MU045RZEIrLzAE088EV/72tdiy5Yt6f82b94cmzZt2hCXEydOxP1P3BsvOPviDbmfmxAgQIAAAQIECBAgQIAAAQIE2i5Q64zVBO/000+PM844o+2O2k9g3QIPPfRQPPzww+l1BKvr5nQBAgQIECBAgAABAgQIECBAgMBSBWoJVpOZecls1SQ8SoKks846K5785CebubrUUrt4UwWS18P3v//9eOCBB9JfNGSvjWQmtxmrTa2adhEgQIAAAQIECBAgQIAAAQKrLrDhwWoCnjx2/Pjjj8fWrVvT///II4+kYdLJkydXvR76v4ICSXia/JIheT0kj/8nr4dTTz01/f8b9cdSABsl7T4ECBAgQIAAAQIECBAgQIBAVwRqCVaTADUJcpL/JbP1BKpdGU76sR6BJGBNZqkmgepGrq+a/bLDGqvrqZ5zCRAgQIAAAQIECBAgQIAAgVUTqC1YTaCTUDX5I1hdtWGnv1UC2WP/2WZuG7UMgGDVeCRAgAABAgQIECBAgAABAgQIzC9QS7Cab6ZQdf6iOaO7AhsZpuYVLQXQ3TGlZwQIECBAgAABAgQIECBAgMByBGoPVpfTLVclQGAeAcHqPFqOJUCAAAECBAgQIECAAAECBAhECFaNAgIE0vWOrbFqIBAgQIAAAQIECBAgQIAAAQIEZhcQrM5u5UgCnRUQrHa2tDpGgAABAgQIECBAgAABAgQILElAsLokWJcl0CYBwWqbqqWtBAgQIECAAAECBAgQIECAQBMEBKtNqII2EKhZQLBacwHcngABAgQIECBAgAABAgQIEGidgGC1dSXTYAKLFxCsLt7UFQkQIECAAAECBAgQIECAAIFuCwhWu11fvSMwk4BgdSYmBxEgQIAAAQIECBAgQIAAAQIEBgKCVYOBAIEQrBoEBAgQIECAAAECBAgQIECAAIH5BASr83k5mkAnBQSrnSyrThEgQIAAAQIECBAgQIAAAQJLFBCsLhHXpQm0RUCw2pZKaScBAgQIECBAgAABAgQIECDQFAHBalMqoR0EahQQrNaI79YECBAgQIAAAQIECBAgQIBAKwUEq60sm0YTWKyAYHWxnq5GgAABAgQIECBAgAABAgQIdF9AsNr9GushgakCgtWpRA4gQIAAAQIECBAgQIAAAQIECBQEBKsGBAECIVg1CAgQIECAAAECBAgQIECAAAEC8wkIVufzcjSBTgoIVjtZVp0iQIAAAQIECBAgQIAAAQIEliggWF0irksTaIuAYLUtldJOAgQIECBAgAABAgQIECBAoCkCgtWmVEI7CNQoIFitEd+tCRAgQIAAAQIECBAgQIAAgVYKCFZbWTaNJrBYAcHqYj1djQABAgQIECBAgAABAgQIEOi+gGC1+zXWQwJTBQSrU4kcQIAAAQIECBAgQIAAAQIECBAoCAhWDQgCBEKwahAQIECAAAECBAgQIECAAAECBOYTEKzO5+VoAp0UEKx2sqw6RYAAAQIECBAgQIAAAQIECCxRQLC6RFyXJtAWAcFqWyqlnQQIECBAgAABAgQIECBAgEBTBASrTamEdhCoUUCwWiO+WxMgQIAAAQIECBAgQIAAAQKtFBCstrJsGk1gsQKC1cV6uhoBAgQIECBAgAABAgQIECDQfQHBavdrrIcEpgoIVqcSOYAAAQIECBAgQIAAAQIECBAgUBAQrBoQBAiEYNUgIECAAAECBAgQIECAAAECBAjMJyBYnc/L0QQ6KSBY7WRZdYoAAQIECBAgQIAAAQIECBBYooBgdYm4Lk2gLQKC1bZUSjsJECBAgAABAgQIECBAgACBpggIVptSCe0gUKOAYLVGfLcmQIAAAQIECBAgQIAAAQIEWikgWG1l2TSawGIFBKuL9XQ1AgQIECBAgAABAgQIECBAoPsCgtXu11gPCUwVEKxOJXIAAQIECBAgQIAAAQIECBAgQKAgIFg1IAgQCMGqQUCAAAECBAgQIECAAAECBAgQmE9AsDqfl6MJdFJAsNrJsuoUAQIECBAgQIAAAQIECBAgsEQBweoScV2aQFsEBKttqZR2EiBAgAABAgQIECBAgAABAk0REKw2pRLaQaBGAcFqjfhuTYAAAQIECBAgQIAAAQIECLRSQLDayrJpNIHFCghWF+vpagQIECBAgAABAgQIECBAgED3BQSr3a+xHhKYKiBYnUrkAAIECBAgQIAAAQIECBAgQIBAQUCwakAQIBCCVYOAAAECBAgQIECAAAECBAgQIDCfgGB1Pi9HE+ikgGC1k2XVKQIECBAgQIAAAQIECBAgQGCJAoLVJeK6NIG2CAhW21Ip7SRAgAABAgQIECBAgAABAgSaIiBYbUoltINAjQKC1Rrx3ZoAAQIECBAgQIAAAQIECBBopYBgtZVl02gCixUQrC7W09UIECBAgAABAgQIECBAgACB7gsIVrtfYz0kMFVAsDqVyAEECBAgQIAAAQIECBAgQIAAgYKAYNWAIEAgBKsGAQECBAgQIECAAAECBAgQIEBgPgHB6nxejibQSQHBaifLqlMECBAgQIAAAQIECBAgQIDAEgUEq0vEdWkCbREQrLalUtpJgAABAgQIECBAgAABAgQINEVAsNqUSmgHgRoFBKs14rs1AQIECBAgQIAAAQIECBAg0EoBwWory6bRBBYrIFhdrKerESBAgAABAgQIECBAgAABAt0XEKx2v8Z6SGCqgGB1KpEDCBAgQIAAAQIECBAgQIAAAQIFAcGqAUGAQAhWDQICBAgQIECAAAECBAgQIECAwHwCgtX5vBxNoJMCgtVOllWnCBAgQIAAAQIECBAgQIAAgSUKCFaXiOvSBNoiIFhtS6W0kwABAgQIECBAgAABAgQIEGiKgGC1KZXQDgI1CghWa8R3awIECBAgQIAAAQIECBAgQKCVAoLVVpZNowksVkCwulhPVyNAgAABAgQIECBAgAABAgS6LyBY7X6N9ZDAVAHB6lQiBxAgQIAAAQIECBAgQIAAAQIECgKCVQOCAIEQrBoEBAgQIECAAAECBAgQIECAAIH5BASr83k5mkAnBQSrnSyrThEgQIAAAQIECBAgQIAAAQJLFBCsLhHXpQm0RUCw2pZKaScBAgQIECBAgAABAgQIECDQFAHBalMqoR0EahQQrNaI79YECBAgQIAAAQIECBAgQIBAKwUEq60sm0YTWKyAYHWxnq5GgAABAgQIECBAgAABAgQIdF9AsNr9GushgakCgtWpRA4gQIAAAQIECBAgQIAAAQIECBQEBKsGBAECIVg1CAgQIECAAAECBAgQIECAAAEC8wkIVufzcjSBTgoIVjtZVp0iQIAAAQIECBAgQIAAAQIEliggWF0irksTaIuAYLUtldJOAgQIECBAgAABAgQIECBAoCkCgtWmVEI7CNQoIFitEd+tCRAgQIAAAQIECBAgQIAAgVYKCFZbWTaNJrBYAcHqYj1djQABAgQIECBAgAABAgQIEOi+gGC1+zXWQwJTBQSrU4kcQIAAAQIECBAgQIAAAQIECBAoCAhWDQgCBEKwahAQIECAAAECBAgQIECAAAECBOYTEKzO5+VoAp0UEKx2sqw6RYAAAQIECBAgQIAAAQIECCxRQLC6RFyXJtAWAcFqWyqlnQQIECBAgAABAgQIECBAgEBTBASrTamEdhCoUUCwWiO+WxMgQIAAAQIECBAgQIAAAQKtFBCstrJsGk1gsQKC1cV6uhoBAgQIECBAgAABAgQIECDQfQHBavdrrIcEpgoIVqcSOYAAAQIECBAgQIAAAQIECBAgUBAQrBoQBAiEYNUgIECAAAECBAgQIECAAAECBAjMJyBYnc/L0QQ6KSBY7WRZdYoAAQIECBAgQIAAAQIECBBYooBgdYm4Lk2gLQKC1bZUSjsJECBAgAABAgQIECBAgACBpggIVptSCe0gUKOAYLVGfLcmQIAAAQIECBAgQIAAAQIEWikgWG1l2TSawGIFBKuL9XQ1AgQIECBAgAABAgQIECBAoPsCgtXu11gPCUwVEKxOJXIAAQIECBAgQIAAAQIECBAgQKAgIFg1IAgQCMGqQUCAAAECBAgQIECAAAECBAgQmE9AsDqfl6MJdFJAsNrJsuoUAQIECBAgQIAAAQIECBAgsEQBweoScV2aQFsEBKttqZR2EiBAgAABAgQIECBAgAABAk0REKw2pRLaQaBGAcFqjfhuTYAAAQIECBAgQIAAAQIECLRSQLDayrJpNIHFCghWF+vpagQIECBAgAABAgQIECBAgED3BQSr3a+xHhKYKiBYnUrkAAIECBAgQIAAAQIECBAgQIBAQUCwakAQIBCCVYOAAAECBAgQIECAAAECBAgQIDCfgGB1Pi9HE+ikgGC1k2XVKQIECBAgQIAAAQIECBAgQGCJAoLVJeK6NIG2CAhW21Ip7SRAgAABAgQIECBAgAABAgSaIiBYbUoltINAjQKC1Rrx3ZoAAQIECBAgQIAAAQIECBBopYBgtZVl02gCixUQrC7W09UIECBAgAABAgQIECBAgACB7gsIVrtfYz0kMFVAsDqVyAEECBAgQIAAAQIECBAgQIAAgYKAYNWAIEAgBKsGAQECBAgQIECAAAECBAgQIEBgPgHB6nxejibQSQHBaifLqlMECBAgQIAAAQIECBAgQIDAEgUEq0vEdWkCbREQrLalUtpJgAABAgQIECBAgAABAgQINEVAsNqUSmgHgRoFBKs14rs1AQIECBAgQIAAAQIECBAg0EoBwWory6bRBBYrIFhdrKerESBAgAABAgQIECBAgAABAt0XEKx2v8Z6SGCqgGB1KpEDCBAgQIAAAQIECBAgQIAAAQIFAcGqAUGAQAhWDQICBAgQIECAAAECBAgQIECAwHwCgtX5vBxNoJMCgtVOllWnCBAgQIAAAQIECBAgQIAAgSUKCFaXiOvSBNoiIFhtS6W0kwABAgQIECBAgAABAgQIEGiKgGC1KZXQDgI1CghWa8R3awIECBAgQIAAAQIECBAgQKCVAoLVVpZNowksVkCwulhPVyNAgAABAgQIECBAgAABAgS6LyBY7X6N9ZDAVAHB6lQiBxAgQIAAAQIECBAgQIAAAQIECgKCVQOCAIEQrBoEBAgQIECAAAECBAgQIECAAIH5BASr83k5mkAnBQSrnSyrThEgQIAAAQIECBAgQIAAAQJLFBCsLhHXpQm0RUCw2pZKaScBAgQIECBAgAABAgQIECDQFAHBalMqoR0EahQQrNaI79YECBAgQIAAAQIECBAgQIBAKwUEq60sm0YTWKyAYHWxnq5GgAABAgQIECBAgAABAgQIdF9AsNr9GushgakCgtWpRA4gQIAAAQIECBAgQIAAAQIECBQEBKsGBAECIVg1CAgQIECAAAECBAgQIECAAAEC8wkIVufzcjSBTgoIVjtZVp0iQIAAAQIECBAgQIAAAQIEliggWF0irksTaIuAYLUtldJOAgQIECBAgAABAgQIECBAoCkCgtWmVEI7CNQoIFitEd+tCRAgQIAAAQIECBAgQIAAgVYKCFZbWTaNJrBYAcHqYj1djQABAgQIECBAgAABAgQIEOi+gGC1+zXWQwJTBQSrU4kcQIAAAQIECBAgQIAAAQIECBAoCAhWDQgCBEKwahAQIECAAAECBAgQIECAAAECBOYTEKzO5+VoAp0UEKx2sqw6RYAAAQIECBAgQIAAAQIECCxRQLC6RFyXJtAWAcFqWyqlnQQIECBAgAABAgQIECBAgEBTBASrTamEdhCoUUCwWiO+WxMgQIAAAQIECBAgQIAAAQKtFBCstrJsGk1gsQKC1cV6uhoBAgQIECBAgAABAgQIECDQfQHBavdrrIcEpgoIVqcSOYAAAQIECBAgQIAAAQIECBAgUBAQrBoQBAiEYNUgIECAAAECBAgQIECAAAECBAjMJyBYnc/L0QQ6KSBY7WRZdYoAAQIECBAgQIAAAQIECBBYooBgdYm4Lk2gLQKC1bZUSjsJECBAgAABAgQIECBAgACBpggIVptSCe0gUKOAYLVGfLcmQIAAAQIECBAgQIAAAQIEWikgWG1l2TSawGIFBKuL9XQ1AgQIECBAgAABAgQIECBAoPsCgtXu11gPCUwVEKxOJXIAAQIECBAgQIAAAQIECBAgQKAgIFg1IAgQCMGqQUCAAAECBAgQIECAAAECBAgQmE9AsDqfl6MJdFJAsNrJsuoUAQIECBAgQIAAAQIECBAgsEQBweoScV2aQFsEBKttqZR2EiBAgAABAgQIECBAgAABAk0REKw2pRLaQaBGAcFqjfhuTYAAAQIECBAgQIAAAQIECLRSQLDayrJpNIHFCghWF+vpagQIECBAgAABAgQIECBAgED3BQSr3a+xHhKYKiBYnUrkAAIECBAgQIAAAQIECBAgQIBAQUCwakAQIBCCVYOAAAECBAgQIECAAAECBAgQIDCfgGB1Pi9HE+ikgGC1k2XVKQIECBAgQIAAAQIECBAgQGCJAoLVJeK6NIG2CAhW21Ip7SRAgAABAgQIECBAgAABAgSaIiBYbUoltINAjQKC1Rrx3ZoAAQIECBAgQIAAAQIECBBopYBgtZVl02gCixUQrC7W09UIECBAgAABAgQIECBAgACB7gsIVrtfYz0kMFVAsDqVyAEECBAgQIAAAQIECBAgQIAAgYKAYNWAIEAgBKsGAQECBAgQIECAAAECBAgQIEBgPgHB6nxejibQSQHBaifLqlMECBAgQIAAAQIECBAgQIDAEgUEq0vEdWkCbREQrLalUtpJgAABAgQIECBAgAABAgQINEVAsNqUSmgHgRoFBKs14rs1AQIECBAgQIAAAQIECBAg0EoBwWory6bRBBYrIFhdrKerESBAgAABAgQIECBAgAABAt0XEKx2v8Z6SGCqgGB1KpEDCBAgQIAAAQIECBAgQIAAAQIFAcGqAUGAQAhWDQICBAgQIECAAAECBAgQIECAwHwCgtX5vBxNoJMCgtVOllWnCBAgQIAAAQIECBAgQIAAgSUKCFaXiOvSBNoiIFhtS6W0kwABAgQIECBAgAABAgQIEGiKgGC1KZXQDgI1CghWa8R3awIECBAgQIAAAQIECBAgQKCVAoLVVpZNowksVkCwulhPVyNAgAABAgQIECBAgAABAgS6LyBY7X6N9ZDAVAHB6lQiBxAgQIAAAQIECBAgQIAAAQIECgKCVQOCAIEQrBoEBAgQIECAAAECBAgQIECAAIH5BASr83k5mkAnBQSrnSyrThEgQIAAAQIECBAgQIAAAQJLFBCsLhHXpQm0RUCw2pZKaScBAgQIECBAgAABAgQIECDQFAHBalMqoR0EahQQrNaI79YECBAgQIAAAQIECBAgQIBAKwUEq60sm0YTWKyAYHWxnq5GgAABAgQIECBAgAABAgQIdF9AsNr9GushgakCgtWpRA4gQIAAAQIECBAgQIAAAQIECBQEBKsGBAECIVg1CAgQIECAAAECBAgQIECAAAEC8wkIVufzcjSBTgoIVjtZVp0iQIAAAQIECBAgQIAAAQIEliggWF0irksTaIuAYLUtldJOAgQIECBAgAABAgQIECBAoCkCgtWmVEI7CNQoIFitEd+tCRAgQIAAAQIECBAgQIAAgVYKCFZbWTaNJrBYAcHqYj1djQABAgQIECBAgAABAgQIEOi+gGC1+zXWQwJTBQSrU4kcQIAAAQIECBAgQIAAAQIECBAoCAhWDQgCBEKwahAQIECAAAECBAgQIECAAAECBOYTEKzO5+VoAp0UEKx2sqw6RYAAAQIECBAgQIAAAQIECCxRQLC6RFyXJtAWAcFqWyqlnQQIECBAgAABAgQIECBAgEBTBASrTamEdhCoUUCwWiO+WxMgQIAAAQIECBAgQIAAAQKtFBCstrJsGk1gsQKC1cV6uhoBAgQIECBAgAABAgQIECDQfQHBavdrrIcEpgoIVqcSOYAAAQIECBAgQIAAAQIECBAgUBAQrBoQBAiEYNUgIECAAAECBAgQIECAAAECBAjMJyBYnc/L0QQ6KSBY7WRZdYoAAQIECBAgQIAAAQIECBBYooBgdYm4Lk2gLQKC1bZUSjsJECBAgAABAgQIECBAgACBpggIVptSCe0gUKOAYLVGfLcmQIAAAQIECBAgQIAAAQIEWikgWG1l2TSawGIFBKuL9XQ1AgQIECBAgAABAgQIECBAoPsCgtXu11gPCUwVEKxOJXIAAQIECBAgQIAAAQIECBAgQKAgIFg1IAgQCMGqQUCAAAECBAgQIECAAAECBAgQmE9AsDqfl6MJdFJAsNrJsuoUAQIECBAgQIAAAQIECBAgsEQBweoScV2aQFsEBKttqZR2EiBAgAABAgQIECBAgAABAk0REKw2pRLaQaBGAcFqjfhuTYAAAQIECBAgQIAAAQIECLRSQLDayrJpNIHFCghWF+vpagQIECBAgAABAgQIECBAgED3BQSr3a+xHhKYKiBYnUrkAAIECBAgQIAAAQIECBAgQIBAQUCwakAQIBCCVYOAAAECBAgQIECAAAECBAgQIDCfgGB1Pi9HE+ikgGC1k2XVKQIECBAgQIAAAQIECBAgQGCJAoLVJeK6NIG2CAhW21Ip7SRAgAABAgQIECBAgAABAgSaIiBYbUoltINAjQKC1f+/HXvHoSgEASh497/qV1sR8iAKmd74GazORXxHEyBAgAABAgQIECBAgAABAiMFhNWRY3NpArUCwmqtp90IECBAgAABAgQIECBAgACB/QLC6v4ZeyGBUEBYDYksIECAAAECBAgQIECAAAECBAgcAsKqD0GAwCes+gQECBAgQIAAAQIECBAgQIAAgZyAsJrzsprASgFhdeVYPYoAAQIECBAgQIAAAQIECBBoFBBWG3FtTWCKgLA6ZVLuSYAAAVK+Z4MAAA4XSURBVAIECBAgQIAAAQIECLwiIKy+Mgn3IHBRQFi9iO9oAgQIECBAgAABAgQIECBAYKSAsDpybC5NoFZAWK31tBsBAgQIECBAgAABAgQIECCwX0BY3T9jLyQQCgirIZEFBAgQIECAAAECBAgQIECAAIFDQFj1IQgQ+IRVn4AAAQIECBAgQIAAAQIECBAgkBMQVnNeVhNYKSCsrhyrRxEgQIAAAQIECBAgQIAAAQKNAsJqI66tCUwREFanTMo9CRAgQIAAAQIECBAgQIAAgVcEhNVXJuEeBC4KCKsX8R1NgAABAgQIECBAgAABAgQIjBQQVkeOzaUJ1AoIq7WediNAgAABAgQIECBAgAABAgT2Cwir+2fshQRCAWE1JLKAAAECBAgQIECAAAECBAgQIHAICKs+BAECn7DqExAgQIAAAQIECBAgQIAAAQIEcgLCas7LagIrBYTVlWP1KAIECBAgQIAAAQIECBAgQKBRQFhtxLU1gSkCwuqUSbknAQIECBAgQIAAAQIECBAg8IqAsPrKJNyDwEUBYfUivqMJECBAgAABAgQIECBAgACBkQLC6sixuTSBWgFhtdbTbgQIECBAgAABAgQIECBAgMB+AWF1/4y9kEAoIKyGRBYQIECAAAECBAgQIECAAAECBA4BYdWHIEDgE1Z9AgIECBAgQIAAAQIECBAgQIBATkBYzXlZTWClgLC6cqweRYAAAQIECBAgQIAAAQIECDQKCKuNuLYmMEVAWJ0yKfckQIAAAQIECBAgQIAAAQIEXhEQVl+ZhHsQuCggrF7EdzQBAgQIECBAgAABAgQIECAwUkBYHTk2lyZQKyCs1nrajQABAgQIECBAgAABAgQIENgvIKzun7EXEggFhNWQyAICBAgQIECAAAECBAgQIECAwCEgrPoQBAh8wqpPQIAAAQIECBAgQIAAAQIECBDICQirOS+rCawUEFZXjtWjCBAgQIAAAQIECBAgQIAAgUYBYbUR19YEpggIq1Mm5Z4ECBAgQIAAAQIECBAgQIDAKwLC6iuTcA8CFwWE1Yv4jiZAgAABAgQIECBAgAABAgRGCgirI8fm0gRqBYTVWk+7ESBAgAABAgQIECBAgAABAvsFhNX9M/ZCAqGAsBoSWUCAAAECBAgQIECAAAECBAgQOASEVR+CAIFPWPUJCBAgQIAAAQIECBAgQIAAAQI5AWE152U1gZUCwurKsXoUAQIECBAgQIAAAQIECBAg0CggrDbi2prAFAFhdcqk3JMAAQIECBAgQIAAAQIECBB4RUBYfWUS7kHgooCwehHf0QQIECBAgAABAgQIECBAgMBIAWF15NhcmkCtgLBa62k3AgQIECBAgAABAgQIECBAYL+AsLp/xl5IIBQQVkMiCwgQIECAAAECBAgQIECAAAECh4Cw6kMQIPAJqz4BAQIECBAgQIAAAQIECBAgQCAnIKzmvKwmsFJAWF05Vo8iQIAAAQIECBAgQIAAAQIEGgWE1UZcWxOYIiCsTpmUexIgQIAAAQIECBAgQIAAAQKvCAirr0zCPQhcFBBWL+I7mgABAgQIECBAgAABAgQIEBgpIKyOHJtLE6gVEFZrPe1GgAABAgQIECBAgAABAgQI7BcQVvfP2AsJhALCakhkAQECBAgQIECAAAECBAgQIEDgEBBWfQgCBD5h1ScgQIAAAQIECBAgQIAAAQIECOQEhNWcl9UEVgoIqyvH6lEECBAgQIAAAQIECBAgQIBAo4Cw2ohrawJTBITVKZNyTwIECBAgQIAAAQIECBAgQOAVAWH1lUm4B4GLAsLqRXxHEyBAgAABAgQIECBAgAABAiMFhNWRY3NpArUCwmqtp90IECBAgAABAgQIECBAgACB/QLC6v4ZeyGBUEBYDYksIECAAAECBAgQIECAAAECBAgcAsKqD0GAwCes+gQECBAgQIAAAQIECBAgQIAAgZyAsJrzsprASgFhdeVYPYoAAQIECBAgQIAAAQIECBBoFBBWG3FtTWCKgLA6ZVLuSYAAAQIECBAgQIAAAQIECLwiIKy+Mgn3IHBRQFi9iO9oAgQIECBAgAABAgQIECBAYKSAsDpybC5NoFZAWK31tBsBAgQIECBAgAABAgQIECCwX0BY3T9jLyQQCgirIZEFBAgQIECAAAECBAgQIECAAIFDQFj1IQgQ+IRVn4AAAQIECBAgQIAAAQIECBAgkBMQVnNeVhNYKSCsrhyrRxEgQIAAAQIECBAgQIAAAQKNAsJqI66tCUwREFanTMo9CRAgQIAAAQIECBAgQIAAgVcEhNVXJuEeBC4KCKsX8R1NgAABAgQIECBAgAABAgQIjBQQVkeOzaUJ1AoIq7WediNAgAABAgQIECBAgAABAgT2Cwir+2fshQRCAWE1JLKAAAECBAgQIECAAAECBAgQIHAICKs+BAECn7DqExAgQIAAAQIECBAgQIAAAQIEcgLCas7LagIrBYTVlWP1KAIECBAgQIAAAQIECBAgQKBRQFhtxLU1gSkCwuqUSbknAQIECBAgQIAAAQIECBAg8IqAsPrKJNyDwEUBYfUivqMJECBAgAABAgQIECBAgACBkQLC6sixuTSBWgFhtdbTbgQIECBAgAABAgQIECBAgMB+AWF1/4y9kEAoIKyGRBYQIECAAAECBAgQIECAAAECBA4BYdWHIEDgE1Z9AgIECBAgQIAAAQIECBAgQIBATkBYzXlZTWClgLC6cqweRYAAAQIECBAgQIAAAQIECDQKCKuNuLYmMEVAWJ0yKfckQIAAAQIECBAgQIAAAQIEXhEQVl+ZhHsQuCggrF7EdzQBAgQIECBAgAABAgQIECAwUkBYHTk2lyZQKyCs1nrajQABAgQIECBAgAABAgQIENgvIKzun7EXEggFhNWQyAICBAgQIECAAAECBAgQIECAwCEgrPoQBAh8wqpPQIAAAQIECBAgQIAAAQIECBDICQirOS+rCawUEFZXjtWjCBAgQIAAAQIECBAgQIAAgUYBYbUR19YEpggIq1Mm5Z4ECBAgQIAAAQIECBAgQIDAKwLC6iuTcA8CFwWE1Yv4jiZAgAABAgQIECBAgAABAgRGCgirI8fm0gRqBYTVWk+7ESBAgAABAgQIECBAgAABAvsFhNX9M/ZCAqGAsBoSWUCAAAECBAgQIECAAAECBAgQOASEVR+CAIFPWPUJCBAgQIAAAQIECBAgQIAAAQI5AWE152U1gZUCwurKsXoUAQIECBAgQIAAAQIECBAg0CggrDbi2prAFAFhdcqk3JMAAQIECBAgQIAAAQIECBB4RUBYfWUS7kHgooCwehHf0QQIECBAgAABAgQIECBAgMBIAWF15NhcmkCtgLBa62k3AgQIECBAgAABAgQIECBAYL+AsLp/xl5IIBQQVkMiCwgQIECAAAECBAgQIECAAAECh4Cw6kMQIPAJqz4BAQIECBAgQIAAAQIECBAgQCAnIKzmvKwmsFJAWF05Vo8iQIAAAQIECBAgQIAAAQIEGgWE1UZcWxOYIiCsTpmUexIgQIAAAQIECBAgQIAAAQKvCAirr0zCPQhcFBBWL+I7mgABAgQIECBAgAABAgQIEBgpIKyOHJtLE6gVEFZrPe1GgAABAgQIECBAgAABAgQI7BcQVvfP2AsJhALCakhkAQECBAgQIECAAAECBAgQIEDgEBBWfQgCBD5h1ScgQIAAAQIECBAgQIAAAQIECOQEhNWcl9UEVgoIqyvH6lEECBAgQIAAAQIECBAgQIBAo4Cw2ohrawJTBITVKZNyTwIECBAgQIAAAQIECBAgQOAVAWH1lUm4B4GLAsLqRXxHEyBAgAABAgQIECBAgAABAiMFhNWRY3NpArUCwmqtp90IECBAgAABAgQIECBAgACB/QLC6v4ZeyGBUEBYDYksIECAAAECBAgQIECAAAECBAgcAsKqD0GAwCes+gQECBAgQIAAAQIECBAgQIAAgZyAsJrzsprASgFhdeVYPYoAAQIECBAgQIAAAQIECBBoFBBWG3FtTWCKgLA6ZVLuSYAAAQIECBAgQIAAAQIECLwiIKy+Mgn3IHBRQFi9iO9oAgQIECBAgAABAgQIECBAYKSAsDpybC5NoFZAWK31tBsBAgQIECBAgAABAgQIECCwX0BY3T9jLyQQCgirIZEFBAgQIECAAAECBAgQIECAAIFDQFj1IQgQ+IRVn4AAAQIECBAgQIAAAQIECBAgkBMQVnNeVhNYKSCsrhyrRxEgQIAAAQIECBAgQIAAAQKNAsJqI66tCUwREFanTMo9CRAgQIAAAQIECBAgQIAAgVcEhNVXJuEeBC4KCKsX8R1NgAABAgQIECBAgAABAgQIjBQQVkeOzaUJ1AoIq7WediNAgAABAgQIECBAgAABAgT2Cwir+2fshQRCAWE1JLKAAAECBAgQIECAAAECBAgQIHAICKs+BAECn7DqExAgQIAAAQIECBAgQIAAAQIEcgLCas7LagIrBYTVlWP1KAIECBAgQIAAAQIECBAgQKBRQFhtxLU1gSkCwuqUSbknAQIECBAgQIAAAQIECBAg8IqAsPrKJNyDwEUBYfUivqMJECBAgAABAgQIECBAgACBkQLC6sixuTSBWgFhtdbTbgQIECBAgAABAgQIECBAgMB+AWF1/4y9kEAoIKyGRBYQIECAAAECBAgQIECAAAECBA4BYdWHIEDgE1Z9AgIECBAgQIAAAQIECBAgQIBATkBYzXlZTWClgLC6cqweRYAAAQIECBAgQIAAAQIECDQKCKuNuLYmMEVAWJ0yKfckQIAAAQIECBAgQIAAAQIEXhH4N6z+AGFzizR7VOpB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grpSp>
        <p:nvGrpSpPr>
          <p:cNvPr id="11" name="10 Grupo"/>
          <p:cNvGrpSpPr/>
          <p:nvPr/>
        </p:nvGrpSpPr>
        <p:grpSpPr>
          <a:xfrm flipH="1">
            <a:off x="4557141" y="1751010"/>
            <a:ext cx="1621064" cy="1934759"/>
            <a:chOff x="5729176" y="1775902"/>
            <a:chExt cx="1191284" cy="1140874"/>
          </a:xfrm>
        </p:grpSpPr>
        <p:cxnSp>
          <p:nvCxnSpPr>
            <p:cNvPr id="12" name="11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" name="12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08348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CFD38F1B-594F-44C4-BEEE-6A210399A648}"/>
</file>

<file path=customXml/itemProps2.xml><?xml version="1.0" encoding="utf-8"?>
<ds:datastoreItem xmlns:ds="http://schemas.openxmlformats.org/officeDocument/2006/customXml" ds:itemID="{EC6E3E21-C191-4CCF-AE1D-A604F4A4F294}"/>
</file>

<file path=customXml/itemProps3.xml><?xml version="1.0" encoding="utf-8"?>
<ds:datastoreItem xmlns:ds="http://schemas.openxmlformats.org/officeDocument/2006/customXml" ds:itemID="{60E13D34-3926-49DD-A905-1DC5D662A23A}"/>
</file>

<file path=docProps/app.xml><?xml version="1.0" encoding="utf-8"?>
<Properties xmlns="http://schemas.openxmlformats.org/officeDocument/2006/extended-properties" xmlns:vt="http://schemas.openxmlformats.org/officeDocument/2006/docPropsVTypes">
  <TotalTime>865</TotalTime>
  <Words>167</Words>
  <Application>Microsoft Office PowerPoint</Application>
  <PresentationFormat>Presentación en pantalla (4:3)</PresentationFormat>
  <Paragraphs>17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59</cp:revision>
  <dcterms:created xsi:type="dcterms:W3CDTF">2017-01-26T20:10:20Z</dcterms:created>
  <dcterms:modified xsi:type="dcterms:W3CDTF">2018-05-09T14:11:23Z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