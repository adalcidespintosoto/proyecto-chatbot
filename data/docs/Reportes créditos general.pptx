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9" r:id="rId2"/>
    <p:sldId id="258" r:id="rId3"/>
    <p:sldId id="260" r:id="rId4"/>
    <p:sldId id="261" r:id="rId5"/>
    <p:sldId id="267" r:id="rId6"/>
    <p:sldId id="268" r:id="rId7"/>
    <p:sldId id="269" r:id="rId8"/>
    <p:sldId id="270" r:id="rId9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8669" autoAdjust="0"/>
  </p:normalViewPr>
  <p:slideViewPr>
    <p:cSldViewPr snapToGrid="0" snapToObjects="1" showGuides="1">
      <p:cViewPr>
        <p:scale>
          <a:sx n="104" d="100"/>
          <a:sy n="104" d="100"/>
        </p:scale>
        <p:origin x="-58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27/02/2018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27/02/2018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27/02/2018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27/02/2018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27/02/2018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27/02/2018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27/02/2018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27/02/2018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27/02/2018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27/02/2018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27/02/2018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27/02/2018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27/02/2018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GENERAR REPORTES  CRÉDITOS GENERAL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271" y="1773127"/>
            <a:ext cx="8289458" cy="464555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desde su navegador al sitio web de la Universidad: </a:t>
            </a:r>
            <a:r>
              <a:rPr lang="es-CO" sz="1600" dirty="0" smtClean="0">
                <a:hlinkClick r:id="rId3"/>
              </a:rPr>
              <a:t>http://www.unisimon.edu.co/</a:t>
            </a:r>
            <a:r>
              <a:rPr lang="es-CO" sz="1600" dirty="0"/>
              <a:t> y </a:t>
            </a:r>
            <a:r>
              <a:rPr lang="es-CO" sz="1600" dirty="0" smtClean="0"/>
              <a:t>seleccione en menú </a:t>
            </a:r>
            <a:r>
              <a:rPr lang="es-CO" sz="1600" dirty="0"/>
              <a:t>principal la opción </a:t>
            </a:r>
            <a:r>
              <a:rPr lang="es-CO" sz="1600" dirty="0" smtClean="0"/>
              <a:t>“Portales”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869310" y="2290119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508500" y="1721434"/>
            <a:ext cx="2322710" cy="738000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53109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1773127"/>
            <a:ext cx="8331200" cy="466894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Dirigirse a la sección «Profesores y Administrativos», digite su </a:t>
            </a:r>
            <a:r>
              <a:rPr lang="es-CO" sz="1600" dirty="0"/>
              <a:t>usuario y contraseña para acceder al sistema y luego presione sobre el botón “Ingresar”</a:t>
            </a:r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332110" y="4572000"/>
            <a:ext cx="3468490" cy="125730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>
            <a:off x="4824279" y="1811227"/>
            <a:ext cx="773691" cy="3408473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8" name="CuadroTexto 1"/>
          <p:cNvSpPr txBox="1"/>
          <p:nvPr/>
        </p:nvSpPr>
        <p:spPr>
          <a:xfrm>
            <a:off x="0" y="719442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 smtClean="0"/>
              <a:t>Acceso</a:t>
            </a:r>
            <a:endParaRPr lang="es-CO" sz="2000" b="1" dirty="0"/>
          </a:p>
        </p:txBody>
      </p:sp>
    </p:spTree>
    <p:extLst>
      <p:ext uri="{BB962C8B-B14F-4D97-AF65-F5344CB8AC3E}">
        <p14:creationId xmlns:p14="http://schemas.microsoft.com/office/powerpoint/2010/main" val="3533586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1765231"/>
            <a:ext cx="8322624" cy="46641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deberá seleccionar el </a:t>
            </a:r>
            <a:r>
              <a:rPr lang="es-CO" sz="1600" dirty="0" smtClean="0"/>
              <a:t>módulo “Crédito”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5055991" y="2905101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546841" y="1504790"/>
            <a:ext cx="509150" cy="1823803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4" name="AutoShape 2" descr="data:image/png;base64,iVBORw0KGgoAAAANSUhEUgAABaAAAAMnCAYAAADIxfWSAAAgAElEQVR4Xuy9CZhUxbn//4IoqKAQFcENiIpbxA01QlxCcqMmLlFEEwJ4RfTnjVv0MWqiYCIal/B3iTHXaxSuSrxGReOSoCYhLtEYwYgYN6IBNCjihoqIRuH/fKu7eqpPn9Pn9DIz3TOf8zw8DN11qt76VHUz8+l33uqyevXq1cYFAQhAAAIQgAAEIAABCEAAAhCAAAQgAAEIQAACEKgzgS4I6DoTpTsIQAACEIAABCAAAQhAAAIQgAAEIAABCEAAAhBwBBDQbAQIQAACEIAABCAAAQhAAAIQgAAEIAABCEAAAhBoFQII6FbBSqcQgAAEIAABCEAAAhCAAAQgAAEIQAACEIAABCCAgGYPQAACEIAABCAAAQhAAAIQgAAEIAABCEAAAhCAQKsQQEC3ClY6hQAEIAABCEAAAhCAAAQgAAEIQAACjUngjjvusMMPP7wxgyMqCECgwxFAQHe4JWVCEIAABCAAAQhAAAIQgAAEIAABCEAgmQACmt0BAQi0JQEEdFvSZiwIQAACEIAABNqUwF/+8hfbfPPNbbPNNmvTcRkMAhCAAAQgAAEINDIBBHQjrw6xQaDjEUBAd7w1ZUYQgAAEGorAL3/5SzvuuOMaKiaC6RwEbrvtNrvmmmvszjvvtPXWW69zTJpZQgACEIAABCAAgQwEENAZINEEAhCoGwEEdN1Q0hEEIAABCMQRQECzL9qLwP3332977bUX8rm9FoBxIQABCEAAAhBoWAKNJKD//e9/2yeffGKffvqp+/PZZ5/ZqlWrbPXq1Y5fly5drGvXrrbGGmu4P2uuuaattdZa7m8uCECgOQggoJtjnYgSAhCAQNMSqFRAq2TCueeea3PnznVzPvTQQ+2KK64oSMSRI0fajBkz3HPvv/++XXbZZXbTTTfZsmXLbNCgQXbWWWfZqFGjTNmvt9xySyy3b33rW7bDDjvYxIkTY59X/88995x7/sADD7QJEyYUtTv99NNt0aJFhTj8k4pF/e6///6x/fo+wyeHDx/u+vcZuklx77jjjvajH/2opF89duSRR9r222/v5ix+iiO8wjb6+plnninpxzPVE7r/5ptvtgULFjimo0ePNs3ZX3F9KD618fPQOg0YMKAkluuuu85mzpxpkydPdjFnYee5Pfjgg9a7d28bO3ZsEYtwfupP7adMmWJ33XVXYQ+dccYZhfF8f9OmTSuS0+KnS/uHCwIQgAAEIAABCHRkAu0toCWcV65c6f5IOFdzSUb36NHD/ZGQ5oIABBqXAAK6cdeGyCAAAQh0CAKVCGgJ5REjRthVV13lMle9YJYw9YJ0gw02sLffftuxkSj917/+5WSkxKfk68knn+zuV93fV1991bWLikX/nET3BRdcUMJZY6uvMWPGWJ8+fWzOnDmFNhpv3333dcLbx6EnFethhx3m2v3xj3+MXTsv18MxxUcy25eJ8HOKStD111+/SNj6ASR6JVcVs+698MIL7ZJLLimS5mEbfS2pLlEeXrpfl1g+8sgjdsMNN7i6yZrv0UcfbXvvvXdB+sb1oXm89957ReskWfzQQw8V1V8eOnSovfvuuzZ9+nQXcxo7yeJx48a5eUns+3i+8Y1vFKR4OD+/Pj/4wQ8KDCS9L7rookIsWoeDDjrIfbgxderUAgYv7kPZ3iFehEwCAhCAAAQgAAEIRAi0l4D+6KOPbMWKFS7jOXop0znt8lnR0XYS0Ouss46tvfbaaV3wPAQg0A4EENDtAJ0hIQABCHQmApUIaIlBZa6G2bhiJTHopWAooEPx6JmqD11ebvr79XcoFpPGCvtRLJLDN954Y0H+SmZKikrQhgJaj0sSq19lNIfZvdE+o/MbP368k8KSzpVK0KiAloB9+OGH7Te/+U1B/EYFtBfW0X2oe7/5zW/arFmzijKDJdd32WWXgsCN466+wrXR1xLX4uAzyL1MVmZ0GEM5diEbH6/inDRpUkEeh/FojcMx/T1e7Otvv/b6EOHMM88sZKxXyr4zvY6ZKwQgAAEIQAACHYtAWwvojz/+2JYvX15WPEsuKxval+LwZTh8+Y1u3boVym5IVsfJaJXl6NWrl3Xv3r3+C7b0Ljv167NsxO+utEP75rt3jy2wY+d8z4bUf0Qzm2dXDL3eBoVjtso4pZ2+ffeptv/CY23OKa0zs9qmUQWXuVfY0KmD7P6fHWob1DY4d1dBAAFdBTRugQAEIACB7AQqEdBedCozVdmucfV7oxnQKhVxwgkn2LBhw2KlryKNE4tZBbRKSygT2EtUCdGjjjrKlaUIBbQyeyVu1a9qD0fLYCiOpDHV/te//rUTqpVK0KiA1jjKBn/sscdiBW2SPNZ9Xq7HxR6K3bg+dK8O/PPZ4lonrY2fl+9f8lgZ7aGALsduyy23tKeeeqpsHecwHrWPZl1rbJ8Z/fLLLxfWQWVAlF3thXul7LO/CmgJAQhAAAIQgAAEGotAWwpofY//4YcfFgHw2c6SyPoj2axa0O+88477o/bKktZzvtSGfjOxX79+ruSGHvNXnIhWNrSSQ+p6tYuArusMKuqsoQV03FpUNDsatzUBBHRbE2e8hiEw5fe/sGeXzM8czw+/dpJtvfFWie3/8cZL9pMHfp65vx36DbYz/uO7mdvTEALNSqASAa05+vq9kojKUJWMDuv3hgJa7SUNf/vb37qa0XH1in0b/R3NgFYZhui13377uQxsL4slKVXWQ2U1vCCXxAzjUFuV+fAC0wtVXw/Zj5EkoMPHfRmNaFznnHNOUfz++TgBrXnq8eOPP96J/GgGtGoph9e9995bKOER5eTbhXJW/UX7ELewrrPnEwrkr3zlK648imprewGdxi663nGvg3B+5dr756K8ta4qPYKAbtZ3GeKGAAQgAAEIQKBSAm0hoCWUVaJNf/vLi2f/tySzhPOSJUts6dKlrq2X0tE56R7J58GDB1v//v0L2dBeQEdFtDKmVRKubocVpgpoZeWOt+n5wMdcN8e+t/Pbdtcp+9usr95vVx6ygVmYhev6m2yP5tsPn5RrkxO/g2zMjdNtwaQrbND5txUyoN1z5+fu8O1zWdKzbERMFva8nw218Td6kmNsqmuTyx62cWbTb1Rfw22iz7BWfBM0g+E2Rs+bMqAtaD/I9bFpEIeNm9qSJV24PzdmjkG4kvnM5UmDbPL5uXEKY5fjkZ+zDZto9//sS/bnU/a3yY+Z5f59qG0QjluIJ5znIJt6ndl4MqArfauoW3sEdN1Q0lGzETjmpu+ZJHAWCd177V42do8jbNctdkqc5t9eedpueuJ2W/bRB6ko/LjTxl6R2pYGEGh2ApUK6HC+ktG33nqrO2TQZ8EmCUZJRGUSKws3rA+s/mrJgJaMllBWSQuJS3/IXxiHhK/KXqi0hC7J8IsvvrjkMLtyGdDXXnutE9+VStAkAR2W0zjmmGMKwrdcBnS5sX2dbS+3vUD2ZTXCMiVi4PmovTLZ9UflPZQhHS2ZUY5dvQS09oc+oFDWenQdJMZVl9uXb6EGdLO/6xA/BCAAAQhAAAJpBFpbQOtwQSWTeCkcFc+KT3JaiR36/kziWeU3kmo8+/moH5XXUKLH5z73OSeiVXJDV5yIVntJaInrmq8UAe2krC9ZURDNOVkaJ6Bt7jyznYfkykEEYtqc3M2JXi+LXQmO1ySHLXh8vFmJ4A1nOc/mzR1iQ5wAzonwBeMlhHOifEFeeDtJbZLIEs2+z1z7yVu1PO7bF0n0on7N5s2dZ0N2zpXsiM+gzkv6vCR2bf4wwknkeB6D7KZCCZJgDpsE5VAsLI0SCv/FRfMsjrvm3UAHFRJAQFcIjOYdh4AEtK5fLWo5XCxpdt8ZMNRO3veYVAF91UPTMvensRDQHWc/MZNkApUIaAlQn40a9piU4So5uWDBgqLyDHGSt1YBLfmqMhwqa6HyG8oq9mLUZ0XrUD1/Sf5KhEcPI0wS0GF5i3oJaMWivv7+97+7b+69MC4noL1MDg9d9HOShPeSOdqHxP+ll15aOEhR93g+vryISqT4AyP9/ToIUbWly7HzJU/EPLwkjf1BiWE8cTWjdZ8y1GfOnOnKkkTXwR9eqYx4/TCDgOYdDQIQgAAEIACBjk6gNQW0DhqUfPZXKJ/91x988IG9+OKL9uabb8bWhU7jrxIcymyWgN52221Ts6EloWs+oDAtAzrI4G3J/C2TAa1Jhlm/+WxeJ6DzUnaDoAb0lx4vrskscXz9wHxmdRlgYRZ0Lq6cBPbyuiCK95kVCO5QIIdiOv+4z0j24yZlQYePu7aR2s3RGtoxPBb7LG6f7Vzglq/HLTEfZDa3iO/iuBHQaa+q1n0eAd26fOm9gQlIQG/Rp7/NW/IP++2SF2IjHdZ7Uxu0fn/3XBYBffrdP7HHli22LXusZy+vfL+kT/Wn532/WQW0ynt88HFxzSyfjR0+16v7uollQsJ2/dfb2Pr37leIb/nK5TZ/6cuFfw/uu6X17NGzJP7Xly2x199/o+jxatpmHS9u3n7wcnONi3P+kpfcnDdZf+OypVTCyamfh+Y/au+vXO4e3qbfVrbv4OGJuzo6LzVM4hPX9oOVy+3FJS/Z0IG531Eql3GfFISY/enFR+34fY7O/OpT9n70mrNwrm0iXr37Jc4h6wCVCGhfp/eee+4p1HOWFD344INjM6C9KAxrFusxSURJY3/VKqAVg8pwLFy40GVp6PKCVbWPvVgNmfhyE+FhhHECWvdfdNFFhfnVU0ArHsWhuCV5lYVcTkCrvZ5XJneUqQ5j9IcnxvUh8fuFL3wh9rBIleEYOHCgK78hHv7+Z599NpWdl9teNitGxfboo4/GxiPGY8aMsbg95BnErYP2izLtTzzxRAR01hc37SAAAQhAAAIQaFoCrSWglfn87rvvFrjEyWc9KfmsRBIdTljLpTrPQ4YMcdnQusLyHdFsatWQri0TOubgu7hDCAvlIFTyYqwtSMiAzonVfFmMaAZ0PQR0Xuaay3S2kgzomgR07OGE+axpy5XFcCK9pF2ygLYEHrkDA/N9P5YvPfLFP7ccCImAruUl1Gb3IqDbDDUDNRoBLzcnP3CVvbDstVhhLJH806+dmknCeaF417z77JV3X4/NhP5Gv22td/ee9p97jqpIhN47736b8vDUgtw+bY+jCoJRz13/xG1uDor1oCHFWYKeu9p9/4Er3TwlwO+dcH1BMku0XvqHq+3qF/5kP9lztH1n98OLBLXvw5cZUTtdaW3F1sv9H+x8sJ3wpaNdvxrvmj/fYBfNvcdO3PbLduZXT4wdz89NfWgtvrjxYDfugvdedx8MJAl8xRlmoyuDfdnHywux/Hyf41IFrcY+/O7JpjU7cPDe9pdFT7k1vfFrp9m39hgZu51DjmpQbm4hA7X1e0NfP/7GfLdOmvM1h5xTVnpHAznt9oluHR8fd3VmgX3twzfY5U/8urA3/Icu4qwPTPxaV1uzvBIBrbGUqXr22Wc7YalMhWg5i7Akg7KPVV5CbXbeeWeTJJU8nTZtWlFWdJKAjqsBrRhUE1nXlClTCpJTGcD77LNPQcz6OMLM4HA94g70k/iMjhmtcZ1UA9p92/X22yV7L6kEh28oeb733nu7OWUR0J6pZxnHNE5A+0xwfwBgXIkSn1nt75fUj5buUNxRdp6J6kwrHv2g4WW22kfj8XtIe0JXdA/FCWjFP2LECHe4JBnQjfY/NvFAAAIQgAAEIFBvAq0hoFVGQ9+vxpXdkIj2Mlrt9D2jDhpMK7mRNm8J5a233tqU8KArKqDD/jW+vketviZ0JJtZ+bySpi+1CNfzbVKu1nMgpp1YdSUuhhS1l4D2GczRfuIyoCsuwRHK8byMHlQuAzqlBEeh3IcT7AvytZtDJqHkDkt45Epy5K7i8h9hCY54HirB0VLfupD1HQrolBIcRXFTAzrtJdVqzyOgWw0tHTcLAcm3kx7+ZWK4n5z754qmEpWf4c1ZSnkkDebjVB9R8arnJEjTMqqV9e1LjkiOXn7E5MJwEqIDfn6Epc1X8/vijSe6+9La+j7VNipuvRCffdKtsdnWPrC4eSsGif4fH3RW4trExenlbBzDsCN9mPC5KQc4Uf/gSb8uPKX7s9QC93yySOC1LviS6z9sq/En3nuJE8mS0LMmTI0V9NHJh7yj65u2if3eiMr5W56YYeMeuNzdfschExM/4CjXf6UC2vfl6/GqTEP0ML/oeMpAfvXVV52YDDOO0+bN88kEPNPNN9/clR9p70uCWBnTlayx30MS71wQgAAEIAABCEAAAi0EWkNAv/XWW4UDB6OZz15Ar1q1yknq2bNn15z9rNlIJm+66aaurJuuOAEdSmgdTLjRRhvVsBWKDxo08wf7qcuWLF39q1CGIzggb8y4MTb9pUElB+eNmTTRFpy/wI71B/zFZEAf2re4/EX6IYRBPMMm2sStJtssV7IjVxu5JAP6lCG5WtSxhxAW15sOD0MMDyFseXy4TdRBg3/IzVVyedY+Qf3pYcPt0ceSDkA0C3kMCQ8YLJThyK9D6iGEQdzhAZA17ABurY4AAro6btzVgQh0NgHts2u1hFHZKBmaJpUrEdAaw0vfqMz1h0CmZdWWE+/ltmFcnL6vNDnr71VW8p0TrisMo8ej5UviYoiTykmxJrX1EjxunZL6CjOZ1WbRSbdnEtdqmySgw+eiPLK+DVQroLP2TzsIQAACEIAABCAAAQhAoDIC9RbQShZQRrOuJPmsxz/99FNbvHixPfPMM1XVfo7O0teB3n333d1TEtxeQieV41hnnXVcUgNXexAorj/dHhEwZvsQQEC3D3dGbSACnU1A7zVgF3t+6Usuu1ZXmNXaGgJaNZT/49ZcprLP8vWZulkEaZyAriZOCd2DrjvWlZRIy0xWeZYdfvmfLmZlS4uZ6jIn1XOObud6CGj16aVwWsa2H3+/nx9lP/7aKXbC3Re6choqkZIm+P295QR0+BpJ+4Ai7qWNgG6gNzxCgQAEIAABCEAAAhCAgH4OvOMOO/zww+vCQnWc33nnHddXOfnctWtXlyGt80mef/75ugnoTTbZxLyAlnTOIqFVM7p79+51mT+dVEIAAV0JrY7UFgHdkVaTuVRFoDMK6NF7jLSx07/naiKrxMPdY3/mDuarRuxmgS4xKvGrOtAqmyHmkuBhCZCkfpLWJ02EhhnQErHXP52r6Zu1nMVh102IPZwySxmK9hDQEv0Sz8+f8Tub8vtf2A//erNb27QSJwjoLDuYNhCAAAQgAAEIQAACEOhYBOopoFVS45NPPikIaF9uI/xb8ln/9gJa55T4e2ohu9Zaa7kzYPzZHz7rOU5Ch6U4lDm94YYb1jI090IAAhUQQEBXAIumzUtA9Yb/OP/PtnDZ6+6wvlBCViuglVH70z9cbe+vXF4kUhu9BrSyeY/f52hTlu8hN51SOOxOTOpdA9rvmLCO8Dtn3OcykZWpu+/g4ambKpoB7UtTVCKgnz3ufwsZzeUOEYwGI6n74pKXCgcQ6nlJXUnecle9BXSWTGaVOtGlGtWvLVviDlDUlUWYq12WDOhoGZXUxcs36GwZ0Ppm+r333nMH/nFBAAIQgAAEIACBRifgDj+7sTjKQu3a1gw+PCCtonHytV/H5Q51S77y9W8td0DcBr4+b+K/k3qK9lNRsDGN691fdfHUS0B/9NFHtmzZMhdEKJz1by+d9bj/WiU4dHbL008/XRcB7Q8h1DkwYemNUEDra11hSQ79Wweer7322tUB5C4IQKAiAgjoinDRuBkJqNzDr2bfYYvfez32ULdqBHQob8VEtZRVomHXLXayZhHQijvMElZ9X2VEVyJ209r6/RLWM1Y5iQXvvV50uF+5fZV0CKFYl7uiNaB9P1kO9VO8D85/tOjAvbAsR9q86yGgQ2ZpJUN8SROx9ZcYK+s8qzTOUgPaZ7BX+j7QmQS0Du7baaed7JJLLrEJEyZUior2EIAABCAAAQhAoO0IOAE82XQMWOyVKnhrCzV3WNkgmzrne1ZOI5eOgoCujXzu7noJ6LTsZ4nnUERLBr/xxhv2xBNP2MqVK2ueiuo569DyLbfcsqT2s8YKRbQGCyW0sqc32GCDmmOgAwhAIJ0AAjqdES2akICE3D3z7reb5/2uIOH2Hbir7b7Fzrbf4OHWs0fPwqwqFdDq+7u3n2vvrvzA9e0vX6e3tQV0XFkFyUOf2VxuueLaKTvcZ8vq3jS5WukhhD6e8+69xC6ae4/7Z/Tww3IxJx1CqLn88GsnudIhcVc0zrAGdFpNZb+G08ZeUejaS940oRuK6jRxrM6TZLXnlXZgovoQo5nzHyk6MDFc1yxxJAlo308l5Tyi69GZBPRll11mktD6mwsCEIAABCAAAQg0LoG8xFWAJaK55bnWzIRufQEdpV9t5nG19yWtfr37q26X1UNAq4SGBLSuuLIbYeazl9Bqu3z5cvvjH/9oyp6u9Vp33XVdAsjAgQOdXI5mPqeV4pCAlojmggAEWpcAArp1+dJ7GxOQJLzmzzc40Slx95XBX7LdttjJ+vfulxhJNQK6V4+ehQPtNI4O9JOgO2Dgbq4EwlUPTbNfLZpTMqbE58n7HuMypSu9vADVfZKgo4d83XUh8RgtKxLXtxfnQ/ptbd//6olFEj6Uw+UEtCTuzU/MsJMe/qUb4vdHXpKpjIbahmI2y+GDfg6+nrEytCd+7WT7YOVyVxbj8id+nVgKIxqnF7DhgYjlJLiX12pz8JD9XSiX/uFqt87l5qxxJWzHPXC5u0flPg4asn8R63BtwjVV28H9tnLlM2Y8PdPtH+2tyQedlXi/53rcbeeYPmBRfW1/hX1r31016oKy/fia18pyPnTIAY7zrPl/dq8l7bdfjrowUfan7eVaBPRf/vIXd0K1fqWu3KWyF/fdd59rsvnmm9v+++9v6623XuIt5fqVQNavBUYvZVbE9am+yl3+Pt9vufn4vvw9Ok382WefdVkd0bH13P3331+I9YADDijLKcpIJUI222yztOVLfN7HJt5x/fhSJNEO4kqTVMNG/YpXOH658idRluXYiqu46xJ7xez5J+2PcJ4+piQGaXvajxFd97S9phgUa3RuUU7RNUliUe89U/Vm40YIQAACEKg7gZz8fdSGT7rfrjwkJgPUZ0cP8+UrfAiBuHYPjYlkMAdydfwC23/C9ELsLWPl2zzWMq2iOOZeYUOD+9SqOM4gA3qfWUHbMrFUUoKjaHz1OdYWnLK/TS6U7sjHnRpnXLsy/dV9lct3WA8Bre8hPvzwQzdQXL3naAkO/VuX6kD/9re/tRUrVtQ8a5XQ0M8K2267bZGA9uI5+rcGDLOglUGt7824IACB1iWAgG5dvvTehgR8WQxJ4DO/emJZ6RyGVamA1r1epkrs7b/N3k44SkC/vPJ9k+xsDQGtcSVGb3ridrtv4ZNuLF2SlN/d++hUOSiR++yS+e6ekTsdWFReQo/p+XtffKhsaQzJVcnR8CqXhRxdfonuXt172Rn/8d1MO0Ocf/LAzxPbhhnKYaNycSqGV9593TVPit1/kHHrCw8VOEuAf2+fY8oK97h4y/EJ1ySMf4d+g23ENsMzfVChzGV/hesaPq7n1WcS9zheumeLPv3dbw1IotdyVSugJQFHjx7thl6wYEGs/NU3vcccc4w9+OCD7uAR1XGbO3euu+fiiy+2UaNGlYSe1q+yly+88MLYKe+33342bdq0oljSfm3v3nvvdVIw7DduPmFc/h6Jw4MOOsj8v31Qt912m5199tnun5q36u5p3nHxxTFatGiRY3ryySfbj370o6qWV/ddddVVbnxlsESvkSNHunWJu6LjVsNG/Yr9OeecY6effrobxo958803uw8hwivKMo6thOu4ceMcG7HU5ffTPffc4364Kbc//Hg+pnIMtFenT58eWyv8K1/5ihs3yiltr2l8ZSFF56b+dMWtkx73a+n3ZWvtmao2GjdBAAIQgEArEPACOCpsU4aKEa65O4bbxN9daYf2df8T2V2StYFcDnvNZVQnC2gvxuMiaZHQeQE9bLgNf+zRSAmRmFgqqAEdO/6wMTbGptv0QEBni9Msa3+tsMipXdZDQC9dutQ+++yzgnzWoGHJDS+c/WP6W/JX36889NBDdSnB0a1bN+vbt6/tvffetsYaa7h5+9IbUfkc1oj2BxLqHt3PBQEItC4BBHTr8qX3NiSw38+PciUxdOia+0F7/p/tqSXz3WNhtqsvxfDgSb927SQbX3//jcRI47KVJTElJ6855Bw74e4L7adfO9Wuf+I26929p/3k4LPtyVeedpmsup5f+pKt16OnbbpeP9ukd7/UjOw2RMZQEGgTAtUKaElFiVV9cxonkyXJDjvsMDeHG264oZCFq8cl1PTYI488UpIVnNavF4z+1wk9JAliiUVlSNx5550FCR2VoElQfb8Sj3HzUVx33XWXm3M5AS35fMIJJ5TUmZZ0HDNmjO277742derUQhiSjwsXLiyRndddd52dddZZVUvooUOH2j777OM46xCZaBa05KuuGTNmFGLR2tx666120UUX2aGHHlooVVING3WaJKDF+Kmnnir6oCCLgFbMkvOzZs0q3OtlrITwyy+/XLK8cfP0jZKeU4bz0Ucf7dYl2qevI67nH374YZszp/S3adR/0ocTcc/5PRO3Tmrv19KXjmmtPdMmbzgMAgEIQAACGQhkraEcdtUijYvKcngpXciUDuRyWNrDtwseKy3BkSDGfTZ24d6WLOwwM7ogewvtKj2E0PebINRL5hgR+IlxpvWXYclaoUmtAlpZzG+99ZaTz7p8BrTPeg6znyV5/b913wsvvGDPP/98XQ4h1NjKgv7yl7/sklEUR5yAjivF4bFuuOGGtuaaa7YCZbqEAAQ8AQQ0e6HDENhuytcL2aqalDJWjxpyoL2/crn9ZdFT5rNlb3kiJ0NU7uCuefcVxLCyPJXBqusXj9xglx8x2WUc919v452es8QAACAASURBVKJs6rA8g2pMq/SBShZ88cYTXfZzKKx9aYu0msMdZhGCiSizXNwff2O+3T32Z6kZ2h2RQdqcfAa0GM0+6dayJTLS+mrk56sR0JJ+gwYNsmuuucaJNomzaPamF6hxUk3377LLLjZ27NiiDN8s/SYJaDFWhqyyK8Ks20oFtMSiJHMoidW3Dk6RlJXQLSegfbu4OtM+dp/J6sVjnIjXmL59kphM2lc+W1v3ffOb33RZ2tFM6nJi1q9dNDu8EjaKLU5ASyC/++67JSI+i4BOWkvdO2XKFJs8eXLJBxrVCGjF7hlGs9vFUY/95je/cfUM47K5dX8lAjrp9RAXR2vtmUZ+jyI2CEAAAp2PQBUCukSutlCb97OhNv5GL1mTsqtLx0yvAR0p9xEV0CXlQcxysXgxXKGAzs/RSsqS+IzraDkSzyAhzqr7a5sdWauAVvmM9957L1ZAhxI6mhEtAS35XE8B3aNHD9tjjz1s0003dVnQaQJaz+vyWdAqtaZa0lwQgEDrEUBAtx5bem5jAhLDcxbOLcky9uUFVArhzHsutt8uecGVrVA93/CSJFbdXZXS2Lb3Jq6dL6vh6yIre3r3nx/pnh/Yu78t++gDJ7aVfT1o/f6upEPP7j2dsPbyWSL8wMF7u7iyljLwtYQlz0fvMbLpxKQ/uK7W2sFtvIXadDhf+kX74xdHXJC5ZEybBlmnwaoR0BKUypJVdqiXvlGJqixNZTmEGbZpIWfpt5yAVv/jx493WbJeiFcqoCUUVVokLMPh5+ifSxLQSdIyad7l5Kju8UI+FOppDD0D/S2JHjIN700bWyLdf0DgmVfCRmPFCWg9fuCBB7rs7lDeZhHQygTWJfmbtT52tQI6SfSKyw9+8AObMGGC22uec3RdKhHQulcZ9nEZ1dHH09at2j2TZV/RBgIQgAAE2opA9QJ6kCuhEYnTZTcvyJfhSDpgr/TxWAHtRXccioJwzsW/IKZ+da5PS4glRUjns7RLD16MmVOWOCvpr62WPhinVgEt+SwJ7TOf1XVUNus5CWF/GKGel4B+6aWXbN68efbxxx/XZeYS0Cp5179//xIBnVQLmjrQdUFPJxDITAABnRkVDZuRgDKaJZ3fXfmBK8Wh6yd7jrbrn77Xvrjx4IJw9l/rADYduqY2qofcp0cvGz5g10LtXNXVlaR+9rj/tT+9+KiTw/7QuajA1sGA5+1zrO02YCd7ctHTbuxv7ZH7lXSV/bhn3v3u6+P3Odr9LYHuy3Z8/4Er3YGGqvWsPvx9zbAGvhb3kdvuW3LYYTPE3xYx+sMQyx2E2BZxtNUY1QhoyWVlf/osX4nBaJZtVvEbzjNLv2kCOvq84lC94OHDh5cg1WF0vg51eJ8k4y9+8YtCnWJlvb7yyit23HHHFdV8jkrGtNiiAWRhlCYco32GWeSamy8ZEc3UTes3fL4aNoorSUDrQwn1r7IZKuEimZxFQOuDgIMPPthlqKu2tbLd9cNMtJ50yCRNQKuvCy64oAijDjjUByw6rT3M7A8zyxWzl9RxNcMrFdDhhxx+Pn4tL7nkEie845jGvU+krW1bvbcwDgQgAAEIVEsgWw3oIplrd9mpX59srSugizOJW0RwNAO5vQV0xjg7uIBWubpPPvmk7OGDEs5RAf3pp5/a4sWL7fHHH69LDWi9ClSCwyenSHZLLodZ0GkHEq611lru+8q6Xe4Dilk2olAbvW490xEEmpYAArppl47AyxFQBvFP/3C1k8nKYlat5v+49SyX+ay60MpW1tV77V4uE1rCWQf07TVgF7v8iV/bxj16udIaqvPsSyOoXMIP/3qza+sPc5M0/s6tP3B96VBAL7A1pspO6DrkplOc7F7w3ut274Tr7eYnZrgxvGDWWLq8IPfzUmbskH5bN53ElYB+7b03yh7W19l3rxh98PGHmQ4Z7AisKhXQXpSFpQkkKK+++uqierlZ5GrIL2u/aZI3TkCrXMiAAQNKlmvHHXcslKYI7/OH5oWCXRm7ko7hoYONKKB9xnNYY1lCUrWxw7IiaZIySUBnZRMnS8M+JcZVD1siWUI6i4BWn75O9cyZMwuHKCbV7Vb7NAEddxCj+lO5FX3woF/59JcynpVN5LP6fekMnxEdbrBKBbTujdZ6jqsNneV1lba2HeF9izlAAAIQ6OgEfL3ksIZy8Zy9ZM2Xs6i0BEdwYF+u3wwZ0PkxSiS3HzuSAT09rDEdjvFYK5fgyBpnBy/BoQMIJXbDGtDRDOjw8EFflkNyWN/v/P73v3cZ1LVeGl/fT+k34CSSdXkBrQMS4+Szf8y3rfQgwlypFx956WGeen3dtMWVpb8tEOzTBeP12wR6nV1vg1pFVOdec7lxWii71/7CY23OKUNyDxYdLupL6UTKyriGQS3z8J6Suu6PutYtHyAVHzqa9BsGRXEG/Rfeo2J/66DCg1Rr3WzcXxMBBHRN+Li5EQmoxvOPH77elIErAa0s06EDd3Y1mn2WsuSuSmjocEC1ufFrp7l7dKm8hrKeF7/3upPVOqzQZ6yqpIQkcs8ePc0Lad2jfnVt0ad/IYP6hL3H2djp33PjqJ8z9hnvDipUaQ+N9+t5M11pDsloCer9t9nbxj1wedGBiVG+Ktswc/4jrg9/+RIfPpPalxyJ3jtypwNdCRBfdzh8/qpRF5Qt83Ha7RNduRF/7dBvcEHC+8ck41VT+6GFfyuS6YpPPL+z++ElZSaUUR5e/7nnqFhxHW3n5xKdo8TuTx74edltqdjjYtFNvvTJ/S8+4jLd/aUPFPSBwdg9jiiRxnE8dZ/KsWy98VYlsUTn4huolEva2qlt3BzjxtKa6cOVRSfdnljeI2m8MGjt6RO+dHRNJUIqFdASkKqDrKxifymLVNmsqgntM4rDEg5Z3ouy9psmoCUNb7rppoIMzyLsFF/YrzJdv/vd7xaVGFGWqzJjywloXzs5LiM2jkEWRsoWkTyP1qROYiqJqRrLErv+UkkSxRTWkk6TlOG41bDR2OUyoPW8zyhWhu8OO+xQlm3SfNXHpZde6vZfXC3tNAGtfr1Q9ocPSkBPmzatSD77TPLohxkat0+fPiWHEVYjoKP7J27tW2PPZHl90gYCEIAABNqaQCCYSkRu3CF/FR5CmFlA+3IZZhYruYM4owJaSiwow1H7IYRxcwzkmR8/c5wZ+2vrpc+PV2sJjiVLlriefAmO8BBCL5t99nOYBe0PCdRvgb355puuJIevyVwpCo2j8hv6XnbPPfd0t8dlP/tsaP+cL7/h/1ZM/fr1yzB8fk23mhoRuGZT53zP8krX3l76tm3QNymjOl4MZxi8giYtr5tQ+BbEeVE99RYBnlSXXY+fb5PsykM2yL9OF9ixbr6ay/lm515ph7rfksg/LoE8dZDd/7NDzULh7cRyyCouzkDKh31GZq+5zNonpiRQBZRo2rYEENBty5vRWpGA5OHEey9xZSt+deRFrh605K4ymF9/b4nt8Mv/dBnQ3907V/IilIO6d/7Sl92Bg8s/Xu6eU5kMXarnLJnn+9Uhg76+s56XfJY89gJbmdAS1bp8VrMEpjKdfznqQidIo7WmfVmQn37t1MQ60YddN8GJZwndY/cY5WpKz3rxUVdORNfzZ/zO/a24NRdlfPtLwnvfwcPdXCQwVT7kpId/WfR8UpkPX8/ZN5bQ//I2w4v4hTJeWeAjBn/JevXoWYhPTMQgOj9J65ueuL1Qj9tnjkfFrdpd9dA0x+33R15ig/tuGStE/TqefvdPCuwVz6br9XMHInqprPXRBwvh5UuH+PU7YY8j3UGVKosy4+mZhXvV348PamEb5am+Lzvkhy5GfVARvaJz1p70Yltrpw879EFE3NrpMT/HyQ9cVfgwQx8shGOpnwE/P8J1EWbsR2OJjif+p+1xlGumAzb9/o3jVclLuVIBLQEmuRktaaESD0OGDCmI0mgt5mhMvqyFF6tZ+00T0FFpV42A9qUPNCeJRJXfUJxpWbpxZRTCeXvBeeaZZ7qyEWmM4kowlFtbP74OC4zWSL7wwgstLOVQTsxGxw2ZZ2WjONMEtNqIgcpwXHzxxXbCCSckHvCobOBbbrkltqZ4ubrHlQhoxeOzmn1mtuft5bDqcUfXVB/IROV3NQI6LJ+i0iJxhxzWe89U8l5BWwhAAAIQaGMC5eoYK5SomC7KlCyOtSTbMbOAzmVL5kSyuYzNyY8lcIjWgB43xuzG6ZbrwV9hRmSFhxCqi7g5DhtjY2y6TS/MqTijsyTa8HDETP218brnh6tVQL/++utl5XNc9nOYIf3GG2/Y/Pnz7dVXX7WPPvqoKggqvaHv8bfbbjvr1atXkXwuV4bDZ0CHdaBVPzr1cq8ZL19bWr+9dJ6ZDbEN+kb2UPAaKsjf/H6yaAZ0vsyN9vOYcWNs+ks5gSuNXfhwJfzQRbFcYDYp3yaIxu465SYb9LMRNmvoeLN83XaflT3i4aE23gKBHk46bn6Rx4pkdHCvi/EPI/IxJ2R2B2J6AyevS+PMvQa9pE6Q9UX9pK4aDRqEAAK6QRaCMGoj4Gs9q5ebxlxhD85/1A6/e3LZbOJqR5RsDWtIPz7uaicbNeZuW+xkr7//hpOWEsSS4AcP2d89FickFff02TNMhw1u13erQj3oaGxeAksQ+pIgvo3PYlUGbXjpYEQvEP0hiv55SVBlhPurnGD0da9923fOuK9IdvrD9PS8RHdUZIdiV21UPzsUzD673Pcvwa41jMpbjSOJHJ1n3DqGMWt99KGBrpBJ+LhE7IjrxrsyKknj+4xi9ROVuiFPfSCRFmPILK4OtP+wIYmpHt9uytddVvblR0wuQRD2H7dnojesdcGX3ENh7P7ATTHRVS6TOu21VImAjisJ4PuPPuf/HZbq8G295FOZA8nNSvotJ6B9Rm2YiV2NgFacEn3KhNXBcBKjqsGbJqB1nzKQleURd/iij91nIvv+wnjD9VJW+F133WVhOY1y65l0kJ3uqeQwO304cNVVVxUypqPMs7DRmFkEtN8Laq9M+rQDHuNYlRP1lQpoxRFmZvvay9HyGOE6xD1XjYD266T9ofrWYjFnTstve+j5eu+ZtPcHnocABCAAgfYmEC9TS39NPh9nibSO/gp89kMIzcpnN+dGzP3a/6BbVPKguDyAO4Rwi5ts6ITp+eDSYkkT0nFzVJ9jbYHEeJFUj5YoiIuzkv7afh+0poCOymefEe3/9nWa9b3Z7NmznYSu5tJvuOkDdWVB6/JCOVr/OZoBHQpof18WAV0sWWMiLqr9nNtvs77q92leqhaVcPGidpLZBfm2h2xgTla/NDEnc4uEbG7fealcnll8W9d3goAuKc9h5mIJM42dgF44qOXDn7xkL743OnbCb1C4CUTalkjqFi65+QZZ1xL+XE1DAAHdNEtFoOUIeOEoqTh/yUsugzQsl1HuXsk6ZUp70Ra2lYy89OCzCxnRPrNYUi/aXm17d+/p6kqrXEVYwsH3KcF38r7HFIUjMX3QdccWDjwcsc3wkjIPXn7GyU0J3rvmPVBSEiOUsEkCWoy8pL7jkIkl2dderIbzDfsKM201/zsnXBeLOhSi0TnEjaGs4KhYrYeADpmEIjyUy6GYDicjIfu5KQcUHgqFbKUCWmVifJZznIAOs87juPrnk2INRbsCjlvbcG5xAlrPh7yiHzxU8o5UiYCWzNM3ouHBbH6suCxUf9CcsluV8av6bxJo5557ri1cuLBwAF0l/XoZKjkXXpKGKr3hpbZ/ThJUGcG+NEiUjQ4iVLZwVLJKiitjOCxdkUVA+zaK44wzzrDtt9/eZdUqg1ZZyCeffHKh7rRi8aVHlFkr2SlGypSeNGmSk89R4ao4lR2rP+HlRe7YsWOL+vdtvFT1gtczDw/gUx9qp4zecNxq2GjcLAJa7Xxs+jpJQOs5Zbdr34T7SVnfYqrH40R9NQJaY/nMbGVn64culV6JHuTo2fqyL+H41Qpoz0KlPkaPHu32R/SqdM9U8n5AWwhAAAIQgAAEGoNArQI6rgSHSm2EsjkU0ZLOoYDWv5cvX25PPvmk/eMf/6gYiu7/4he/6LKfvdAOBXSYAa1a0NGMaP1bl/87UwmOtMzbyPNeyk618YH0DbN68wL6xhE2a1xwaGFSCYu8EL5+oH5jIO3QxAoFdOzc1McsGxGUFymS44E8HvtKWFs6SZTHPV6hgE7M/K54C3FDGxNAQLcxcIZrHQJeoIVCNZppmzRyXF1l31b97dJvsKvhHD0ksNxMwjjCdpKJYf1m/5wEr78ktqNiMSmjt1wMWQS0xKQyxXXFZUGH9Yq9UA8FdJpI9fFF5W0oM728VWmNsGxIVMzWKqAl6lWGRVc009eLZa2DL2USxzYU1WF8lQrosH2cgNbYynD2H3JE97Li8PXJo3H6jHJlo3vJnVZCI0lA+xjS7k97VWcV0L4GbljGIdq3pN28efMKWZsSmpKXyqYNL9WPnjx5spOzlfbrZWh0bJVM+Pa3v+0kbnilnZgt8SuhF5WsXqirXy/cswhoja12kqKS1/5SNvWJJ54YKxT9wYGS+/6SgJSwlriPzsfHHD7us8jj6iAX3su23LIg6CVm4w7gkzg/6qijisatho3GzCqg1VZ7R8K9nIDWmkj2SpAn7afovqhWQIelOJTRrthefvnl2JeTL30SSvtqBbQGUEZ1tGZ3dOBK9kzaewDPQwACEIAABCDQeARqFdDhIYRR6exlc1wZjrBmtEpv6LwLnYNS6dWtWzcbNmyYDR48uCCRQ8lciYBWnH37ZkinTSjBISnrpLAy8vO1jwulMxYea40uoOMyn916SEo/PKKl3rUvB1I4xLAly3uSnZ9egiN/GKnLCi8I9BgBXaYER1IJkEr3D+3bngACuu2ZM2IrEPACTV3H1RouN6SySac8PDVWMHuRLHH8vX2OsReXvFSonSx5u83GW9qZ91xckMq+fZKA1uOD1u9vOkRPJTp0qUxHeLCg5Gj0UMAwg1j3+H72GrCLbdNvq8SD++Kkse73AlQyOcyWDTNlfXazxPD//vW2QkZ3KKBDIat2qjOddCWVvwhjic4zjKdaAa2azb269yrUylaN49F7jCyU+KhEHofxhbWgK+kj5K+vkwR0tK62rzvt1yUpq1lrsnDZ6y4bPYl5dI3iBLSvc55Ul7uSl3FWAV1Jn3FtJeR0+YzjWvtrhvsl1/2vLEYzluPil8jUqePlGImj/sRlxjYDk3rEKDnsfxDqTPup2j1TD+b0AQEIQAACEIBA2xKoVUC//fbb7gDBMLM5rPGsr6OHEEYPLNT9zzzzjJPQlR5EqJrP+v53iy22cOCi5TcqqQG95pprusSG9CvlEMImLMFRTujGHvRXJOEDebxJ8iGExQcYBpneDng0K7rcIYSU30jfo43bAgHduGtDZBUQkKx7dsl826JPfzvhS0fHHlCX1J3kYXhoXdjOZyZ/cePB9p97jnICWnWIVWZD19Uv/KnQXG3P2+dYdxhhXDkPNYwrLZFlmtF6vNF74uoWZ8mAlkwOs5jDzGAJyIcW/s0d1pfUVyWZ2UltQwGteYUHPIbys1oB7UujeBnvD9o7fp/cYZSVyOOkUiKV9BEdM0lAh+VNwjrOvmRMtBa4+o3K6TDecnsvFND6UMOXpIn7MCTLfo22aSsBXU1s3FNKQOJZf6KHDMIKAhCAAAQgAAEIQKDjEKhVQCupQRnMcQK6XA1oEfQiWpJYZc6U/LBixYrMcNX/Ntts4w4ol4jWVYuA1mGG66+/fsbxo3XTI7XHw4Mn2+UQQj+NDCU4Yg8i9fNJlr2xhyIWHZbo67UrlmJepfXlY+IMGBa3Ly0JknHRaNYABBDQDbAIhND+BFRqQFecOA4l9ONvzC9p48VzWO4grlyHROgLy14zyWxJPi9As85eElrZ2n99ZW5sSZDowXhZBXRUbqv8R//1NrYBPz+iUDs4i4BOqzOcVUArnrHTv1fIKvfy9eYnZtR0CKHk7Lenn1rIdPcZ25XI41Dohrwr6UPrnaUEh9qFzPwBj8pq3nfgruYzosP9E5XTocRWu6SDBEMB/cOvnWSH3HRKYvmPrPs1bIeAroZa+92j7F/VieaCAAQgAAEIQAACEOi4BGoV0BLG+r6xFgGte1euXOlqQD/++OOZYEs+63vVr371q04aqw9dtQho9bfOOutkGr8tGpU7KLAtxmcMCLQGAQR0a1Clz6Yj4GvqxoljCdCNe/SyN1Z+UJByksnH7jHKXlu2xG6e97tM9aGj5TnSSlakQZSoveaRG+2Hf73ZNY0e7pdVQOveaGavMsl99rOeT+orzFZOyuT18whrGodlPKIZ0GovcTriuvFFvIcP2NVluU8be0UamqJ4w3racSU0QhmcVgM6vN8LYQXTWgLa13PWGNo/P/7aKa5OdlJ98+jhg1FQSWsULcGRlBWfCj6hAQK6WnLcBwEIQAACEIAABCAAgdYhUKuAVvkMleGoRUBrZm+99ZYrw5F0FkZ09hqvR48etuWWW7r6z3369Ck6hFClPPSnkhIcKr+hMhztd6VkVbdfYIwMgboRQEDXDSUdNSsByc5fzb7D7n3xobIi2WcwHzBwNxu7xxGF6c568VF7dNHf7N2VHyTe77OoJbJ1qKFKd0goHrTNvrb7gJ3K1k7WQMp81nXQkOLDwvSYl461COi4Eh9hRnOSgFZc/hBD8VHd4bgr6QBAtY0T0Ho8vMf3GZ1j0p5LyrZOquFc7sC/cIzDrptQyMwOs4nTBLT2mK7++brfoVhOE/ehVNae6dOjVyxn36fWzdcX15jzl7xUOIwwSbDH1YAO5xrK9mpe5wjoaqhxDwQgAAEIQAACEIAABFqPQK0CWpG9+eabTvYmHUKYVgNaJTx0Ron+fPzxx5knq/HWWmst22677dyh4yqhUW0GtPraaKONMo9NQwhAoDoCCOjquHFXByAgwfmTB35eOFxPU5KgS6rf7KfsDwD0/17w3uupGdDRQwl9VnWYca0avd8cckCsjJY41RVXtsPLw6gkzJIBHUrUUM6GNYc1blJfceU7dt1ip5LdEWZKhxnJapgkoPVcKLj171oFdBhH9IDDkx7+pYs7qVZyKMSjbdIEtMbddL1+hfULWacJ6HIHM4agfRa/anZHr6SDJn27OAEdzQyfNWFqRbXVwxgQ0B3gDZMpQAACEIAABCAAAQh0KAL1ENAqwSGJnCSgo7Wgw0MIBXPx4sU2e/Zsl0ldzaXM5d1339023XRTd3uY9Rx+/dlnnxUEtb72GdK6R/Ka8nPV0OceCFRGAAFdGS9adxACYQaqpObInQ505TR0+JquNAldCQbJZ12D1u/v/tYBhmd+9UQn85QZO3/pyzZ70dOFDGy1P2Of8UXZzpKL9y180n515EUWCl4vVKPCWON4qaiv3znjPuvZo2chbD//UAaH9YKjUjTMho2WfwhZKo5ojGE5h2idagXkBWs0Rh9s0sF/5dYgLgM6jCOarR2tOx2dv9h89/ZzXfZz3IGPSQJa973+/hvukMvLDvlhYe2SaknHzUmxfW7KAe6puHXW437t4vjqeR3S6Uu1xM097P/5M35XCCMU9uUy3NNeDwjoNEI8DwEIQAACEIAABCAAgbYlUA8BrTIc77zzTuFQQWU8R2W0l9BePmuWEsCffPKJPfHEE/bKK6/Yp59+WtXku3XrZltssYXtscceroSGxtIVzYb2AtqX5wgF9Oc+97l2Lr9R1dS5CQJNRwAB3XRLRsD1IOAF5Q92PrjoMDcJN9U+jqsFXe24koZ3j/2Zbb3xVqldKMv2rnkP2PVP32vb9t7ELj34bHdfKAJ9BrbPvNa/fznqwkL/yhq+/onbCqUiNGgotSUj1b8kuy8DcsZ/fNfFpnFufeEhm33SrU5YK54z77m4pC+VDvH36D4JWElWz02ysnf3nuZj9Ac1fmuPkUUMtA7+YMc48e4b+/mrTVyGb9hpKMTjgEvSnrD3uCIhr3YSvRPvvcSVR9GlmHVgpK5fLZrj/tZ++f5XTyy5NxT0SYvsZX84Z982LbPbzz+6X3W/1vv7D1zp1lMxH7vTQUVro/WOlpfR+mhvvfjGyzbl4alF+93XN1e5l2iGexb+cfOvREBfd12ujMuECRNiUZZ7/l//+pfdeuutia+zI4880jbbbDN3yrb+nH766a6tv2+vvfYy/Ylet912m3to1KhRRU8p40PxKGMiLt5q+1VsGnPRokVuvAMPPNAUe5iZ4fv2c0qbu/rx8/XzjwOVxEBtFdPMmTNNJ57rwJdhw4aVxJUIP+MTYqo11Di6BgwY4NYkyv6yyy5zj0fXK21NwjD0q5733Xef7bDDDrb//qXljTTfV199NTbyzTffvCSmjFOkGQQgAAEIQAACEGgIAvUQ0JqIBLQEsq8FHc16DgW0RPCyZcts6dKl9tprr7m/JaJruVSKo2/fvrbJJpu4v/V9qkR4KJvj6kJLUktaS0BzQQACrU8AAd36jBmhAQl4AS2hNnrI123owJ3tg5XLXSayMkX1eHjoYDVT8H1klc/hGBJ/Nz8xw1QWwpeKkAx+ctHT9v7K5YWm2/TbqqRkh8+6jcbcf72NXda1+vng4w8LT/fqvm5BXuveJ195upB9rTiUoR29wnvC5yR/X1zyUlHzuBh9A4nr8PIxxvH2fceVIQnbJ81fbeLKg0TH0v0aK+S8Xo+ejrOv4Ry9JzqPuPgH993SieuktuVi83PyfZSbb3Rtouvt71Vf2vPK0E7aK3o8en8WhtH+KhHQ999/v40ePdouueSSEqkr2XvWWWfZzTffHCsMJVYPOugg23nnna13794l85o8ebKrESd5eeGFFxZ+1c/fp3ueeuqpkl/BGzky98HJjBkzivqUoDz77LPdN9FPP/20k9vhVU2/ksQ33HCDHXroofaFL3zBnSx+0003uW7vueceF78u3/e9997rJGza3MP4/fz322+/AbTs2gAAIABJREFUong1j7lz57qxp06dWnhOMRx22GHuuaOPPtrNMymuuL2f9TFJ9H333dcdJKN1lHDXY+KhcRW3v/Trluecc05BqvvH09YkjEWs77rrLjfenDm5D5nCS+uuOWs/Ra8dd9zRfvSjH2WdGu0gAAEIQAACEIBAwxGol4BeuXKl+94wFNBRGf3BBx842axsZ33PKSEsae0zk2uBo7EknJUNLdmt7+mVFa26zj179kwsyyEBLVmtAw25IACB1ieAgG59xozQgAQk1Y677Zyymc6+dEal2dBhyY2fHHx21XVzhU3i8dI/XG1fGfyl2AMIGxAtIUGghEAlAlo3jx8/3h566CH3x0tdLyclKEM5Gg4WlbJJS5EkoNU+Kl/1WJKA1uPK0H344YedNPcZxn5cH0/WfiU0JZtD0ax79Q39iBEj3DfIf/zjH133SQLaC+ly2zA6/7BtnOT3IjYuLonphQsXxor7Sl8KXghHPwSQVD7hhBOKPnhIEtBpa+JjEtNddtnFTjzxRPdhRBy3pHWvdF60hwAEIAABCEAAAo1IoF4CWnN79913i7Kg9ZgEs8TzkiVLXJa0vtZBg9WW28jKUCK6e/fu1qtXL5do0K9fPyeile2sy5ffUDuyn7NSpR0EaieAgK6dIT00MQFlo85ZONfNYPH7S1zW63Z9c6UylLk7a/6fXUmOPj16FWapOsDhpZIFLyx7zTbOt1HbY/cYVVdhrDjjsl+bGD2hdyIClQpoLweVeeqzjr0EjctQ9ihrFdCSz8qIjWZYx4lICfGddtrJiUuNq3uiWbQ+niz9as6DBg2KzerV/JQZfu2119q0adNcZnBrCWiNFcrdNKaeQ1w2cqVbXJyVEeMle3h/tORGnIDOsia+T58prf10zDHHuA8SwgxrtUNAV7qCtIcABCAAAQhAoJkI1FNAq4yGvo9TRrO+Xr58ufttQ2U9SzzXI9O5UrY+M1oiWtnQ+v5RIlolO5QxLTmtr7kgAIG2IYCAbhvOjNLEBFSG4sH5j9oLb7xszy6Z7w4R9JL6+aUv2bKPPrAt+vR3j5Ur09DECAgdAjURqFRAa7Aw61X/VobxNddcU7bubpos9ZNIyoCWTJ4yZYoruxCK7jgRqWxltZd09uIzKq7DeNL69fN95JFHCmU2ykFvLQHt+/WsfVb2yy+XluLx8SljXfWq48RxJRvHr4tktq9tnXR/nIDOsia+v6985SvuAwSN6dkvWLCgqPwKArqS1aMtBCAAAQhAAALNRqCeAlpzl3DW94SLFy92MlqlORrlkoxWVrR+o3DTTTe1gQMHOiHNBQEItB0BBHTbsWYkCEAAAp2SQDUCWqB81rO+DrOhkyB6eerrFIftQqFZTkDrcDmV+YhmX6uvsAb00KFDXZ1iXwc4FJp+3FASp/VbrixG3HwrrQH9rW99qyDvQ9Eb9i2RrgxwfUN+5513OhmbRcJWGnu5F4F4XnXVVa6JMsL32WcfV+87ekhgnIDOsibqN/qBgc8+j37Aobnrhyh9+BFeHEDYKd/GmDQEIAABCECgwxGot4AWoN/85jf25ptvNjQrZUN/85vfrDHGv9iFXYbZuYVeLrDHVp9jpceZ1zhMI9z++IXWZS8rmd9fJnexYc/8yl6/dbT1a4Q4iaHhCSCgG36JCBACZm+99Zb7j1z/Wa679tr24Ucfub8XvvKKrbvOOrbOuusWnt9www3tlUWLbKMNNyy0E8Owre/Ds9U9GkOPr73uuoX79bwfS3+r3fPPP+/G1PX8c8/ZdttvXxh/4BZbFNq/+dZb9uGKFa6dj1t9h5f68s8pPn2tS+N89OGHLmY9tuLDDwvz0dfq17dVzBpriwEDivpWLd2xY8cWHvPz0wO+vZ+L+Pkxwvn7OWhenkXISkziLq2VGPn5ey5qG66bYtZa+b/V3o+l2JRdqzn4cTR2M17VCmhf91lzDutBJzEodxCfP4BQ95YT0DrQz2fE+oMQoxLWH5QYHjwYl0UblcTl+q1U4iYJ6Dj5rjlrXvoTzt8fQugPH5TwVa1lyXrJZ11tLaA1ptb9vvvus8cee8ytu+LTBwJeiqtNVEBnXRPdG2ZK+72k+tNazzCLO+kQQg4gbMZ3IWKGAAQgAAEIQCBKoDUEtLKg77777lav81ztaqru8yGHHFJb9vO/braRm3/H7ObXbca3c+p1yf+NtP6jd+2YEjpOQIvB6WZXI5+r3Yqd8j4EdKdcdibdbAT0zcFbS5fa0jfftH323ddm6FCu737XXlm40GbPmWN9N9rI9t53X7vmF78wCagbbrjB/X31f/+3nfhf/2UPPvywy2rUYWG6DjzwQCeS/XX44Yebxthuu+3cn1NPPtlGjhplu++2m/1/l13m+j9A9zz3nJOhH374oS1auNDOnTjR3ffcs8/a1w880ElwPa8+9PXMmTNt3LhxduONN9p+ymQ88MDCmPfPnOm+XvrWW042K3vxdzNn2vY77GCK59prrik8pnaat/qT2FU8YqG2krLicWU+a9IPcMHkyS4+f0n0znnySRe7xlPNVz++/tZ8Rh5xRNH8lf24w3bbOREsMa37jj/hBDdnieRnn3/ecdU1e/Zs23333d3Xmr/ivG/mTNuwb1/H3bfzX2s9tWYqzXDepEl2+4wZbiwvm/W87lW8zz33nOtbXJrxqlZAa65ZBKhnUo8SHF7ShgchnnrqqW4InwGt55QpHHd5aa3n4uJJ6tfL6VBqR/tXpq4Xw/UuweHHj2YBS8zqkMVofeswtnJtwoMY/T36waSSyx+MePLJJxcyzqMCOuuaaNwtt9zSSe24KyyBUsneq2Q+tIUABCAAAQhAAAKNQKA1BLTm9corr7jzSxrx0m/VbZFPLqo2Ppf5a4/Z6olhvvMSu/nI/jbjsBYpXW3/3AeBjkoAAd1RV5Z5dSgCXkAvX7HCid0Vy5fb0D32cEJ0waJFTk56sao2zz77rO25++6mrxctWGAb9e3rRLAErGSxRKtkrpeioYAWOInsdXr2tIsuusj+NmeOE63KxPWSWuNKckv6KtNYgnTSuefa7CefdJnUyuKVsJ1x++1u3B+ff771XGcd115iWI9JzqpP3SPRq6/1nBfQXiCr/zlPPOHmsGDhQhs0cKAT0LokaDWfN5cudcJ916FDC+seFdB6wh8y5uetODUP9a1LXML5e+mrvjS2LglGCTmNq4xlL53F/8EHH7RvfOMbrp0ktCT/0N12cwJe89Kl+074r/9yHx5I6v119mzbYYcdXEa3PhhQ35LPEvK6JOUHDBzo+r7++uubcl83o4AOD0L00CWgfbkGydBoWQh9mBAeohcnoJP69WUhkupc6zW29957F+pg11tAa46+/EUoYbOIce1VlcqIHuKnPjVfvR+Fl5f84WN+PtE62r5NVAaHArqSNfGZ0uK82WabFcU1ZswY9z7ky6ogoJvy7YagIQABCEAAAhDISKC1BLSG/+c//1nz+SAZp5G5mUrmff7zn8/cPr5hrvSG/WW1nfPF8l3lsqLvyDUa1VKqQgJ7il1gNulcu0OPX2Z24uYLbNfzz7VzJ5ld4PrOCe3v3ObHaCnxUXJ/NAs5n6GdHznfn++nuHRIbqz8cy7T2RcVOdx+9eoMG61vlyMZ0Enz8u0uyM9DvR4eZInXCJ7bOwABBHQHWESm0PEJSEq+8NxzTur23XBDJ3v++3/+x44YOdIWLlrknlNmrmTtuuuu6zJlJU2VNSxZvMXAgU44q8yEHpP4lPD0WcCSxrq8xD78iCPsydmzbbfdd3f3aAyNqb40hi5JJ2VWe1GqPiVQH3noIfe8RM7td9zhxth+++0L/fkyEspIlpiVXFUbzWHb7bd3AluX5LD69FnAmlcYo49dGcMH7r+/zbz//qIM4TgBLY4S4RLzAwcMcBJcXyvzWJnYujRHxa62EuP+efHacKONHAvfLiwpov4eevhhNxfNQfPUnHS/1kljuf+EjzjCzduVHsmvlb758+zFU/16jsqSVja1+g5LijTTrm9GAS2+Xlbqa5WrkID22bjRA+vC9l7gJmVkx/Wr+33N4VmzZhUdhqfnfOa0PxyxNQS0RO6IESPc4SxhKQrtST0WlsDw+0/Zz/oQp1zmdta9qszkuFrfPq5QcocCupI1KXdgYvTARQR01pWjHQQgAAEIQAACzUigNQW0eCgTWt9Tfvrpp+2KR2U3JJ9rzXx2k3Byd4aN9HI2aWYRaRtmTbuvJwU1o5NKerx0Rj7Luji7uuT+ohhybRecnhfLru8FdoarTx3J0i6ai8T0FBsUSufLBuXqO4dzKZpXXpLvmM8GzwvsgnR2//5bi8hu113A4I1AAAHdCKtADBCAQN0JRGtA130AOsxMoFkFtBe/KrfhBbRk7JAhQ2zq1Kmx85dEPfTQQ102cLmSIL5khO/XfT/7r3+5AxD79OnjajErM17y9dprr3UZ8GF2dKU1oNW/P4ixXL1p3+8555xjksu6lH198MEHu7jOOusslzmcFFfmTRHT0Gdbi4kOTdQ4YqJ5q3RNWAc8FNBZ10Tz2WmnndxvMUyYMKEkgmiWOQK6ltXkXghAAAIQgAAEGp1AawtozV+l19xveOaTfdqaiZKClMSg7x3rcmUU0C5LeaugHEcggi1awiO1z1zW8t/y2cTxJUD87PJS2GIOByyS0bn2LXEuyB2qeH60tEhxBnRJ7IlyugJZX5eFoZNmIICAboZVIkYIQAACTUygFgHtyyH4v8thkECcOHGihQcOxrWX6LzlllsKNZ3L3SfReswxx5gOnpO0VD3o448/vqT8hh9Hcvfvf/+7E9RZ+w3npvH0b32jrixrXRLaxx13XOEQQT0W7dv/uxwfzyU6/+g9msOjjz5q06ZNK2RiR+Pq3bu3k+XRuGrdphLg2i++xrbG0fwlj8OSGZLDktQq55F1TY466ign86+88sqS8hs+bn0w8IUvfMGNV8neq3Xe3A8BCEAAAhCAAATamkBbCGg/J32Pp++R2/LS93Rxpd9qiyFLCY5o+Qw/Yq6sxaBpkRrScQI6Ug7j8FF3mOXrS5cX0BorMr4v/1HUZ0ChIJ2Ly3OYf7wgmY+1BdE61wjo2rZTJ7sbAd3JFpzpQgACEGhrArUI6LaOlfEgAAEIQAACEIAABCDQGQi0pYAWz9dee82efPJJW7JkSavi7devn+222262ySabtMo4SQI4WmajKAM6iKTk/hIBHT3QMKYER8khiElTDbKn954VlONIQZMvC7KrakSbSmmYPbb6HCMDulW2VKfpFAHdaZaaiUIAAhBoHwII6PbhzqgQgAAEIAABCEAAAhBIItDWAtrHoQMKdUh1vUW0xLNK2NV+0GA2OWvhAXvResexB/ftGi9xEwT0dxJqK5fPgI5maIc1oaNiOyqnw9rWQU3of7UI6L1Sa0DnRPVeQphaWoTXZmcjgIDubCvOfCEAAQi0MQEEdBsDZzgIQAACEIAABCAAAQikEGgvAe3DWrp0qb388svurI/ly5dXtV49e/a0gQMHms5h6du3b1V9VHdTpFyFBYcK5jtc8n8jrf/oO/L/ypXfGL1Zru7ysDCDOa0Ex/mP2WM2rHBPagmOfPayH7lQSsNFklBmQ09FSnQUHybYIpaL5uXLexTuR0BXt586x10I6M6xzswSAhCAQLsRQEC3G3oGhgAEIAABCEAAAhCAQCyB9hbQYVA6rPCNN95whxYuW7bMCemVK1fap59+6pp169bNevToYRLOOiNEhwpuvPHG9TtckD0CAQi0OgEEdKsjZgAIQAACnZsAArpzrz+zhwAEIAABCEAAAhBoPAKNJKAbjw4RQQAC9SaAgK43UfqDAAQgAAEIQAACEIAABCAAAQhAAAINTAAB3cCLQ2gQ6IAEENAdcFGZEgQgAAEIQAACEIAABCAAAQhAAAIQSCKAgGZvQAACbUkAAd2WtBkLAhCAAAQgAAEIQAACEIAABCAAAQi0MwEEdDsvAMNDoJMRQEB3sgVnuhCAAAQgAAEIQAACEIAABCAAAQhAAAIQgAAE2ooAArqtSDMOBCAAAQhAAAIQgAAEIAABCEAAAhCAAAQgAIFORgAB3ckWnOlCAAIQgAAEIAABCEAAAhCAAAQgAAEIQAACEGgrAgjotiLNOBCAAAQgAAEIQAACEIAABCAAAQhAAAIQgAAEOhkBBHQnW3CmCwEIQAACEIAABCAAAQhAAAIQgAAEIAABCECgrQh0WXHvt1e31WCMAwEIQAACEIAABCAAgU5NoIuZFb771j/KXClPF9+Z3rhLehMzy9SoZejE5ppk10pDzLUvYlSn3VKIs/z8xCj7D0eR+SWFmhVp1nZZN40mkrXP2HbxN2fbR9EgswaSst6umwx9ZWji+qmAUUXzrnoP68aE4DPNKRueil9VFU0+bQ2zTiTfT1mWQV9Zu61gr2flVNxlnd7Xs+711CD9Ju+S6aWT2l3kDbqy98yM7wtZ17LQXcU3xEwz5v+sdBilLer2WqnHnDK+X1Yzz6ru0f+Z2f+HjR+ikbh0tFgq+A+xqvU36/LeRTXvgCqH5jYIQAACEIAABCAAAQh0MgKV/LxSSdsMGCv6uTjr2FnbVfJzcCV9Zpi3a5Kxzy5Zfz7O2k5jZ2rbpcTXZ51acbtgoll9SmK7GMG+2swxSrtK+sy4AGn9uk2coa8MTQr9ZGprVv71E+kkY58x9ip5w2Tts9AuZeNl7U/EM78w0hZQna2RoVHQJDHOyCbLOp+SduonIaaMfba7gE6NM/+6SW2XZWkis830/pa0rRMCytpnIdy6TKz0Q9MsOKJtujZQLJX851d2rvWak15nHUlA12M+mb9JSNmNWf5jTtvQWb9pSOsn+fku70+peQdUPzp3QgACEIAABCAAAQhAoLMQqETKZf45wDcs/wPi6tVmXVN/Psn3lXXssu0iUqemPrPenLCRCreX7ycbo/zPz13LSKswjEyhrzZb3bUOAjoyWKax/Xyi7OLnVxkj32fWQFLeCAqDp8iQTMNVttfLz7tK7iXTTXgtZ5pPvrOMe90ZgNT3g1yfq1evtq7pbx7Z3sUdyAoEdOp7TH4SWecT2y7htZyxz+JmKTdl7DO3PhkaZ2iSE35dzVbX40OuyGwz/b9S7j0m/kOurHszv0Ozb+ayuzTje3q5PjK/Qaa9XOoQS+HXO2qVx5k2WdqE8puggtd+bI/1jCXjG2DizOqxRu4dtg77tx591CuW8luhy+rLEdAZXi00gQAEIAABCEAAAhCAQO0EKvlZsJK2WSKrpL+sGWhlf4YLnqzk56PYOCsJPgZG4faUfrIO49plzH7K1GdXsy6CVOtVZdmTkvUu88N1VXsjE4S8T1pttiqBhUtDziAOUocLNmRq2/yalG0XeTJrnyXLnc9UjT5eSX9Z93rWdVQs9crqdNgzvm5SfUhkAlkZxbYrkwG9+jMzW1XBC7NO7zEVCei09478vsrKqOxsq9zrsWMnbMKK48zwnpC6gnUSihX9qlG5oOoxp0pe5GmxpO2xVMDJv2mQ5dZCm4o3R0Lv9einljVaZbZqRZb/XDLSqcd83Jt9HbLUk0PusvPJW9ZjJ2WEQjMIQAACEIAABCAAAQhAoL4E6vWDRxVRtdnQbTNQ5lGyNtRPWlnbVoG/9JZ6DRYfeEXTqSYUlfhYaw1bq+86tjpJQrct0BbE1cynLmtabSf1C7huTq2iDVTtvKu5L4nVZ/ZJ981tVbc+FUro7DH4kd9f1dXt7E9Xd7EVn+nr7JpmlXW1j23NNnplZI8rO4VqW9Zvj+ciaKS5VcuE+xqdwOrVq6xb13VsjQ1PCiR0o0ddW3zrdutq3fU5u03YkVdZbSy5GwIQgAAEIAABCEAAAhCAQAcj0A4/JmrI7t1szc172erP2mH8DraCDTmdhlzW+KC6rP7M/r3O1mZr9jUzZUI36tWQUBsVFnFBoJ0JrLI1uqxj6/Q721avWt7OsbTN8KpO4z5/7Hb8F3i3ahvmjAIBCEAAAhCAAAQgAAEIQAACCQRcveHu3az7pr2Sy3BADwJtRWD1p/bx2lvZZ2tuZF0qKsPRVgEyDgQg0GwEVq/+zNbsuq6ts/GZnUZA+zVCQDfbbiVe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ICAbshlISgIQAACEIAABCAAAQhAAAIQ6CwEENCdZaWbZJ4I6CZZKMKEQPMQQEA3z1oRKQQgAAEIQAACEIAABCAAAQh0QAII6A64qM08JQR0M68esUOgIQkgoBtyWQgKAhCAAAQgAAEIQAACEIAABDoLAQR0Z1npJpknArpJFoowIdA8BBDQzbNWRAoB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NCpBfQ777yzuiFXhaAgAAEIQAACEIAABCAAAQhAAAIQgAAEIAABCECgqQl0QUA39foRPAQgAAEIQAACEIAABCAAAQhAAAIQgAAEIACBhiWAgG7YpSEwCEAAAhCAAAQgAAEIQAACEIAABCAAAQhAAALNTQAB3dzrR/QQgAAEIAABCEAAAhCAAAQgAAEIQAACEIAABBqWAAK6YZeGwCAAAQhAAAIQgAAEIAABCEAAAhCAAAQgAAEINDcBBHRzrx/RQwACEIAABCAAAQhAAAIQgAAEIAABCEAAAhBoWAII6IZdGgKDAAQgAAEIQAACEIAABCAAAQhAAAIQgAAEINDcBBDQzb1+RA8BCEAAAhCAAAQgAAEIQAACEIAABCAAAQhAoGEJIKAbdmkIDAIQgAAEIAABCEAAAhCAAAQgAAEIQAACEIBAcxNAQDf3+hE9BCAAAQhAAAIQgAAEIAABCEAAAhCAAAQgAIGGJVCzgP5k1Ue2YvU79vGqD221rWrYiRIYBCAAAQhAAAIQgAAEIAABCEAAAhCAAAQgAAEIpBPoYl2te9d1bZ0un7O1uq6dfkOZFjUJaMnndz971e6dO9cu/O1UW75yRU3BcDMEIAABCEAAAhCAAAQgAAEIQAACEIAABCAAAQi0L4H11+5pZ3/9P+2gnXe2PmtsXpOErlpAr1692patWmx3/O0x+8GMn7cvEUaHAAQgAAEIQAACEIAABCAAAQhAAAIQgAAEIACBuhK4aORJdviuw6x3102tS5cuVfVdtYBetWqVvfnZS7bXhaeQ+VwVem6CAAQgAAEIQAACEIAABCAAAQhAAAIQgAAEINC4BJQJ/ecfXmEbrbGVde3atapAqxbQn332mb256h82ZOLxVQ3MTRCAAAQgAAEIQAACEIAABCAAAQhAAAIQgAAEINDYBOZNvtY26rq1rbHGGlUFioCuChs3QQACEIAABCAAAQhAAAIQgAAEIAABCEAAAhDo+AQQ0B1/jZkhBCAAAQhAAAIQgAAEIAABCEAAAhCAAAQgAIF2IYCAbhfsDAoBCEAAAhCAAAQgAAEIQAACEIAABCAAAQhAoOMTQEB3/DVmhhCAAAQgAAEIQAACEIAABCAAAQhAAAIQgAAE2oUAArpdsDMoBCAAAQhAAAIQgAAEIAABCEAAAhCAAAQgAIGOTwAB3fHXmBlCAAIQgAAEIAABCEAAAhCAAAQgAAEIQAACEGgXAh1YQG9qpx19vK284Tz773ZBy6AQgAAEIAABCEAAAhCAAAQgAAEIQAACEIAABDo3gQ4qoDe1006/zS7d/Dk787QJdnnnXmNmDwEIQAACEIAABCAAAQhAAAIQgAAEIAABCECgXQh0QAGdl8/b9DJb8VcEdLtsKwaFAAQgAAEIQAACEIAABCAAAQhAAAIQgAAEIGDWwQR0IJ+1ugho9jgEIAABCEAAAhCAAAQgAAEIQAACEIAABCAAgXYj0IEEdEQ+I6DbbVMxMAQgAAEIQAACEIAABCAAAQhAAAIQgAAEIAABEeggAjpGPgfru/Ljj83+/ZYtXPJP+9PTN9hlD/zVFrL+EIAABCAAAQhAAAIQgAAEIAABCEAAAhCAAAQg0KoEOoCALi+f4+itfPuv9t+3TLAz57UqWzqHAAQgAAEIQAACEIAABCAAAQhAAAIQgAAEINCpCTS5gK5cPhdW+9+L7c7bjrUjH1rcqTcAk4cABCAAAQhAAAIQgAAEIAABCEAAAhCAAAQg0FoEmlxAm9mQH9szxx9u265ZBaKPn7aLLhhjk5ZWce9Xr7M3R+1pvYNbX3hsR9vxhqx9/die+Z/DbdsMByWedvpjdunmz9mZp02wy92429tTtw2zr/0hN9ZpR//Y7Ibz7PKsQ9MOAhCAAAQgAAEIQAACEIAABCAAAQhAAAIQgEAbEGh+AS1INUjoJX8/zza/6o6KUF/742fsmH4f2J8CCWx5IW0vTrGNLku30EVSOWX0cm0r6aeiSdIYAhCAAAQgAAEIQAACEIAABCAAAQhAAAIQgECNBDqGgE6S0Cuetst//VtbudXONnCdDWyXz29v2/bpVYwsQwZy0Q1H32X/HrZRsXwsDqWlAAAgAElEQVT2Dco9V8NCIaBrgMetEIAABCAAAQhAAAIQgAAEIAABCEAAAhCAQLsR6DgCOk5Cx8jlgbufYdeO/JZ9uU/3PPTF9n8TD7BxGctwuOxnu8PWPO+81EVT28Pe+6st2WZP29bMCiU6nKj+fOH+ZZGsaSect/Gi/J/2pxc3si/HlOCYOSRsF2RkV9S/WXT81InRAAIQgAAEIAABCEAAAhCAAAQgAAEIQAACEIBABgIdS0BHJXRSdnPfb9vdp//QDuyjGyKlNMpCO9oeuPwM2+XVbGU24kp15OTymzbt/x1qx7uxcrWg+3kJHc2i9jLZzyVSAzqaHZ3r31oytKOlQVx/1jJ+TE3pDPuGJhCAAAQgAAEIQAACEIAABCAAAQhAAAIQgAAEUgl0PAEdSuh//zV3cF8chmG/sFeP3tv62WK784oD7MjnU1mZWU5A95+b7bBBJ6DXC2NIuL8ghe+wgTGCu6ifsgI6XpCHktpKBHiWedMGAhCAAAQgAAEIQAACEIAABCAAAQhAAAIQgEDlBDqmgPYSevSmNvXsBAGdl8lf7vG8Xf5fR9qZmdhVkQFdVK4jl+2schyl1z9t2v+ba3v9z+FmjxUL7qIs57ICOtd/9P7cAYkb2Z0u67o4BspvZFp4GkEAAhCAAAQgAAEIQAACEIAABCAAAQhAAAJVEOi4Alow+m5qA5cutoWxYHIy+cvv32Fbn3deQpvSG8vXgC7OcC5pmy+HsSQimFtGiRfINQvoaNmN/IBhrWlEdBWvHm6BAAQgAAEIQAACEIAABCAAAQhAAAIQgAAEyhLo2AK67NRzsrjPXw+w3W9ZnH2blKuZHKnfXCqrI/WeS0aNz7CuZwmOuHIk0TrS2WHQEgIQgAAEIAABCEAAAhCAAAQgAAEIQAACEIBAMoHOK6D7XmL/+MEG9oukGtFldk3c4YK5Mhd7mvnDBM0sLlu65JBA387Xiq7wEEKLZDenHUJYeghiZWVFeDFBAAIQgAAEIAABCEAAAhCAAAQgAAEIQAACEMhKoNMK6IFH32q3rTjNdr+tguznkKoTv58v4vxCpLRGUrmOsPSF62BF5LDEor7/aX96cSP78ubP5Q5ULMnAbqnpXBg/Elu0vEZOoAehL7nD1jzvvKx7hnYQgAAEIAABCEAAAhCAAAQgAAEIQAACEIAABDIR6KQCek/7wSHb2v/dfUPm2s+ZaNIIAhCAAAQgAAEIQAACEIAABCAAAQhAAAIQgAAECgQ6p4AuezghuwMCEIAABCAAAQhAAAIQgAAEIAABCEAAAhCAAATqQaBzCuh6kKMPCEAAAhCAAAQgAAEIQAACEIAABCAAAQhAAAIQKEsAAc0GgQAEIAABCEAAAhCAAAQgAAEIQAACEIAABCAAgVYhgIBuFax0CgEIQAACEIAABCAAAQhAAAIQgAAEIAABCEAAAgho9gAEIAABCEAAAhCAAAQgAAEIQAACEIAABCAAAQi0CgEEdKtgpVMIQAACEIAABCAAAQhAAAIQgAAEIAABCEAAAhBAQLMHIAABCEAAAhCAAAQgAAEIQAACEIAABCAAAQhAoFUIIKBbBSudQgACEIAABCAAAQhAAAIQgAAEIAABCEAAAhCAAAKaPQABCEAAAhCAAAQgAAEIQAACEIAABCAAAQhAAAKtQgAB3SpY6RQCEIAABCAAAQhAAAIQgAAEIAABCEAAAhCAAAQQ0OwBCEAAAhCAAAQgAAEIQAACEIAABCAAAQhAAAIQaBUCCOhWwUqnEIAABCAAAQhAAAIQgAAEIAABCEAAAhCAAAQg0O4CmiWAAAQgAAEIQAACEIAABCAAAQhAAAIQgAAEIACBjktgo65b2xprrFHVBLu88847q6u587PPPrM3V/3Dtuu7VzW3cw8EIAABCEAAAhCAAAQgAAEIQAACEIAABCAAAQg0OIHnl/7FENANvkiEBwEIQAACEIAABCAAAQhAAAIQgAAEIAABCECgGQkgoJtx1YgZAhCAAAQgAAEIQAACEIAABCAAAQhAAAIQgEATEEBAN8EiESIEIAABCEAAAhCAAAQgAAEIQAACEIAABCAAgWYkgIBuxlUjZghAAAIQgAAEIAABCEAAAhCAAAQgAAEIQAACTUAAAd0Ei0SIEIAABCAAAQhAAAIQgAAEIAABCEAAAhCAAASakQACuhlXjZghAAEIQAACEIAABCAAAQhAAAIQgAAEIAABCDQBAQR0EywSIUIAAhCAAAQgAAEIQAACEIAABCAAAQhAAAIQaEYCCOhmXDVihgAEIAABCEAAAhCAAAQgAAEIQAACEIAABCDQBAQQ0E2wSIQIAQhAAAIQgAAEIAABCEAAAhCAAAQgAAEIQKAZCSCgm3HViBkCEIAABCAAAQhAAAIQgAAEIAABCEAAAhCAQBMQQEA3wSIRIgQgAAEIQAACEIAABCAAAQhAAAIQgAAEIACBZiSAgG7GVSNmCEAAAhCAAAQgAAEIQAACEIAABCAAAQhAAAJNQAAB3QSLRIgQgAAEIAABCEAAAhCAAAQgAAEIQAACEIAABJqRAAK6GVeNmCEAAQhAAAIQgAAEIAABCEAAAhCAAAQgAAEINAEBBHQTLBIhQgACEIAABCAAAQhAAAIQgAAEIAABCEAAAhBoRgII6GZcNWKGAAQgAAEIQAACEIAABCAAAQhAAAIQgAAEINAEBBDQTbBIhAgBCEAAAhCAAAQgAAEIQAACEIAABCAAAQhAoBkJIKCbcdWIGQIQgAAEIAABCEAAAhCAAAQgAAEIQAACEIBAExBAQDfBIhEiBCAAAQhAAAIQgAAEIAABCEAAAhCAAAQgAIFmJICAbsZVI2YIQAACEIAABCAAAQhAAAIQgAAEIAABCEAAAk1AAAHdBItEiBCAAAQgAAEIQAACEIAABCAAAQhAAAIQgAAEmpEAAroZV42YIQABCEAAAhCAAAQgAAEIQAACEIAABCAAAQg0AQEEdBMsEiFCAAIQgAAEIAABCEAAAhCAAAQgAAEIQAACEGhGAgjoZlw1YoYABCAAAQhAAAIQgAAEIAABCEAAAhCAAAQg0AQEENBNsEiECAEIQAACEIAABCAAAQhAAAIQgAAEIAABCECgGQkgoJtx1YgZAhCAAAQgAAEIQAACEIAABCAAAQhAAAIQgEATEEBAN8EiESIEIAABCEAAAhCAAAQgAAEIQAACEIAABCAAgWYk0OQCep5dMXS8TY8lP8amzvmeDWmEVZl7hQ19eITNOaUhomkEIsQAAQg0PYEy77/DJtr9PzvUNqhpjr7/+r2Xz/vZUBt/o9mY6+bY93bOENzSu+zUr0+2RzPO5+27T7X9z3/Uhk+63648pLbZZ4iOJhCAQKcl0Lzvv6VLNtwm/u5KO7Rv/d/zO+32YOIQgAAEIAABCECgAQl0YAFtZhmlQauui+TzhOlm46YioFsVNJ1DAAJtS6D5BEjb8mE0CEAAAq1FoPnef/0HgMkCurVY0S8EIAABCEAAAhCAQCMQ6CACOpoh97bddcr+Nvkxn1Uh1JFv1ouEcEvWxcRJC2zy+Y/m1iYqjX02nF+5hD7GjJtu0280swP2N7vv/mCdfZzlYjGrOEuvEXYSMUAAAp2MQLZsNZ8VnIMTvifnHkl+Puj/d4PsemUix7wvF99f/oPH6Htr4d+TJtqC8/P9W/D/SWwGdPL7d2wGtP8QMr87otnRvN93spcN04VAXQg0//tvKYbInIL334lbTbbJ+r5a/4uEv2FCkkdddhOdQAACEIAABCAAgbYg0EkEdHymSMs3scmZJIU2UfnsV6eQZV3ax5izxtj0S8ICIRIbI2xWTNmQ8BtqhERbbH3GgAAEaiOQLkBK5LAbsEXwxj8f/XXs0igLJTQicte3TCqBkSSgS0bwHy6WCOiE/yvy7UsEdEJ84YebvN/Xtgu5GwKdk0Dzv/9mFtAlDYMPMhHQnXP7M2sIQAACEIAABJqSQAcR0AnsvUTIf4PaIiV8hnRpRnKJ2MgL5sX52qGlffh6oi1ioqi+aPSb49RYmnIfETQEINDpCCR/cJd7D4y+z5pZ0fvf4nwN/xaZUCxw/fMtNZtTayynyIhEAR35v6JQvikioC1f47lFIBdLoE2LakBb/jdxwprTvn1pJnin2z5MGAIQqIFA877/Jn7gV/hNxfz35oXED/9+6f9PqaCOfw2EuRUCEIAABCAAAQhAoL4EOqyADiVwfJadQEYy7YpqRofyxGctR0p9xMqU+DZeWKTHUt8FpjcIQAACrUMgTYCUqVEq4futBSkH/MVk+JV8gJefWdnySC2zTyzBUTiUMD+m/78gIqD9B5FJhxgWCfIv/jl2fr5N5oMQW2fx6BUCEGhqAs37/luxgA6+N+f9s6k3LcFDAAIQgAAEINDJCXQQAR1TWzmoz5wsfaPZy6E8DgX0WFvgakq3poAmo6OTvxaZPgSajEDar4CnHJJ1rtn5quuceFhsBgGd8BsmSYe+tqmAPiSfwR2ZHwKlybY54UKgIQk0//tvKdbkGtD3/+xQ2yA4M4AP8BpyUxIUBCAAAQhAAAIQKEuggwloMwsy4aLlNJLqgoYHFNZegqN8BnTxr6Dr22kuCEAAAs1IIE2AxJTgKJpmTNmiIqFs+RIdwXtqJAM6KpQLHzZGD5DNj1urgC6U4ChI5eIDb7/0+Km2//mP5g/JogRHM+5qYoZAcxBo/vdfBHRz7DSihAAEIAABCEAAAvUi0PEEdJAh0XLYVUImXpkDBD3gyg8hTBDQrkOV/DjWFnx9vIVHE7qngiw5DqWq1/amHwhAoPUIpAkQs6TfPvEf9GU7hDBdQJfMsZUE9AaFGqWRETmEsPW2GT1DAAIxBJr//bcuAppDCHl1QAACEIAABCAAgaYh0CEFtFnLQSWlh0X5tQlFccs38hMnLbDJ5z+aaxSVGGXrjCb9MBDEEq05XdgmxdIaAd00rx8ChUAnJpAuQAQnKpmjv4kSfb7lV6szlOAoEsL6gG+S2QUx5ZLyq1RrBnTud1YiH2jG1CctmqMXJPkYovPn/b4Tv4SYOgSqJtD8778I6KoXnxshAAEIQAACEIBAUxJocgFdL+bZvpGv12j0AwEIQAACEIAABCAAAQhAAAIQgAAEIAABCECgMxBAQLtVRkB3hs3OHCEAAQhAAAIQgAAEIAABCEAAAhCAAAQgAIG2JYCARkC37Y5jNAhAAAIQgAAEIAABCEAAAhCAAAQgAAEIQKDTEEBAd5qlZqIQgAAEIAABCEAAAhCAAAQgAAEIQAACEIAABNqWAAK6bXkzGgQgAAEIQAACEIAABCAAAQhAAAIQgAAEIACBTkMAAd1plpqJQgACEIAABCAAAQhAAAIQgAAEIAABCEAAAhBoWwII6LblzWgQgAAEIAABCEAAAhCAAAQgAAEIQAACEIAABDoNAQR0p1lqJgoBCEAAAhCAAAQgAAEIQAACEIBAtQReWvaSTfv7NHvu7efs01WfVtsN99WRQLeu3Wz7Dba3Y75wjG3Ve6s69kxXEIBAPQkgoOtJk74gAAEIQAACEIAABCAAAQhAAAIQ6HAEJJ+//9D3bc1ua9pa3dayLtalw82xGSe02lbbJ59+Yv/+9N/2031/ioRuxkUk5k5BAAHdKZaZSUIAAhCAAAQgAAEIQAACEIAABCBQLYFz/nyO/eO9f1j3bt2r7YL7WpHAx59+bFuvv7Vd+KULW3EUuoYABKol0PQCesWKFfb666/b+++/b6tWraqWA/dBoF0JdO3a1f5/9t4+9pOjvvP8DAZMCPicAMYO5pLhIQSIl8WsFc+sETrnDAerCHkGc2HmVgpxlGjlJCKWlxXy4NWaGaHNWgYRrFNO60ukvRmymLGFooUjvniFwnqcIzhLHEK8QCYrG4wNOByQBwPmd+rnqurqrurqrm93db/mL/v3rcfXu6q6+t3Vnz7vvPPkoosukmc+85mztoXKIeBLgPXXlxTp1kaANXttiqbXH9bf9DSjxdMQYP2dhiOlhBG4+qNXyw8/44c5+RyGL3qu7CT03/7D38pdb74rel1UAAEIDCeQtAGdbb4ffPBBef7zn5+bdtmGhH8QSJFA9vAkG8+PPvqovOxlL8OETlHEjbWZ9XdjgtNdjQBrNgNiTgKsv3PSp+65CbD+zq3Atuv/ubt+Ts5/5vnbhrDw3n/z774pv3/17y+8lTQPAtskkLQB/aUvfUl+6Id+SH7kR35EzjnnHNm3jxhM2xzG6fd6b29PnnzySfmbv/kb+fu//3t58YtfnH6n6MGqCbD+rlpeOucgwJrNEJmTAOvvnPSpe24CrL9zK7Dt+jGgl68/BvTyNaKF2yWQtAH9p3/6p/lp0XPPPbc+/YwJvd3BnGrPs4109i870fHEE0/kp/pf/epXp9od2r0RAqy/GxGabrYIsGYzKOYmwPo7twLUPxcB1t+5yFNvRQADevljAQN6+RrRwu0SSNqA/sxnPiOXXHKJPO1pT+P083bH8Gp6nm2qv/e978kDDzwgr3nNa1bTLzqyTgKsv+vUlV75E2DN9mdFymkJsP5Oy5PS0iPA+pueZmtpMQb08pXEgF6+RrRwuwSSN6Bf9apXyVOf+tTtKkjPV0UgM6D/7M/+DAN6VaquszOZAcL6u05t6ZU/AdZsf1aknI4A6+90LCkpXQKsv+lql3LLMaCXrx4G9PI1ooXbJYABvV3t6fkCCXz/+9+Xz372sxjQC9SGJukEMEAYERAQYc1mFMxBgPV3DurUuTQCrL9LU2Qb7cGAXr7OGNDL14gWbpcABvR2tafnCyTAZnqBotAkKwEMEAYGBDCgGQPzEGD9nYc7tS6LAHvmZemxldZgQC9faQzo5WtEC7dLAAN6u9rT8wUSYDO9QFFoEgY0YwACHQRYsxkacxDAgJ6DOnUujQDr79IU2UZ7MKCXrzMG9PI1ooXbJYABvV3t6fkCCbCZXqAoNAkDmjEAAQxoxsCCCGBAL0gMmjIbAfbMs6HfdMVhBvSb5F0/+zZ5heWzVX/3+IfkVz79semZ/vi75Ld/6ifkr//yV+S9/3364qsS33TZb8vbzvtr+dAfvldE+e8IPfLuBAa0NyoSQmDnBDCgd46cCiHQTYDNNKMjFQIYIKkoRTtjEmDNjkmXsrsIsP4yNiBACCTGwDwExhjQ5z/6z+Vf/bna7l+Sf/uG18n5sUzoHSBSDeg5TWe1qxjQOxCeKiAQSAADOhBcetn+XG5/683yidffJB/+pZ9Or/kbaTFmxkaEXkE3MUBWICJdGE2ANXs0QgoIIMD6GwCNLKsjwPq7OkmT6NC0BrRIbuCe+2n555/69/JLV/wHeekTfyHn/+gr5Jnyd/IX+ell4/T09/8iP238MSn+/hPf0k9QZ2Vc9sSH5Fcee5V2Ajqv50efWTKuys7+tzDB5cuNOd4ylX/638p/eMGPKfp8RT75iX8l/17K9ltOQOenoev6mqxfqepxlPlm+Wv55o++QrJa6zyeIwQD2hMUySAwAwEMaHlMPnHjr8rtX2jTf8OxD8u1/8hXlaKch/9XvzyPffyY/OqnXisfPPEGueBrn5Bj1/2RvPa24/KG5/nWNzDdn90ub/1/f2ac+byLdg7s1tqSs5lem6Lr7U+4AVI+DKvQtB6K6b//5Ns/KMffeEEbZLam/ceLizU0/9UoV8nRWYYln5k2X6t/57+Vpf2kXOtcp4f1b9h1Zr3jKdWesWanqlza7d7m+vsGuenD10r/EQrH+pvvY2+XakVn/U17HrD+pq1fqq2PbUC/7ocbc1csJnNmML9OPpkb1u3Tx5mZfJl8MzOuRQnB8ezMQJbaNJbc/K3+32FA52nPL83wxrD+sb9tt6EvBEfe7nNL89ynzB8Vpc5howUDehgvUkNglwQwoEsDumUcl5vU/d4m9LIN6Me+9phc8DyLibPL0UZdTgJspp2ISLAQAmEGSGEOnK1N5WLd/KMrKpPZ/P8ivZjrcGY+H/+EyEuvVQzoNpjCPN7fY1o46svrOduYzvn/S095rv4Zv/NQbyGjObwZrNnh7MgZTmAL62+xfkuz/ubr5cPy850mtGP9Lff1Ylx/fA+OhKtFzlgEWH9jkaXcPgKTGtB5nOZXyDfLU8GquZy3ITNqn//N8sRz1aoOkzmL86ymV2NAmwa01kGPE9AGkC4TvNOA1gxvO91+Y33YmMSAHsaL1BDYJQEM6C4DOlOhZTYYp6Vr80P/e32CrjJJakWb0xv9J6BdJ+iaIZKX8+XXyrVnb69Pcfef4FNPkGT1/J5cfOy18kfHyxMheZ9eIL+fhevIq1FO/KlmiRQ3Aq99+1m5vTodaJhBf/7v3yo3/4EynDca/uPEiRPy2c9+VpvXr3rVq+TGG29szXU207tc/qhrDIEgA8Rm4KonmS2/F2vcz5dvb1Rr40/KG14v8omz5Vskto74PER01Ket03kd5ZrZdQp6cP9MA3yMIuSdgwBr9hzUqXP96+8FxsPJQvNsX/l7L+h5K8Z8QKhcX0R987AaQq03aRhbKRFg/U1JrfW0dYwB7foIoWlA62EzVIZ6eI4qDEcdfiP7qKH2EUI9jIce0sLTgC7N8iqIh/iegDZMdm0keJQZElcaA3o9842erI8ABnSfAa2ZDW2jIDdYpYqpbJyANk/OVa+HlyZstwFtnvjrNyiq18Pr1wiNes0TgPr/l2ZObRw35k71mrnWx5YBfbv8t9pU1k+e5PnOKqcTSzN+i687ZuZzZkKr/zLzOTOhzX9spte3yK61R0EGiAWGuhZ2GgS1qfDn8omPXyBveOMF0jaH9cL19dmugrUM1UQefAK6XU9vOzkBnfz0YM1OXsIkO7D+9ffn5MuWsHY+67oqaOv6Uj/MLFM532pJcnhsptGsv5uRelEdHWNAtz9CqHfNakCX8ZW7jNgmDMfX5HVV+I3sNLRmQDf15HX8cPb/lYntMKAVk7gyrv1PQHd8ZHFAmRjQixr+NAYCowlgQPca0IqpLGa80Yy9ehrOHYJD3Th3GdCv/hP1tF+pb89rh/YTetUr67bX11VD+7HW6+2tzb16OqRlQOtxq/tvDDpepR89hNMoQD0F3XX6OesJm+k09KSVItMYIPq6oJ927l//pjB2vepTY4Y6Qn60x0XXute85dIfn5qRtnQCrNlLV2id7dvC+nuBGUKpWou936Yz1t/WWzHV24s+saXXOY5S7xXrb+oKptn+XRrQeqzmDl6V0fz4N+UV5ynhOjoM6KIU9QOGP9b7EcI8rEb5kcSqBb4GtBb3WWm++uFFV5kY0GnOE1oNgS4CGNCeBvTPfVn9EJWKswpR0WFAGx88EccJ6Bd81AhbUVdl3yD3GtAX2T9u2LzCaDegtdcbRxrQ+ge8RLZ4AjqTUD0F3XX6GQOahTolAuMNkNKEVcwEL0O4hNRnQLtOR1ecXfW1DJDWmy19irX7Z0s99ERfSmNkC23FANmCysvr4xbW3+xjg1oot5deKzdd8Udys3mK2SpPx/qrhcb7Sbk2D0HXF1d6edrTooYA6y+jYQ4COzWgS6P4FU8UH/zL/7XiKSvhNcqwGHm6vhjQtvAcdR3FqeUf+37xwUAzrnMdFsQRgiPP96PfbD58aBrQysnuvjIxoOcY5dQJgXgEMKA9Q3DkJ5M/1RNv1CxHMZ4r09XnBHRuQNdhPdzCL9WAboznyjjf9gnoTMkqDIct9nOlNJtp95gnxTIIjDNA7OaAMySG0vVuk7kjbJHlYeAHX/B77XW9fiW7eAW8+UBiUXmzjkv+BkkRK1+MDyL6mc95Pl4BX8aADmwFa3YgOLKNIrD+9fdayQxo8595gGKS9fc/Xtz7MdtRQpE5KgHW36h4KbyDwG4N6KwRpSFct+crLVO3MnC12M7GCegm9EZRUDvtK6SI7/wV+eSXRV5Xf/xQjx+dxX7+0BOX1ebyVzKjuTSTG7P6s/Kqn32bdMe8FnmX+ntPmRjQTEUIrIsABrTvRwidJoF+Atp2ss7HgHYb3foAjBGCY/wJ6OLjMfqXxTGgqw8R2mI/V6qymV7XArvm3gQbIKURLG+3fEjK+RHChminAT0krnJvfd0fwep9SNjTvyEG+5rHzpr6xpq9JjXT6cv611+r/dwKG9dSrO/60mFoDzn0kc4I2UZLWX+3ofPSehlmQC+tF+tuDx8hXLe+9C5tAhjQXQZ0V6y4/dVHB82TaxYDWjkxXZ8I9vwI4VnFnBn2qrklpurv7JebPlycJrF9hFCOfViu/UfFQG59YTwoBIdp3FRx9rYbgsN3mWAz7UuKdHMTCDNA9I+Vtvtgnl7ufnDVuS46HxaqtfbXZ37EtTitfFaqj7S22+/qn9kfV/q5VaZ+FwHWbBchfo9BYDPrr7KPbn3cugXWsZ6aDyed63kM5ShzSgKsv1PSpCxfAhjQvqTmS4cBPR97aoaAiwAGdGlA3/4FE1UV21n9e/PhqOKvelxm3WQuTNi63NffJPnr3qUZnMcWrTbW5qbYfFW858NX/Segi1bqcZjVNrfNnWkM6J8WMfrwhmMflIv/46/K7aqB7xqdG/ydzfQGRU+0yyEGiBkTvul6e12qXq3u+khflwHtG/+5qVtf1836hsSx9+qfsTbyEcJEJ0DZbNbstPVLtfVbWX+1GNDGntvUzmv91WJAcygi1fFftZv1N3UF02w/BvTydcOAXr5GtHC7BDCgt6s9PV8gATbTCxSFJlkJhBggoITA2giwZq9N0TT6w/qbhk60Mi4B1t+4fCndTgADevkjAwN6+RrRwu0SwIDervb0fIEE2EwvUBSahAHNGIBABwHWbIbGHAQwoOegTp1LI8D6uzRFttEeDOjl64wBvXyNaOF2CWBAb1d7er5AAmymFygKTcKAZgxAAAOaMbAgAhjQCxKDpsxGgD3zbOg3XTEG9PLlx4Bevka0cLsEMKC3qz09XyABNtMLFIUmYUAzBiCAAc0YWBABDK9PDv4AACAASURBVOgFiUFTZiPAnnk29JuuGAN6+fJjQC9fI1q4XQIY0NvVnp4vkACb6QWKQpMwoBkDEMCAZgwsiAAG9ILEoCmzEWDPPBv6TVeMAb18+TGgl68RLdwuAQzo7WpPzxdIgM30AkWhSRjQjAEIYEAzBhZEAAN6QWLQlNkIsGeeDf2mK776o1fLDz/jh2Wf7Ns0h6V2fk/25G//4W/lrjfftdQm0i4IbJoABvSm5afzSyPAZnppitCeLgIYIIwNCIiwZjMK5iDA+jsHdepcGgHW36Upso323PipG+UL/98X5NynnruNDifWyye+/4S89H94qZy44kRiLae5ENgGAQzobehMLxMhwGY6EaFopmCAMAgggAHNGJiHAOvvPNypdVkE2DMvS4+ttOaL3/yi/MtP/kt52lOfJk9/6tM5Cb0Q4bOTz9/9/nfle9//nvy71/07ecn5L1lIy2gGBCCgEkjagP7TP/1TeeUrXylPf/rTURUCqyDw3e9+Vz73uc/Jq1/96lX0h06slwDr73q1pWf+BFiz/VmRcjoCrL/TsaSkdAmw/qarXeotz0zo3/nz35G/+MZfyPd/8P3Uu7OK9j/1KU+VVzznFfL2n3475vMqFKUTayWQtAH9pS99SZ71rGfJBRdcIPv2EYdprYN0K/3a29uTxx57TL7zne/Ii1/84q10m34mSoD1N1HhaPZkBFizJ0NJQQMJsP4OBEby1RFg/V2dpHQIAhCAAAQ2QCBpA/rv/u7v5MEHH5QXvOAF8pznPEee8pSnYERvYNCurYvZJvoHP/iBfOMb35Avf/nL8rKXvUye+cxnrq2b9GdlBFh/VyYo3fEmwJrtjYqEkQiw/kYCS7GLJ8D6u3iJaCAEIAABCECgk0DSBnTWq2wT/sgjj8i3vvWt3MTjHwRSJJA9PDnvvPPkoosuwnxOUcCNtpn1d6PC0+38gTdrNgNhTgKsv3PSp+45CbD+zkmfuiEAAQhAAALhBJI3oMO7Tk4IQA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SRvQn/nMZzYsHV2HAAQgAAEIQAACEIAABCAAAQhAAAIQgAAEIBCfwGte85rgSjCgg9GREQIQgAAEIAABCEAAAhCAAAQgAAEIQAACEIDA+gls1oBev7T0EAIQgAAEIAABCEAAAhCAAAQgAAEIQAACEIBAugSSPgGdLnZaDgEIQAACEIAABCAAAQhAAAIQgAAEIAABCEBg/QQwoNevMT2EAAQgAAEIQAACEIAABCAAAQhAAAIQgAAEIDALAQzoWbBTKQQgAAEIQAACEIAABCAAAQhAAAIQgAAEIACB9RPAgF6/xvQQAhCAAAQgAAEIQAACEIAABCAAAQhAAAIQgMAsBDCgZ8FOpRCAAAQgAAEIQAACEIAABCAAAQhAAAIQgAAE1k8AA3r9GtNDCEAAAhCAAAQgAAEIQAACEIAABCAAAQhAAAKzEMCAngU7lUIAAhCAAAQgAAEIQAACEIAABCAAAQhAAAIQWD8BDOj1a0wPIQABCEAAAhCAAAQgAAEIQAACEIAABCAAAQjMQgADehbsVAoBCEAAAhCAAAQgAAEIQAACEIAABCAAAQhAYP0EMKDXrzE9hAAEIAABCEAAAhCAAAQgAAEIQAACEIAABCAwCwEM6FmwUykEIAABCEAAAhCAAAQgAAEIQAACEIAABCAAgfUTwIBev8b0EAIQgAAEIAABCEAAAhCAAAQgAAEIQAACEIDALAQwoGfBTqUQgAAEIAABCEAAAhCAAAQgAAEIQAACEIAABNZPAAN6/RrTQwhAAAIQgAAEIAABCEAAAhCAAAQgAAEIQAACsxDAgJ4FO5VCAAIQgAAEIAABCEAAAhCAAAQgAAEIDCHwr0/dJx/7k7+W737/ySHZNp326U89R970T35C/s2Ry60cYLr+4eEaA7sggAG9C8rUAQEIQAACEIAABCAAAQhAAAIQgAAEIBBMIDNK737gq/LdfU8X2feU4HI2l3HvB/L0ve/KVZdc2DKhYbqR0dAzBnZFAAN6V6SpBwIQgAAEIAABCEAAAhCAAAQgAAEIQCCIwGXX/57sPeM8zOcQens/kH3/8C359K0/r+WGaQjMRPN0jIFd9QYDelekqQcCEIAABCAAAQhAAAIQgAAEIAABCEAgiMCrfv2kPO3ZzwnKSyaR7337G/LZDxzVUMB0WyPDNgZ2RQADelekqQcCEIAABCAAAQhAAAIQgAAEIAABCEAgiABmaRC2OhMG9Dh+a8iNAb0GFekDBCAAAQhAAAIQgAAEIAABCEAAAhCAQBQCGNDjsGJAj+O3htwY0GtQkT5AAAIQgAAEIAABCEAAAhCAAAQgAAEIRCGAAT0OKwb0OH5ryI0BvQYV6QMEIAABCEAAAhCAAAQgAAEIQAACEIBAFAIY0OOwYkCP47eG3BjQa1CRPkAAAhCAAAQgAAEIQAACEIAABCAAAQhEIRBqQP9v1/6svONFT9Pa9O2/+kv5n27/6yjtXGqhUxrQKtMtslyqxq52YUC7CPE7BCAAAQhAAAIQgAAEIAABCEAAAhCAwGYJhBnQPyH/+7t/Si57hoHtH74h73/Pp+X/2hBNDOgNid3RVQxoxgAEIAABCEAAAhCAAAQgAAEIQAACEIAABDoIhBnQPy13nLhY9rfK/J58+mN/KP/iv9gry0/4PvtR+Sfv//Moerz7Hf+LXPntAaew/+ll8p/fdK7cc+On5D2BLZrXgA7TIbCrrWyDeY+pONfqOfLsVhnfkY+O0K/dpOLhynM/93/LNXf6NRgD2o8TqSAAAQhAAAIQgAAEIAABCEAAAhCAAAQ2SCDIgD50hfzJa55lpXX2M93GXWwDeg75lmBASw/zmEx2b0CfJ3/Z84Bjmr5iQHtxfPLJJ+VrP/iCvPyCA17pSQQBCEAAAhCAAAQgAAEIQAACEIAABCCwTQL+BnR12jY75fwlkSs7QnDcI3JtflK1fTJVM6AzE/uVT8inv/0cuex5GfvvyEc/9oRcWZ5yrWMg29KVJ15zA/TZ35NnP+NpkqW/59k/VZyA/svn5Seb//KvzpXL8jjVWZsflee+qTy1/bWHi1PY6gnovJ5z5dvPeJo8e0AokdEGdI+ZX4zIvlPlhSZdBrRuECvG6qPFyW+dT3NyPcv35lwTybkWcb2L/D8lBe/Hv/09+dFnFzHAqzR6XPCq3Xo+2wMKez5jPuZadRnQpmmccXm+fL0yq9XT06q2Kvv67xjQXishBrQXJhJBAAIQgAAEIAABCEAAAhCAAAQgAIHNExhuQItIZeBa6DXmpYcB/ZpnSWFIVjGlyzy5MShFaIXSJKxMzrx8KQzk/L+f3cSdrg3X3IB+jkhpnhZtKg1RUYzM/L/LEBx5Pef2hhCxDZbRBnRWaGd4if6QJiL9BnRhGr9Y5J4/lH/x/CvkP//Iw4WZXNVX6pgbwD/2rTx+t+Qfl3yiYF+m+7qq0bdL814k51+HPFE1K38rdPpOES9cyadx7MxnhGnpNaCzEjMW58uf3fgpOXvtz8qb/+YPyxAauhmtj5HK0C7HX97Gor2E4HAsjRjQm792AAACEIAABCAAAQhAAAIQgAAEIAABCHgRCDKgvUr2MaBLk9k0M82TyZUZXZu1hWksihmd/WQ3F0X00B+KIdkyoJv2eHUxO5/87W/IZz9wVEvuz1TJ1joJ7TKfK9PVEotbPeWbsbzyPJFnPNHEum6ZuQ2Tr1ymx9FuDP/CmP2przQxtvtCcDTM2/n62HaGaeky6dWHIdUpdvmW3F59DLM8QW9+HFM13fOPZtbpvib/FAPaPfwxoN2MSAEBCEAAAhCAAAQgAAEIQAACEIAABCAg4m+Wdn3wrouihwH9yifyU7eZAaiZma3QGE06NWxGZkCrHx3UDejm44LeBrTSHt+xMZkBXZmgZWztvljaTdtcJ6CLlC2juPXxxcqALkKrqCazaSSrJ4NtIT4ue4ZCLjeHXSeKq9PvZr6hJ6Cz/O3wGS2juaxGD/tR1Z2N2YflxzCg3cMfA9rNiBQQgAAEIAABCEAAAhCAAAQgAAEIQAACiRjQ6gloJWTD6gxoKU5rN+EjXCPUw4DOeP2PT8inn31eEYrjv1QhP5R4ysqJaNcJ6C4D2jR6+4xrtVfd+YYb0FlZ18q35OsvOjcPxfGeytS3PFjo/iAmMaBdoy7/HQPaCxOJIAABCEAAAhCAAAQgAAEIQAACEIDA5gkMPwHdPtmsQ6xOSk94ArqOFV2c5lVjQKd8Atp+Ctc+JJuPAaq/uwzoJi5yHs/5SilCU5ThLKoY2UNiQPsZ0OUY8DgBrRvQar6BBrTav9x0/6byocnGbK/Hz6d/SPuoYRNPnBAcXosiBrQXJhJBAAIQgAAEIAABCEAAAhCAAAQgAIHNEwgzoIswBVq4hYxkHnv47+XNJ7K4xBMa0K8UOSvPkv1ZeAclvrEZWiK1EBxTGdD7LaP47Gf+Ur7+Sv1jevWp39x8PVe+/rVnyf7nZZl1rZoPSYo0xndHeIsXPa1M8yy5I9e9LO8zIm/OTx67DF01tMt35KN1viI0S/2v90ONj8pz3/R8+frHyhPe1g8kPqsoSo2PrcXdrhhwAtprUcSA9sJEIghAAAIQgAAEIAABCEAAAhCAAAQgsHkC/ga0rxnYmICTwO34iNwkZU9QyJgY0OMN6MAOtGJAB5ZDtpyAbQzsCs3nHzsjz3vKS+Wcc84JqnLf448/vheSEwM6hBp5IAABCEAAAhCAAAQgAAEIQAACEIDA9ggEGdC7xLRiA3qXGLW6MKAnRY8BPSlOCoMABCAAAQhAAAIQgAAEIAABCEAAAhBYE4HFG9ALhz3mBPTCu0bzPAlgQHuCIhkEIAABCEAAAhCAAAQgAAEIQAACEIDA9ghgQI/THAN6HL815MaAXoOK9AECEIAABCAAAQhAAAIQgAAEIAABCEAgCgEM6HFYMaDH8VtDbgzoNahIHyAAAQhAAAIQgAAEIAABCEAAAhCAAASiEMCAHocVA3ocvzXkxoBeg4r0AQIQgAAEIAABCEAAAhCAAAQgAAEIQCAKAQzocVgxoMfxW0NuDOg1qEgfIAABCEAAAhCAAAQgAAEIQAACEIAABKIQwIAehxUDehy/NeTGgF6DivQBAhCAAAQgAAEIQAACEIAABCAAAQhAIAqBy67/Pdl7xnki+54SpfxVF7r3A9n3D9+ST9/681o3Ybpq1fXOdYyBXRH4/GNn5HlPeamcc845QVXue/zxx/dCcj755JPytR98QV5+wYGQ7OSBAAQgAAEIQAACEIAABCAAAQhAAAIQ2AiBf33qPrn7ga/Kd/c9HRN6iOZ7P5Cn731XrrrkQvk3Ry7XcsJ0CMiE0/aMgV31CgN6V6SpBwIQgAAEIAABCEAAAhCAAAQgAAEIQCCYQGaYfuxP/lq++/0ng8vYWsanP/UcedM/+YmW+VxxgOn6R4RrDOyCAAb0LihTBwQgAAEIQAACEIAABCAAAQhAAAIQgAAEIACBDRLAgN6g6HQZAhCAAAQgAAEIQAACEIAABCAAAQhAAAIQgMAuCGBA74IydUAAAhCAAAQgAAEIQAACEIAABCAAAQhAAAIQ2CABDOgNik6XIQABCEAAAhCAAAQgAAEIQAACEIAABCAAAQjsggAG9C4oUwcEIAABCEAAAhCAAAQgAAEIQAACEIAABCAAgQ0SwIDeoOh0GQIQgAAEIAABCEAAAhCAAAQgAAEIQAACEIDALghgQO+CMnVAAAIQgAAEIAABCEAAAhCAAAQgAAEIQAACENggAQzoDYpOlyEAAQhAAAIQgAAEIAABCEAAAhCAAAQgAAEI7IIABvQuKFMHBCAAAQhAAAIQgAAEIAABCEAAAhCAAAQgAIENEsCA3qDodBkCEIAABCAAAQhAAAIQgAAEIAABCEAAAhCAwC4IYEDvgjJ1QAACEIAABCAAAQhAAAIQgAAEIAABCEAAAhDYIAEM6A2KTpchAAEIQAACEIAABCAAAQhAAAIQgAAEIAABCOyCAAb0LihTBwQgAAEIQAACEIAABCAAAQhAAAIQgAAEIACBDRLAgN6g6HQZAhCAAAQgAAEIQAACEIAABCAAAQhAAAIQgMAuCGBA74IydUAAAhCAAAQgAAEIQAACEIAABCAAAQhAAAIQ2CCBpA3offv2bVAyugwBCEAAAhCAAAQgAAEIQAACEIAABCAAAQhAYHcE9vb2gitL3oD+3BfvDO48Gf0IvPIlhwTOfqzWkAq916Ciuw/o7GaUQgp0TEGloo1olY5WPi1FTx9KcdLAPg5Xn1Jh70Mp7TRonK5+aDePdnCfh7urVnRxEQr7PeOKAR3GjlyeBJi8nqBWkgy9VyKkoxvovA6d0TEdHdEqHa18WoqePpTipIF9HK4+pcLeh1LaadA4Xf3Qbh7t4D4Pd1et6OIiFPY7BjQnoMNGzoBcTN4BsFaQFL1XIKJHF9DZA1ICSdAxAZHKJqJVOlr5tBQ9fSjFSQP7OFx9SoW9D6W006Bxuvqh3TzawX0e7q5a0cVFKOx3DGgM6LCRMyAXk3cArBUkRe8ViOjRBXT2gJRAEnRMQCQM6HREGtBS5t4AWBMnhf3EQAcUB/sBsBJNisaJCkeor9mEY87Mhr63YnSJowsGNAZ0nJGllMrkjY54URWg96LkiNYYdI6GdqcFo+NOcY+qDK1G4VtcZvScTxLYw34+AuuvmfmVrsZoN492cJ+Hu6tWdHERCvsdAxoDOmzkDMjF5B0AawVJ0XsFInp0AZ09ICWQBB0TEKlsIlqlo5VPS9HTh1KcNLCPw9WnVNj7UEo7DRqnqx/azaMd3Ofh7qoVXVyEwn7HgMaADhs5A3IxeQfAWkFS9F6BiB5dQGcPSAkkWZSO//Uj8sq3nNKpvfE35JO/9VqR3/9Ned1v3Gf97bn5X78p/+nXflHe+fEqyeXym596p/yzC4u/3/36/1Pe/3PnN/m/+kfyjiselV/44lvkHyul/tcPHpKj7xf59Y/cKb+i/rAALRel1QJ4pN4E9JxPQdjDfj4C66+Z+ZWuxmg3j3Zwn4e7q1Z0cREK+x0DGgM6bOQMyMXkHQBrBUnRewUienQBnT0gJZBkUTrmBrTIScMUzjB+PTOg/+BAbkYXhrP670H57Ze8Sz7/PsVkzgzmEyLHfusS+WNvAzor56Mi7xD5gLxZPverL1uUgovSalFk0mwMes6nG+xhPx+B9dfM/EpXY7SbRzu4z8PdVSu6uAiF/Y4BjQEdNnIG5GLyDoC1gqTovQIRPbqAzh6QEkiyKB0DDej81LK8t8MwHnACOqv/9ufLJ28UOW45HT23nIvSam4YK6gfPecTEfawn4/A+mtmfqWrMdrNox3c5+HuqhVdXITCfseAxoAOGzkDcjF5B8BaQVL0XoGIHl1AZw9ICSRZlI5BBnRhMD98bVfIDH8DOjOyf/fHs1PUYg/bMbOei9JqZhZrqB4951MR9rCfj8D6a2Z+pasx2s2jHdzn4e6qFV1chMJ+x4DGgA4bOQNyMXkHwFpBUvRegYgeXUBnD0gJJFmUjpYY0FeVYTXyEBxGDOgiTnMRfkM6YzabsaFVUY404T7ymNBn5Ko8brQr5Mc8wi5Kq3kQrKpW9JxPTtjDfj4C66+Z+ZWuxmg3j3Zwn4e7q1Z0cREK+x0DGgM6bOQMyMXkHQBrBUnRewUienQBnT0gJZBkUToGnYD2M6BdHyFsxZg2DOklSLkorZYAJPE2oOd8AsIe9vMRWH/NzK90NUa7ebSD+zzcXbWii4tQ2O8Y0BjQYSNnQC4m7wBYK0iK3isQ0aML6OwBKYEki9IxyIAWGR8DuvuUdHUCewlSLkqrJQBJvA3oOZ+AsIf9fATWXzPzK12N0W4e7eA+D3dXrejiIhT2OwY0BnTYyBmQi8k7ANYKkqL3CkT06AI6e0BKIMmidAw0oCU/rfw+kTJcR449+9sJkWO/dYn88a/9ovSegM7r/Sv5zTL8RiVbEfbjRU2Yjpn1XJRWM7NYQ/XoOZ+KsIf9fATWXzPzK12N0W4e7eA+D3dXrejiIhT2OwY0BnTYyBmQi8k7ANYKkqL3CkT06AI6e0BKIMmidHQZ0EYMaHnjb8gnf+u18tzKcL7ifXJ3zfzy0lB2f4RQPnhIjsp75XO/+jJDMVd4j90KvCitdtv1VdaGnvPJCnvYz0dg/TUzv9LVGO3m0Q7u83B31YouLkJhv2NAY0CHjZwBuZi8A2CtICl6r0BEjy6gswekBJKgYwIilU1Eq3S08mkpevpQipMG9nG4+pQKex9KaadB43T1Q7t5tIP7PNxdtaKLi1DY7xjQEQzoPB7l+xtBfv0jd8qv/GOR4nXe+zSlqt+yP9p+r0945SfDThkqH9FfDa5Pj/3P8uVf+0V558dtg6I6FSYirTKV38LGkzXX5JPXxqI8CScZ4z840JyKK1uUs/3vby5OuJWva9+tnp7L0tlO31Vpq57Veewn40zttRN6dR2nRN6hn7ZrfQArr6+KS9rWxWssmRxS1VsK1h9QR5emneV3ESnmVhdDXb/Bc69vvA0cM53jsdZf7bg65wPH4ERze9y8tmtWNC3rY7GG1WETTKa1vmpnLHF8jXnW7rqZRz81q6+hKnt7zOAiXrDIf7Ksv2Ys4WbOXyCnzfFdN7Sp07m2BOo6TsfASskWRCCmVtX4UvckTSNjzJPz+/c86rU7v5YVoVRc+5rOfvjsoco6Y801U/SYelZ1DeFhi3fuZFFx9djTOMsyrvUx46/vgn1rkmtj0Lbf7tqvdLzF4bpv0BoQcn0MWqacmWZh72xVTwKvewZVo2IP0Ar7pN1n2O/TqjFvvycY04nd5o2hcf/64bpPKPrvXoM60uX70rfIP6411O/HrWtV17hR2tG1xlXtbP3eU+ZUCi9Cu3qP79I17D6o955vpnUzBnfpvKb23cOc3/hDpk9SbyxKT8rwRLT7dOU+TeddziXrnqysINtPXPFAy/fS5sOAPd2YuTG9Lp7s80ZX+wTXPXO2Ng3zjFr+VF7f7vYJGNCTGtClcC9TzcVs0DwgP/PFt8jFpjlqxJ3s3XBYzNHiAmUaymLEq7QvzsViIHrMy3Iy229Aw6fv5JPX9Zq2y4AuuV/1xvtEXp8ZRueXO45sQVX4WeKCZtyOyy/L+3/u0dwUlfLhQj1pRXklvN5kNBuXQmORqz5+n7y8zls+fDDbnW80HpWXv+OUfP7HlXZWNx1qesdYSlrv8gLaYl3Ps77X5IvfPv/Gy+VuUR9MWAxoy7gpdqzGuFCmQmvODhozRUHFw5EXya+//6/kYi0GbfumM5/zD1ZjzOx3uf44xmD4TNZzTjav83F+Rq7q67upQWutKi/Omgli59H0ohwbnnGDdfbdhkC1Fmg3n9VNg9I+63rfw+KdkXSdTMepBhbldBKIp1U2Fz4q8g6RD0j5oLZuRax5YrvuVZtf85ppPlTuWvN7+uGzh6o235HmmilsPD2rmgbwKNeoZl/idz3x29P4lNXeP//XD/6mfPkt75R/duH0i0J89kabW3wflN/+tcfkcBVCKEveuedzGNDa3qU9h2oTYtD1cXrmVYk7Zz+2K173DLpGXfdzzQdzn99tUtv2+GP7sOP802tszgFzTenYD9f3CT5rUAap3EvaDih96pLiEJN5LWnNbc+9vVwud3/c9o2JYt3+vHmP2nu/MJ3A82un9sWla9h9UHt+zr9uxuL+TsWTaq6pffcw1d6s7VVUymTr2O8+qN5X99yHm/fF2Xz5yAXyfiXknXW9dM2znnvz6WaDSCxdrA8ovfcJ5j1z3/7Bb6+9630CBvSEBrTriXX79/EmWLOZsVwU8xloWRQ6Lpa1GdZlxAXO6Mkn7xBDsGyzdgK6yv8RkaMtw7kyoPtMzTbX7o9V2TelJ19/Ro4qnG1jp25z9hTw9udrp7oHjaXU9baMYb3/bgNaPvJekbeoDwzGz732fBk2F+rJoAAAIABJREFUZoqhWYyPh6+9U37mU4fkd7UHDZYNgjb2LX2wfjCtf6MROK2nuyiHGNAlt+oCrpvDfZvX5jdt7WxBcLEfaEDX5kKzafA1oH3Xltl1DG0A+bwJTH4tre8mPlJcY24UOX7Fo/IL1Umv6iGqNT52s35pG2ltjfK5yTHNZR8jp2Otzeru6EfXg0R1HYg910yho+npoWubh4W7x/WkWsf69jT5m2nOsnpOjXrPEP+E0dmbTbFe5/RE3Xu+IQZ0e16GXB/9SQ5PuXP2w5uo5/C6ZzA0supdGIvFQYOQtXFsR3aXf3qNXXuy9jVB3WP5rUHlWzmue+DWPahNS5+9/Xvlqj94V77/z96Srv5V68BJeZf1nsB+vzCdtkvQrulNv67PNe4Pfa/hdr9G13HX6+ZOuNdg/daf/LpevT1e5S0flP5C5qHU3oTLgDYPR1qufda3ttV8RptXa0BbzGUVV8deYphnNP8+AQN6QgM6fyJknFRVx4z9tGQzuYaegM7LViegdTJaFoW+SRthQk++qE5lQJev+ddPB9VyqwVWuRHXl0uda5+Z1brBzRfZ4rX7z5enL7uexhYbE9cFuH1KVysvdb07TkA3poePAX2nHH5IvQmOYEAPHDP5eFLzeGxq9XEWNgan2qZONq9HG9B9xkXXJqu5OVA3/g2bdj6dfYABbZjmvga079oSqutkOoY2gHzeBGJp1exdzLkUc550vPljnP6zh9Wyr/nd/eh5k0VZd7s/Rlm+ut1pxHtLqCWMpWdVySAexjrsu+4061j3nubhzo986lwL8+C+MnxWGFPfXLHZt9thO2GnplLnmv1Un+3EVNd9Q/P3InSN9bSVcU3yZTc23e7Zj2xxvUaUYTOqE4WOh22tOVQ9IMtPvfsZQPVHdkd2YdfZp9d4qAFtMRM71m/fU+k1Q+vJTMM08tzbH5P/wwgb2TykeMFHDE+ht8zpFJ5fO7UvrrUw7D5oievm9Nyb0K7tN9s915/8UII+tut9xQv/H+VwnPs+/ANd4Ty63vhwzbMIfpVtFk2vi/v+8Z0fN0LsOg3ovv2Dz1579/sEDOjJDGj3KcNqc12PI2Mytn5X45x2TTTnBanDgDZO1NZtcppowy9yk0/e8vV7tSWuuGnWE9CZuazedH1VCbXgXNjaF72uhw9q3V3GsD08S/NwwtzIeo2l6mmituk19EtBb1sM6DouUtaf8pU5tWvWWN3qHNVDqLjnnj3em7fRn7etPRf7DGVbLCY9HlzYGBw+g+05JpvXIQa09kpXv0lmfzDoOq1emQVN33X27d+L2NVNHC7bDb/aliEGtM/aEqrrZDqGNoB83gSiaGXMP/+3S7Jmj5kn3Zvi/MF6uUfxNqB7+9FjQCvXwMyAjjnXTKGj6FlV4sXD+K6IsiftO1AxdE+TGdDeXJX93epiQGsxaI0Y0Mae0/eBZ+fBlXoOFTeW5inLapi4Ds54L04DEkYd9wPa4Z20dTilNGTUewaboWzRtJkHfXuInrXRu9HzJpxeY/Meu+RnhOJTY9CqppvfeiZGaEXj3qIKYdO6B22bRT57+2KPmN2LVKfiy+tUee0z183+MqfTewnaNfFp2/d3upkadh+0xHVzeu7lmLBeU/3XH30cKm9xZOufcQK6+1tNan3t+WLVwzXPeryg6WZDvBAc3d8YUmPVW74VYbtn7t0/+Oy1d79PwIDetQFdv2JQLJrVCdhssnAC2nPJmOwEdPFBifqinge8L03fAAP6qPPp+ssMjZsNlfkU3HpyQgkXYjMJOsfS6k5AV2bCX5UxzN1PXuv40TWLS+SPlRjeQXPPnLMDx4zbkLa9blT1uW1o+55Y85xlzmSTbZa8DWjVLFEvyu6nyW0z2M+ArvNphndjvA07Vaa3c4gB7bO2OAXrSDCZjqENIJ83gRhatcahNh9jzhOfUxmvFV8Dur8f2zsBHcJDfeV40Knlel9r39P4lqVNhDJ0mKgx+r1nijthjLnkrrVJUTz0br7D0r/n677GLfEkn4vD3Oxd7Wv93nVzr94zWE80q+unGn7DtYfAgG5rZDHMtJjmlrcalbA/fvvj7rjcnYeYqoewrW8/qSH/zDdouk5nF/VXD4t009x1gGXwqO7MMP38HKad3rB+Xc37KD+dzXtxY11WPno8bI8/ToPpuRvt0a6p/SGveg/LVSE5tMNtrr1i05Zco/frJnS3AV0dxDMfOPV/n2mcEnru6XVxH1itWmDuE/K/W+6Zh3lGyxnve3t7wVJ9/rEz8rynvFTOOeecoDL2Pf7440G1P/nkk/K1H3xBXn7BgaCKs0z79u2Tz01mQLs3DK0JZmxqQkwwbdBZDTDLotATi65v8Q4FPfnkDTBUezlVMZLfcUQ+8P4RMaCtccMcoR5KY+vXs48/PVjFwrSc6C3hV09+B42l1PW2xTHX/jbAgK43i0fk199/qv6IZMjcyyQZdlrQaKfl6W0hc/dJ2r4TEN198N8YDJnjk81rbwO6O4ZY57oVPPbbGwTfE2nWjxBaNg2+BnRsXSfTccjgIW0Qgem1sp2CKZpWnT7t3xOMmSddeyaPBzVdH6b9eBtrfYq2Y9+g9i/2XDNbN72eVQ1uXa0xsRVGrbey6sYP39PYHyJkBfZfm2LsR6tuxGPvO7VNc/Jdop0e0/Z8Qw1oz/ADHnGpfXszJN387Ie01mJ0WO8Z7BpVY/iTP/5RI9RCvwnRuycd2Pw5kk+vscu06Q/V4Lu2qw/hnquA6zagLYbQ0L29GlNXOWikGdDOMqdTeX7t1L7062peQ3x1tqebd92cnnt7TDTX1CEfQa3eMjW+pRRoQNsMVLcB3TXP+mNLTzErptfFtZb1jX+bAR3gGeVVzD/eMaCnGKF5GeUgaD2VfUB+5otvkfaG3rGRV9tluXlqPRnxNaDr1wCN1yBap/ymATP55O09aWrRwNxkd7K8TzH/qthJzQmVjEbG/Lj8cvnaVPujdh/QtC+fej/4G/UHBG2LbPE0UKR65ajrYxnqxqh9Q9c/lmxPHIsbUPVE7UL1tt2kam0fYkBXi/f75G4lxM00BvSQMWN5mqusIcVpdssTam3smv22rT/tMTiNyhO+ljSBAV1saN4n+mm5LsYlAVue7G8nRI79liUelsZ+6Knrtja+BrT9ujKdrpOvz1MNMMppEZhcq45rQLG3eFERUibaPLEb0Oa1yr422x7mta9lWj989lDWPdx0c80UdHI9qwp8dLXw0M0Xv+uJz56m+lBU7/6oXnuz+LjNfrp+e2ni9SAa+452NnvH84sUptlv+Uhjo0d3fMZu/sr+PuT6ODFvtbhdsx/dFa97ho49Qbm/kTfeJy/XPjaHAT1MF5dp074PsB0Qcd2j1fstW4hM9eSn+gF7zcgp9u31t4XqThbts+/tmweGatihxoD2KbNcV4ZBtaaefn4O165pmJ+uzXVi7HVrvnVzcu6919Rh60+xl7qv9inya7SnAZ2N4z++ovnQpu2a5WVAm2+ZON86nmAyyIT3unVz+h8oFx5Te59Qf6fUFl6td/9gf5Ow5QvteJ9ACI4JT0AXY6v9JKLz1KrtYzvZBFf/VRdB29NPM6D7AAM6q6JeUOr6eoKej5jHky+qzkXH1KA/1p6um+W1EFUTa2zhCo7rNaOOE1/lpL87L7snELyy6PzMp3/TOE2hl207cZSs3iExoGtz2W5OV6a/Njd75579KWvnhdQ1Zi7MDFP7l26bMm1jQb1w6XGsi1HoHoMjprKWdbJ5PYUB3bH2OmOIVnOv7lm1Vtg2COrfyhsC48RlUZ/9N/MjIP4GdFxdJ9NxqoFFOZ0Eptaq+4SpsW5GmSfnW/YgImI8xPUxoL36IdkD1+6Yxw30BNdQY8RMx8PNonsde58Ue5rKUPYsS7l2OtfvEWvF1HPJ3RSz/33XmrK0+tr4yyInflH0mJFF/nwvaO5djDnUdW8Sk28fj92zd6vTm6Ln3uoDzm8/VLqb91f2txS079kYus6lVwi96TUOMTHtp2e1eWSdK2oM1qr3yn2kbTxUf/vU8+V3Q/b2loeGtQF92QMe9wvVOhuilp5nLu3MN0CKPbPtHq799oj+oHL4tSYnMPO6OT33ts/TrCEe64/2Vrf6AEUxR/tiQBv34Y2+Q2JAG/fe6tyzvhUwvY81vS597M37R1cM6J510fSMFrZPwICe3IAev/ivrYTpJ+/aCK2rP+i9Lj27eoPO69AZHdPREa3S0cqnpejpQylOGtjH4epTKux9KKWdBo3T1Q/t5tEO7vNwd9WKLi5CYb9jQGNAh42cAbmYvANgrSApeq9ARI8uoLMHpASSxNOxespveYLfOrmgprHEMzPf9qnDSCmAba/MGk/8zVPoWW7zbYi6xAGnK+owSlVmS3unGArxtJqidZQxlAB6DiU2XXrYT8dyaEmwH0osvfRonJ5mVYvRbh7t4D4Pd1et6OIiFPY7BjQGdNjIGZCLyTsA1gqSovcKRPToAjp7QEogSTQdyw/rvPwdp+TzP56FJmliFJqv7evfM+h4bbb+ynxpbIv6en9lJDev37VCA1jj4mZ1fVQk+wisvFk+96svaxTripH7ftUs92vLVMMgmlZTNZByBhFAz0G4Jk0M+0lxDioM9oNwJZkYjZOULW802s2jHdzn4e6qFV1chMJ+x4DGgA4bOQNyMXkHwFpBUvRegYgeXUBnD0gJJImlY/3V+CsekFfWceIKIO24sf0x/dT0XR9pNb/o3F9HKUz1EZUbRY5f8aj8QvbRvUqzjm8NqPF1tY/caVq74lWGDYxYWoW1hlxjCaDnWILh+WEfzm5sTtiPJbj8/Gi8fI26Woh282gH93m4u2pFFxehsN8xoDGgw0bOgFxM3gGwVpAUvVcgokcX0NkDUgJJ4uhYGLAPX2v/iMwwA1o3c7s/sFaegpb35ieZ7Seg9Q+amF+Zv/v1ykntro/dKn+XDx6So2V9ptR97QwdFnG0Cm0N+cYSQM+xBMPzwz6c3dicsB9LcPn50Xj5GmFAL0sj5syy9Khagy5xdMGAxoCOM7KUUpm80REvqgL0XpQc0RqDztHQ7rTgKDoa5q1pxtpDcLxITuYnkNsxoNXYzY1p3IT0qIDVp64rA7rvq8/KF6L/2YWWU9ldBnQZWiQ7LZ0Z0L9rhBextWUqQaNoNVXjKGcwAfQcjGyyDLCfDOXggmA/GFlyGdA4OcnqBqPdPNrBfR7urlrRxUUo7HcMaAzosJEzIBeTdwCsFSRF7xWI6NEFdPaAlECSGDq2Tv8aZm4RuuI+hU4Tu1lKA1o+kp2eLo3h36jMaf2Us4m3FR7jDw7IJ3/rtfLcPGEZr7mMJd06IW0Y0sIJ6ARGb9pNjDH30iayu9bDfneszZpgPx/7XdWMxrsiPX09aDc9U58S4e5Dafdp0CUOcwxoDOg4I0splckbHfGiKkDvRckRrTHoHA3tTgueXsf2CeaqQ9VJ5nYIDrXL9o8QVuExuvPq+Wzpmr9dIn/8a78o7/x4G/VV7yvDcPjGgNZM7qo8sw/TSDq9VtO0i1LCCKBnGLcpcsF+CophZcA+jFtKudA4JbX0tqLdPNrBfR7urlrRxUUo7HcMaAzosJEzIBeTdwCsFSRF7xWI6NEFdPaAlECSqXXs+jBffjr5wd/ITyTnHxK0GrcZsLZ5q5vJpcH9jiLWc/VPLT878dw2oJUT0NmHEd/yV/Kbn3qnZOE3qn9a2y0GdPG7KPn82jLVMJhaq6naRTlhBNAzjNsUuWA/BcWwMmAfxi2lXGickloY0EtQizmzBBXabUCXOLpgQGNAxxlZSqlM3uiIF1UBei9KjmiNQedoaHda8LQ66h8M1DqihLj4mU8PM6DbpnRpJqsnmA1Duh3mQ0TKNN0fCFTMb/mIvPItp3Qt3lgY6EVIj+qfuy1TCTqtVlO1inJCCaBnKLnx+WA/nmFoCbAPJZdOPjRORyuzpWg3j3Zwn4e7q1Z0cREK+x0DGgM6bOQMyMXkHQBrBUnRewUienQBnT0gJZAEHRMQqWwiWqWjlU9L0dOHUpw0sI/D1adU2PtQSjsNGqerH9rNox3c5+HuqhVdXITCfseAxoAOGzkDcjF5B8BaQVL0XoGIHl1AZw9ICSRBxwREwoBOR6QBLWXuDYA1cVLYTwx0QHGwHwAr0aRonKhwIoJ282gH93m4u2pFFxehsN8xoDGgw0bOgFxM3gGwVpAUvVcgokcX0NkDUgJJ0DEBkTCg0xFpQEuZewNgTZwU9hMDHVAc7AfASjQpGicqHAb0bMIxZ2ZD31sxusTRBQMaAzrOyFJKZfJGR7yoCtB7UXJEaww6R0O704LRcae4R1WGVqPwLS4zes4nCexhPx+B9dfM/EpXY7SbRzu4z8PdVSu6uAiF/Y4BjQEdNnIG5GLyDoC1gqTovQIRPbqAzh6QEkiCjgmIVDYRrdLRyqel6OlDKU4a2Mfh6lMq7H0opZ0GjdPVD+3m0Q7u83B31YouLkJhv2/egA7DRi4IQAACEIAABCAAAQhAAAIQgAAEIAABCEAAAhDwIbC3t+eTzJrm84+dkec95aVyzjnnBJWx7/HHHw+q/cknn5Sv/eAL8vILDgRVnGXat2+fjOl8cMUbywjnbQmO3tvQG53XoTM6pqMjWqWjlU9L0dOHUpw0sI/D1adU2PtQSjsNGqerH9rNox3c5+HuqhVdXITCfh/LFQM6jPumco0dZJuCtYLOovcKRPToAjp7QEogCTomIFLZRLRKRyuflqKnD6U4aWAfh6tPqbD3oZR2GjROVz+0m0c7uM/D3VUrurgIhf0+lisGdBj3TeUaO8g2BWsFnUXvFYjo0QV09oCUQBJ0TEAkDOh0RBrQUubeAFgTJ4X9xEAHFAf7AbASTYrGiQrH2+G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qjbIHj4lh194VO6senjNSXnkw0fkwrrHX5VTb71Ijt5xSE4+dFqOXNyg+OqHDstFR+qc+Q/Hz+zJjZcXafLf7zpslFfmN+s18tb56/KPy717N8qBlhJn5MS+gyJKvXmS+07Ivlv3l3VXfdAzHzr1iJx+24VFO3v6ceY9++TgTXrfRIoyT19dlFH/q/rV4igyqJwJRxx6FzDXrvfYi8eEQ46iRhBAxxHwdpwVrXYMPHJ16BkZcE/xsIf9fATWXzPzK12N0W4e7eA+D3dXrejiIhT2+1iuGNBh3DeVqx5kmUl74H7NWM7M2OvktsZUzQ3Vs3Lpzcfk/pfoZmvLYDbK6zSg83THNLNaSuNWSlM4N5DVtmW//85+Of1u04L2N6BbZnGpen8/SqNZDsmdd1yqmOB2Azov64uXyvGb7pf9mmE/rJwpByR66zTXqvfYi8eUY46ywgmgYzi7XedEq10Tj1sfesbl21c67GE/H4H118z8SldjtJtHO7jPw91VK7q4CIX9PpYrBnQY903lKgbZvfaTwwaJwlC9Qfauukc5UVwkahvMuhlsN6CLNPdXRrNaX246S2Hyqv/dq04EA1rUMiuj+V45fNdB5cSzzYAu/nb2+j258u59cotm2A8pZ9rhiN4OA3oleo+9eEw76igtlAA6hpLbfT602j3zmDWiZ0y6/WXDHvbzEVh/zcyvdDVGu3m0g/s83F21oouLUNjvY7liQIdx31SufJA9dDI/2XyDNaxFhaMxVG+8vG302k+SlgZyVwiO/KTzaTlshPPIa9R+K+o7ZglloYsVwYDWzG/FaN5/u3Iq22JAl6fFc6YtA31AOROPRvR2GNAr0XvsxWPiYUdxgQTQMRDcDNnQagboEatEz4hwHUXDHvbzEVh/zcyvdDVGu3m0g/s83F21oouLUNjvY7liQIdx31SufJCdOd6cNu7qvWGi5jGM5V7ZK8NgtGInG2ax9QS0atK26s3M5FuU0BVq7Ob+GNDHbH2o22OLAd2U198P3WhuGOxvxYDW+ZjGuH85Uw9G9M6Irl/vsRePqccd5YURQMcwbnPkQqs5qMerEz3jsXWVDHsXoXi/wz4e26WUjMZLUWJ4O9BuOLMpcsB9CorTl4Eu0zPNShzLFQM6ji6rKtXXkDQN5yIuc9cJ53ZojW4D2ucEtI68+ICfzYSe+gS02Q/jpHN9Svs2kevVjxC226Hz8y1n+qGG3jpTfVyuR++xF4/pRx4lhhBAxxBq8+RBq3m4x6oVPWORdZcLezejWClgH4vscspF4+VoMbQlaDeU2DTp4T4Nx6lLQZepiRbljeWKAR1Hl1WVWgwyVwzoMgSGpefHz+zJjZdbYkD3GtRVQR2GcVfIjipbZ+iOqQ1oEd1ob4fayI3lB47LcTkm919dfpix/LBiG1dlmnuWE2GkoXefAb0evcdePCIMPYoMIICOAdBmyoJWM4GPVC16RgLrUSzsPSBFSgL7SGAXVCwaL0iMgU1Bu4HAJkoO94lATlwMukwMtCxuLFcM6Di6rKrUapAVoSdETirxmLO/XSe3yW1ynVx05NLig4BK7wvz9aQ88uEjIln+uw7n/31hnsbnI4SlcW3UW8R/PiqXluZ2Vs89VxVGd/bP/kHDdp11UzND+Nb9ZdtsHwxsOtX/MUVb3sacP5R/TFHycBxHL2nCkxSlq6drizSnK8Na+T0LH1KUU1Cc+h9660TXqvfYi8fU447ywgigYxi3OXKh1RzU49WJnvHYukqGvYtQvN9hH4/tUkpG46UoMbwdaDec2RQ54D4FxenLQJfpmWYljuWKAR1Hl1WVqg4ye/zjK+WelllaIlBOIl/5R6YBrRvFuUF95E6NXW20tk4MH9KM8Mq8bWI798eAltK4riuzGNBH79BlrNpiM7ebv9lZVNzyMl57T+eHFQeVE9mAznqP3hdaH2YM0mmheo+9eKxqkUu4M+iYjniL0eq+E3L47LXRHmKmo8i4lsbVM3uYfbvs/7D+UH9ci9eTG/bzaRmX/Xz9ouaGABqnOxrQbh7t4D4Pd1et6OIiFPb7WK4Y0GHcN5Vr7CDbFKwVdBa9VyCiRxem0rn7bQOPRpAkgID+8dWpdAxoCFkGEliKVtWbS7HeohmIJdnkcfXM5vk9cqXxVlmysCZuOOwnBjqguLjsBzSEpNEIoHE0tNELRrvoiK0VwH0e7q5a0cVFKOz3sVwxoEO4l+Ef7rymCC3RBEIowi8cvcM8nVvFjW3O59pDKHTkN0//3myGbgjphH+esYPMvyZSLoEAei9BhfhtaHSu1h2lTt81RntzwNHmfN08KzdgqIwUN74Bbb75UMXxrxpefOS1+r+e6506jpxx721YjG8LGNdcZzu0IvvLcvV5pGh59tnXVlODiqeHNv18+tnq7MboMKSeKRTrLyOOnu31uGv+aX93aWj7vWedH6N3unOph72Ln/G7tsd35TWG2TbZh89X/TqQlaO8AWmdF+XvXfdy2vdpLPsjJQxe6y3BrHbzDcusSVU7WnOu+zs34UTG54yztvm1Cz39OHWl2rV2Y9arrA+V3oOuZ7bO963B45B65d41d69GkWj+fbevBp3XCN8Cdptu7HjHgB6sV7EZOXvJcTn2QBUzuNpc3C8nzxyW0wdOy2ElTnKx8bi/CRlhxC+umpAv4l+8VI7fdL/sr/K3PqanxgmOEwPYRDJ2kA1GTIZZCaD3rPh3Vnmjs3kDVJo8via0b4sxoH1JOdJFNqAzna4Xua18uFrcXDTx/c0T7/rv5c36JffKvXJQDkr/w9L8xqMzjRlPvyl7790HipuW8vsC2ZXQbKcJUf9OgHEddfR5IuHm3Qi39hIZz+tEbj0tRy5u91DTxvhgsL6n6ddJL9mRdrJ6plKsv5wY18rWnMiY3H2lZGO++fbFvSIHDkorlJjR3F4N+7o2RofevNPpsnP2Zr+0rhin1c09f29eg8lG2YeNjHKvYh4GUudMH/tSp0PX3Cmifm/FYkDr32NpWtt6A8zUvkyazcVb5LjITWI8hMeAbmiiZ9g80HPFWBs729W7d3Jc72svJOB61mqQYw2eAqyjjJ1y30F/1lJFKrp0XyOWqcRYrhjQA3UtTOIbZO+qe5SP1imFtG7y7B/EywfaS5QPydXmzJVyz75bDANaPTXY/4G8gd3xSj52kHlVQqLFEEDvxUgRtSHdBrSxZpU3c7mheFPzAUz9lIoec1377ZqT8tmrT8ur1Pju1Q1jdQKp7GlzAqIyx26Qsy88KMW7I1kd18rZ/C2T7P8dceBbb6hUOMuN6kP75ZYXHpUi6rzefv1Eh1pPmfeMyMEDx0TyOvbL7fuqNuofCO0+GdLVPyXeq3aaw2xDc42IPl+1a1r5APb65oOv5sdka8q95rKUZprxsFYd8bYHFrUxUIyD9kdalWunY/b0mt+W6/gUkzG6Vn2NHGKCGf1v7VdE2YfkMe6NNxu66urV9EYRc18UWs8UYnmUMb2evvs7D9PKHMMD9B+jd6+GE363YufsB/BrrYkD8m6TvcdksyTxCv/lNKBF7s2v59J8RH2MAW18XL1odvXQ+DaR6y+Ssx7XzzAi0+Wafn6524aebkY+KebQrm6Xet0Ry1uP1vkYcD1zgvAo01nGsASzch/W1E2lTkOXvmvEMuUayxUDepCuysmzh08MM6CVE2T5dsS4OW82nWflhGpA16+nFAZJtrlXT30Nan5g4rGB4u18AAAgAElEQVSDLLBass1EAL1nAr/jagcZ0AeOifpKsXmj0Dppd6vydkjVr5b5ZDuxUN0EVq+9VsZw8xpsZVLrJ2DNN0P007I62vYpm76Tgnpf7Xm1h4llZa0TudrJqI7+XVKeGLadKrnrcBnyKfIJaHMcajcMet1FUrtp1n+6uX0NbA3/rF5zHNU3N8WN/NGKV32T7z4V2tfmug0DDKMh03betbUKX9H1gd6mJ7p2tocOin62h/FdBr6Hpro5E1jPEFFGpI2hp/bB4k7D1n1zbT1JnT00q/9ZQuco8zlMB5vB5jHXAzTYOXvtgWDW4C5+lodr3nnHzLW02Q8fAp4Pa3wM6OrBdnU9GWNA2+pT1r38Y+v1tTy/G5QT+3yvW8MpheaIMb/624KeoVqZ+XavndICdfz3Xu/VN6/cc8C1n2yxi3SIoE+jWblPNXhWWE4SuvReI5YpyliuGNADdNVOJtgW1qysjkXPjGl16JpDcuclNxSvVWpl2W7wmxhJvZveAX0ZknTsIBtSF2nnJ4De82uwixa4QnDcf6p8Q6O11lluklVzueMV1GJt7IkB7ThpW799kq2Z2T/XRrfzxtOyxipp2yf41PTtvGYoiKJxNiNBvcGSIpSTchKq9/RPjwkcd74aN4XW61uIAe2+4bDy0OqvDNVqthyS7FXqS7XTZR0zqddg9rwRDpikcbXya5C6F7F/i8LUxq5VdUP4yEtuMQyV7n1Qv6bF2w5mWImQevxIjE8VTU/tzRDbAwPX/HH9Xu0p/cv206Ffw3y/O9G/+dgXHSjmkf1hjsss6c47Zq6tgP2gsWFfp+pHLFUIsZb5r7ylpF4H1GtLdsCoPhFtiwHd6N6KAd3xbaD6bZ2OsIqucDqD0EyQONr86mwbek4gW17E7rWrWq7vndx7uCqf63rl+r1NzrUGT8VaLWc+7jF6s54yl6+Lz33W8vQYyxUD2ldT04QZaECb1TSLoxgnnk2Dw1h4yxsTqcwh3/aPSDd2kI2omqwzEEDvGaDPUKVpQGtn49T1pbXWmcZf1Xj7h3/qsBqdr9/bTuW1Ddw+A3p/61RRZYLZDG+LAV23TQ3xoYpSnXZzPSCsGHQbCcVp6bYBrT+IrGIaFwFCin9q2bsJwdHexHefgO48MWkxndo3JvqYyo3R/bd3nIDueojRML/ybuUjiaYh4DgZE/PGZVFra8deoq1N96nMfCwP0anzRFSmaTH3bONocD07Wk93oafdrOy/Ifd6lb0OC2DGAB+jt0PDRYfg6DAxOkzmJqyCzg/2O5p8HW/eZLVrewWvE9BF6Kt67c/e6jAMaL8Y0MW8rB/eZ42xxt5Xw0cNN9d2QXgXa5vej+4Hv+g5TPHda1e0z/rWjfUtNnMPN/R6ZtkvKtcWvzV4GFOf1HNx92nbltMsXhfnNWKZ6o3ligHtqat5grnJZryG5/Xah7LYSvakXTVglJJPPSK3yXWt00W7XlzHDjJPxCRbCAH0XogQkZvRfQLaqNjnBHRXW9XT0GY8OHOtXOwJaLVzdgO6StGchr5S7mmZaf0noDUD2rxpnuEEtP1kt+1GoceUt35g0POG2/Eqc+sTvD5hM0rT9dIzagzrRl97n6ebiEtbW+0PGMxTyDZjQDEp8z2MEj81w9X1gL5X02LO6EZPYD3TSdZb0k70tO4p++aQ5/zq3KuO0duh4eXTCTMf+7IPFn6uD6HWvYf9JAOha70ONSzrj3zefFyO3aSHA/MzoI03s+qP46oPksuu1w9GPefrJMT8C9nJ/DKag57++vSlXIx23nu4Ca5nJRDvNXga1Fopc3CP0I3VFbl0XVpv0VQKdH7HaBkSjeWKAR2qY/AJ6PJ1Lsk+XnVEWjfRxqmU9mLaF9s0tDP9+cYOsjitotRYBNA7FtlllRtuQJcnHR7oWsOUfqqnnh0fxSrWOpGTD2UnyoadgD7QMhaHxIDW0/ZvYPsNaPXGt3UzpYUmsZwy7IkBpp+C1Nsw/Xztv8aY/ep6INp1ktj/BsE8TdYTGsPnzaCu0DD5cN3NdXV6rfzXlIz7dXKbnK5PCrVP63VpY49nXhk0Dp0sYVOaE4KWV3bV72W0HryopwvjhUrxpTq9nhnLe+TKveZjpHZNum/YuzQ8857DcvbtzWldcx6r83WM3v15fcm60+2avfjw67gmwt6tZ1iK8iSkcaMebEBrhrH+/QlvA1qL6Ww5EZ11VNuvYEA32qNn2DzQc02/Nva1yr3X7rrem7rbwtD47xcH3JdMAdlSxm65R+rECotdti4+14hlijKWKwZ0qK62kBytk8zl6ej85N9RqZ+B9z7VaBscrdPXO34qMnaQhSIm3zwE0Hse7ruudYwBnbW1a13KP7JzpDnxU4fgUPOUa9jZPI5m2fObj8vxm+6X/SEGtHJTV9dcxYBsgS3X2FOXytEj5dsnthtYpQ9d4S9q4/KOqhI9JqjOSH1bpt+AvrAyRMtyD918XOQmkRtyYyqyAW2JmZn3ruZpxsRU+2yLl6nm7dhsdQ1+LRauWk47RIk9nnFVcEe7qg+J5TE/LW8idY6hsNk679qqv7aa9UBn1q9N91huDBXr3LO+6aDshwzGwfWESTIqVww926dhlPllzoey9c0a26OhOa+NNc98YDRGh968o4g3mXfOvo9fhy5SMYb9RKrbi2m/oapca63Xs3JOWd+aqdbJ9geQ1dqrtdP2ALb+2/Vn5SLz7ZCyED0M40HRrz7uD8VGBTprHGHL3lL94Cd6OqWPsTZ2VuraL/bs4aoHMeb7AV7XM7NBrjXYSW18gp1yH9/czZSwaF163tyMGQ5wCvHHcsWAnkKFlZcxdpCtHM/quofeq5PU2qHt6tx/ijk19berY2pKzflxoIZV+yR0XI7ZJrqIe95+3ytuzfFLjzf32ieho/bGFp8/aoXjC4f9eIahJcRjH9oi8k1NAI2nJrq78tBud6zVmuA+D3dXrejiIhT2+1iuGNBh3DeVKxtkJ68ROVqf8lO733fSwIiP3fc16qxIx+/WODlGHLXqFEHnaThXG6quVemMU3/ma3j6EyrLKbuO013qqdDqFGXrFb/qie4MJ97R2/5695r0HnvxSHcRxIBOV7u0W76EOZetYfdcZY+BPT3dHRup03egt8RoembX/utFbrOGaZu+k7t+KDFFD2A/BcWwMqKxD2sOuSIQQOMIUHdUJNrtCLRRDdzn4e6qFV1chMJ+H8sVAzqM+6Zy6YPMHq9Mj99a4ilN3NpsNV81MOO2On7v/vhiOwaVGXOvFszVhjJhfmpL1NfeK4P8/jJGrfl16/K1Pc1wNuN9l6amHJI777hU7q3jPNrNziKO3aVKWILdDDv0LuNvmjFjLbFMjyWs99iLx25GY4xaMKBjUKVMN4Htzjk3mxRToOd8qsEe9vMRWH/NzK90NUa7ebSD+zzcXbWii4tQ2O9juWJAh3HfVC6nIdn6AFiDRzONW7FuDOPV8bvLgO76SIgmlqsNeeLKoLpN5PqL5Oz11Wkx3ehWT8N2fb25KOugFB9XqPp7rxy+66A07e3/6vyVd+/2FWb03obeYy8em1oEF9xZdFywOEbT0CodrXxaip4+lOKkgX0crj6lwt6HUtpp0Dhd/dBuHu3gPg93V63o4iIU9vtYrhjQYdw3lctpSPYEUS/Cakhx2td6+vi0HM4/OladMC7TZoSNjxd1G9DNB6n00BYWmVxtyLIoH5jMP6h212F5pHoVtoqV+NB+ueWFVdvtJ5iL2tXfRE699aLCeN5/u+w7UJ2mtuRXYzL28Y0wEtF7G3qPvXhEGHoUGUAAHQOgzZQFrWYCH6la9IwE1qNY2HtAipQE9pHALqhYNF6QGAObgnYDgU2UHO4TgZy4GHSZGGhZ3FiuGNBxdFlVqV6G5K37G5NW7X3LSFW/9Wx86bkVn1n/3RYDWjOclfxDYkDXXypvGcYXtkzwLEn9xW0jPnRzUlqXv/kIk2JAv+3Cohy5V/bevb8xpssPNemxhu1hT2INMvRWHoqsWO+xF49Y449yhxFAx2G85kyNVnPSn75u9JyeqW+JsPclNX062E/PdGklovHSFPFvD9r5s5oyJdynpDldWegyHUu1pLFcMaDj6LKqUr0MyeqUs9nzzhPQ7bjN2mnp8uTw0Usyg/ZAYQ2bp5G7KJchQeTUI3K6NHTrpJbTxFr4DOPUtfUDga0vxgecgM7aVddVhPpoQnK0DWfdkI47vNBb1aI6iX9WbnDE7C5U6TjxvkC9x1484o5CSvclgI6+pOZPh1bzazBlC9BzSprDyoL9MF5Tpob9lDSXWRYaL1MXn1ahnQ+l6dPAfXqmU5SILlNQbJcxlisGdBxdVlWq05BsmbZN9zXj1BX+wvG7twFdnVrNTxcX5nX9zxbOQvnb/szkPnJnW79rTrbDcNSGZHkq2lafxqZtVBfm93E5Lsfk/iw0R2ZUtk6CV80xToxHGmXoLaKdim89cFiH3mMvHpGGH8UOJICOA4HNmBytZoQfoWr0jADVs0jYe4KKkAz2EaAurEg0XpggA5qDdgNgTZgU7hPCnLAodJkQplLUWK4Y0HF0WVWpTkOyDlNgC6lRxTm2xHjWTotWxqsSA9r4vdOAzgzC60Vuq+I0ax/+M6ToPQG9X27fd1DuN09Omx9ZtBiSxWnmo6KfujZPedtOShennbPAJEXYkCJMh3ryu+hBka7VtggjDb0LLS/NPxxpOwFd/S1tvcdePCIMPYoMIICOAdBmyoJWM4GPVC16RgLrUSzsPSBFSgL7SGAXVCwaL0iMgU1Bu4HAJkoO94lATlwMukwMtCxuLFcM6Di6rKpUH0My63A7RrPNkFYNZsOUDjmdXJ5Mzj8WqJxcDooB3fOxP+0kt82AVkxiNcq13g57qI6KW572tffI4frjhvowGnICfMwARG/jhPNK9R578Rgzxsg7HQF0nI5l7JLQKjbh3ZaPnrvlrdYGe9jPR2D9NTO/0tUY7ebRDu7zcHfVii4uQmG/j+WKAR3GfVO5xg6yTcFaQWfRewUienQBnT0gJZAEHRMQqWwiWqWjlU9L0dOHUpw0sI/D1adU2PtQSjsNGqerH9rNox3c5+HuqhVdXITCfh/LFQM6jPumco0dZJuCtYLOovcKRPToAjp7QEogCTomIBIGdDoiDWgpc28ArImTwn5ioAOKg/0AWIkmReNEhRMRtJtHO7jPw91VK7q4CIX9PpYrBnQY903lGjvINgVrBZ1F7xWI6NEFdPaAlEASdExAJAzodEQa0FLm3gBYEyeF/cRABxQH+wGwEk2KxokKhwE9m3DMmdnQ91aMLnF0GcsVAzqOLqsqdewgWxWMDXQGvTcgMpvU1YjMfE1HSrRKRyuflqKnD6U4aWAfh6tPqbD3oZR2GjROVz+0m0c7uM/D3VUrurgIhf0+lisGdBj3TeUaO8g2BWsFnUXvFYjo0QV09oCUQBJ0TECksololY5WPi1FTx9KcdLAPg5Xn1Jh70Mp7TRonK5+aDePdnCfh7urVnRxEQr7fSzX5A3oMGzkggAEIAABCEAAAhCAAAQgAAEIQAACEIAABCAAAR8Ce3t7PsmsaZI3oMd0PpjaxjKOfcqxMVzJdxe9k5fQqwPo7IVp8YnQcfES1Q1Eq3S08mkpevpQipMG9nG4+pQKex9KaadB43T1Q7t5tIP7PNxdtaKLi1DY72O5YkCHcd9UrrGDbFOwVtBZ9F6BiB5dQGcPSAkkQccERCqbiFbpaOXTUvT0oRQnDezjcPUpFfY+lNJOg8bp6od282gH93m4u2pFFxehsN/HcsWADuO+qVxjB9mmYK2gs+i9AhE9uoDOHpASSIKOCYiEAZ2OSANaytwbAGvipLCfGOiA4mA/AFaiSdE4UeH4wPhswjFnZkPfWzG6xNFlLFcM6Di6rKrUsYNsVTA20Bn03oDIbFJXIzLzNR0p0SodrXxaip4+lOKkgX0crj6lwt6HUtpp0Dhd/dBuHu3gPg93V63o4iIU9vtYrhjQYdw3lWvsINsUrBV0Fr1XIKJHF9DZA1ICSdAxAZHKJqJVOlr5tBQ9fSjFSQP7OFx9SoW9D6W006Bxuvqh3TzawX0e7q5a0cVFKOz3sVwxoMO4byrX2EG2KVgr6Cx6r0BEjy6gswekBJKgYwIiYUCnI9KAljL3BsCaOCnsJwY6oDjYD4CVaFI0TlQ43m6cTTjmzGzoeytGlzi6jOWKAR1Hl1WVWgyyR+TUWy+So3eoXTsu9+7dKAfUP913QvYdOKb85ZCcfOi0HLlYR3LmPfvk4E3N346f2ZMbLxf56ocOy0V3HZZHPnxELqx+fviUHH7hUblTKaJK3wb9VUs7RQ6dekROv+1CEa19atuafPay27/nbT2itkpErjlZtL3FQWmD2uiqb1W++reivtNXl+02/q7r0FG2iFScu3m1CaJ3xmT9eo+9eKxqkUu4M+iYjnholY5WPi1FTx9KcdLAPg5Xn1Jh70Mp7TRonK5+aDePdnCfh7urVnRxEQr7fSxXDOgw7pvKpRqSqiGam5sPlIZrZtnlhqzohnNpxDYGaGnsXXKv7L27sq7PyIl998iVezfKftOAbuUXkdK0lcpU1tToMm6bfJeWZrfIGTnx1rNybW52Z204KPdfc0juFMMAz8rP6zwtcs2dcun1PWZ51Za83dIY9GWbm7qLhDmzL14qx2+6X/ZrRn2/Aa0Z05WJfbPKNCs969MtIjeLHJMbFN79wxe9t6H32IvHphbBBXcWHRcsjtE0tEpHK5+WoqcPpThpYB+Hq0+psPehlHYaNE5XP7SbRzu4z8PdVSu6uAiF/T6WKwZ0GPdN5eoyJIvTxKXJ2mGw1iZreapZbCecFZr6CejSFLYZzabBW5fhMqBPy2HLiezCrD0ocuZekQO3GGZwcZL4lpfcK4fvOihnQwzo8kStfqK5aGtW3pV3Z+Wrp50HGNCKQa71LWN063555FaR6154Vm4wT6t3jGL03obeYy8em1oEF9xZdFywOBjQ6YgT0FLmXgC0ibLAfiKQAcXAPgBaYlnQODHBlOai3TzawX0e7q5a0cVFKOz3sVwxoMO4bypX74lYKU/ddhrCUoa9KIxqyY1cM6xEg1MzoMtTx1bDuPO3HgO6DqtgCR1SG9CFGXyw6ldt7mYG7rVytjSMO8OFVF2xnoA2zO+8D6Ux3OI30IC2GNyFaZ6xlo5wHvZhjN6VLuvWe+zFY1OL4II7i44LFgcDOh1xAlrK3AuANlEW2E8EMqAY2AdASywLGicmGAb07IIxZ2aXwNoAdImjy1iuGNBxdFlVqaohqcYeruMqZ72tTtuqsZsrCrXRWhh67bjGfQZ018ndIryEHrYiK8cWA1o3nJv402oM6OoE9J7ceLFiDNdhMrIQFvvrE8u1AW3EgK5DjbRiQLdN77wdtdGt1H9504+uGNA2ho3hfGEdMqQy762xtTtGKXpnYVHWr/fYi8eqFrmEO4OO6YiHVulo5dNS9PShFCcN7ONw9SkV9j6U0k6Dxunqh3bzaAf3ebi7akUXF6Gw38dyxYAO476pXNYTsbnBen8T79nrBHSIAd0RMiPoBLQumx6zWjWA1dPHZxWjuwmZMewEdFfc6yzkRxFPOvunG9LjTkC3DOe+0+TGaEbv6sHGuvUee/HY1CK44M6i44LFsa6te+k0mJb2EmDuzTdAYA/7+Qisv2bmV7oao9082sF9Hu6uWtHFRSjs97FcMaDDuG8ql9WQNA3THoNTNVZdJ3FtMaBVk7YC311OXwgOUzbVdDZOIJcnuu+9+rQcLONXX1ierg6KAW3yaZ2QrtpWnZQeaEBr5dtOgRfla6fWO0YxelcfoQw1oJuPGNbhYxao99iLx6YWwQV3Fh0XLA4GdDriBLSUuRcAbaIssJ8IZEAxsA+AllgWNE5MMKW5aDePdnCfh7urVnRxEQr7fSxXDOgw7pvK1WVIah8hrAzpm4xQE+ZJ6TLW8rGby9jROcnM/L1Hrty7UfYbHynUTymX2Hs+eFiF4LCFqMjKuk5uk9Nvu7AoSDu1bYbAKP7/mIjUYTXGGNBajOYiJvPRS1QGFYeDcn/+0cWuuM02Y7psa8W0xbzobsHy0jwW94GeEYze1an0EQZ0AnqPvXhsahFccGfRccHiYECnI05AS5l7AdAmygL7iUAGFAP7AGiJZUHjxATDgJ5dMObM7BJYG4AucXQZyxUDOo4uqyq105C0fPiuMDnvVPrf/cG/zNyt/lUmr/Vkc+v0qBq72URtP/1bnPwtjd87qjwdMaDLkBhtw9ZiSBoxoOWak/JIFgfbFpKk+ttD++WWF9pDizT9v1LuyUzquq1Zm7P23iZyvfl31SQ3Q3mofEyT3T5M0bsy6Net99iLx6oWuYQ7g47piIdW6Wjl01L09KEUJw3s43D1KRX2PpTSToPG6eqHdvNoB/d5uLtqRRcXobDfx3LFgA7jvqlcYwfZpmCtoLPovQIRPbqAzh6QEkiCjgmIVDYRrdLRyqel6OlDKU4a2Mfh6lMq7H0opZ0GjdPVD+3m0Q7u83B31YouLkJhv4/ligEdxn1TucYOsk3BWkFn0XsFInp0AZ09ICWQBB0TEAkDOh2RBrSUuTcA1sRJYT8x0AHFwX4ArESTonGiwokI2s2jHdzn4e6qFV1chMJ+H8sVAzqM+6ZyjR1km4K1gs6i9wpE9OgCOntASiAJOiYgEgZ0OiINaClzbwCsiZPCfmKgA4qD/QBYiSZF40SFw4CeTTjmzGzoeytGlzi6jOWKAR1Hl1WVOnaQrQrGBjqD3hsQmU3qakRmvqYjJVqlo5VPS9HTh1KcNLCPw9WnVNj7UEo7DRqnqx/azaMd3Ofh7qoVXVyEwn4fyxUDOoz7pnKNHWSbgrWCzqL3CkT06AI6e0BKIAk6JiBS2US0Skcrn5aipw+lOGlgH4erT6mw96GUdho0Tlc/tJtHO7jPw91VK7q4CIX9PpYrBnQY903lGjvINgVrBZ1F7xWI6NEFdPaAlEASdExAJAzodEQa0FLm3gBYEyeF/cRABxQH+wGwEk2KxokKx9uNswnHnJkNfW/F6BJHl7FcMaDj6LKqUscOslXB2EBn0HsDIrNJXY3IzNd0pESrdLTyaSl6+lCKkwb2cbj6lAp7H0ppp0HjdPVDu3m0g/s83F21oouLUNjvY7liQIdx31SusYNsU7BW0Fn0XoGIHl1AZw9ICSRBxwREKpuIVulo5dNS9PShFCcN7ONw9SkV9j6U0k6Dxunqh3bzaAf3ebi7akUXF6Gw38dyxYAO476pXGMH2aZgraCz6L0CET26gM4ekBJIgo4JiIQBnY5IA1rK3BsAa+KksJ8Y6IDiYD8AVqJJ0ThR4Xi7cTbhmDOzoe+tGF3i6DKWKwZ0HF1WVerYQbYqGBvoDHpvQGQ2qasRmfmajpSL0eq+E3L47LVy+m0XpgNvgS2Nq+dX5dRbb5f9H75RDiyw73M3CfbzKRCX/Xz9ouaGABqnOxrQbh7t4D4Pd1et6OIiFPb7WK4Y0GHcN5Vr7CDbFKwVdBa9VyCiRxem0vmrHzosF911WB758BHBzvIAPzrJGTmx7xbZ/9BpOXKxyFQ6jm4WBTgJLEWrbM5eJ7dhQDsV608QV89snt8jV+5hQNtUgP3IwTsie1z2IxpG1skIoPFkKHdeENrtHHleIdzn4e6qFV1chMJ+H8sVAzqE+8On5PALj8qd15w0TJfsxMpFcvSOQ3KyNAfq4u87IfsOHKv/99CpRyw3f935c5PnyJ11/uNn9uTGy0MaPzyPPsiym6KD0vRERG6+V/beXZzR6TKj8r9/8QbZe7e08ze9knv3rpR79h0UqfpncCuSHpd785syS1tUTSx5Ne49Zct79snBm9qsdsl9uFLT5EDvhuOa9W50rtYdZfwoc7p3VGVz6Nb9fuZzvm6elRswVEZO1PgGtOt6c0ZbH3uud+o4sq636npuw2Ks8cY119kOrcj+sqS6rld5fOfAADXHbtgGVGVPampQ8fTQpn9MONgO0GG6ekbTchYQR8/2emxeh6pxr/3dpaHt954xPkYH1/rhBOuRYOfsXfz69viuvEZ/t8neQ/SOJPp1wLim9N1DdN3L5XmkvM+w7I9EpLqXMLXKa7fdn1XtaM25Yu2s73nCMUyaM8788msievpx6kq1a+3GrFdZH4KuZ7bOe/ks49j25d4193g9WVfJyejSeY1Yph5juWJAD9a12IycveS4HHtAMV7ygXO/nDxzWE4fOC2HVQO6+q36W7npudTYpBQm7aVy/Kb769NtWfPmPmFYD7JycpjmeXbxuOeqwhB3G9DKy6Q5B4NVaSrrBnS1ETTFMjdu5UbxktIQ1zaRIpXBUHM3f+8bC0PSDh5Ty8qA3iKyAb2bi4c5j0ozaWoDDgN6ooke2YDOdLpe5LbyRHtxc3FpeTPeXuP135s1+F45KAeleThp63x+49GZpijr9NXVw1p9fc/zPtA8BDbb2bpaKNcpKa8z99cPgu1zoPl9GunGbthGtaJ1vc14Xidya3GS3sar1sZcD7U9Tb9OermOtJPVM4qUd+YYerbmRMbk7iuLh/z13vFekQNu00ora8g1bYwOvXm90ToT7px9Lz/jtLq554e9U8+wBOVexTwMpM6ZPvalToeuuVOkvs6Y+z9zzTJWNPMNMFP7Mnk2F2+R4yI3ifEQHgO6IYqeYfNAzxVjbexsV+9+0XG9H3M9a+9Y9DeGOubhFHy7ytgp95gdWVnZqejSfY1YpiBjuWJAD9S1Psl71T32k38WU9VmyuYD7SXKKejanMlOADevVxc3yur/D2zwBMmLQfaIYQbYC57XgDbMkdbG07gYet8ULHODOIG01iLQext6dxvQlnl095WSG4o3NSd/9FMq1VsJxZDSfrvmpHz26tPyKuUNDqluGI1Tp83Jococu0HOvrB64yKr41o5m79lkn4VPbsAACAASURBVNVinrz1PYVZmgUP7ZdbsjdZ8hbr7ddPdKj1lHnPiBzM3mjJ+7FfblfeClEf0HWfDOnqn/K6vXaaw2zDDkNwaNe08gHs9eobOPb50m8uVw8EzQeQypJke2BRr9nFOGjM6XzUDbpWtsw54yR/jAe/Yzdso9Z87+tdW5vWfkWUa+lr72m/2dBVV6+mN0r25pG2LwqtZxQo/8zT69lvdplGTe+pSXMvOkD/MXr3ajhhzPGdsx/Ar3rA5XeQQh9v22TvP+fUlF5rtNOAFrk3v54rB120PAMNaPMQTbEjKq9Nt4lcf5Gc9bh+hhGZLtf088vdNvR0M/JJMYd2dbvU645Y3nq0zkePey7rgbU+Gh5l+sAckGZW7gPaubWkaejSd41YpmJjuWJAD9JVucF9uOPV8y4DWjlBVhs0ysmvZtN5Vr+JzhbrWzN75Jgcy02XtlkyqAsBifNB9tBJy2nldmHzGtAOgznwhsxppAQwXXIW9O47lblk5Ya1bZABfeBY/cppVos5z11mXt6ylvlkOzVmvvZaGcPNa7CVSa2fgC02m82JVeNtCA1N+5RN30lBva/2vLppVlTWOpFrOTV69A6jf9XbG7ZTJXWc7cgnoM1hpN0w2Exe+w26a910/Z6/hWCGd6nX8OJG/mjFK2/zkBsOvc1NiCjlDZ1BhpPf3Bu7YfOrpStV9YBGf9hiS61rY3voUD5kyvYwtofxXTeLHprq5kxgPeNAeeeOoWf10Moepq1qmnusW09SK2Hg2g/wqrLH6G0z2BQNy1Bt3oB7Eu6cvfZAMGuYJfRQ1V7rXlMNXNeVd7vsh48Jz4c1PgZ09WDb+vbkQAPaVp+y7knrmxnuuTyczfgcMeZXf6vQc7xqRQm7105puTr+e6/36ptX7jng3C+a8AYb1uPpz8p9fPNXW0ISuvReI5YpzViuGNADdNVOJtgW1qysjkXPjGl16JpDcuclWUzkA8Xr/vWNtnGD33qNpM9YGdCZAUnzQXbmuBITrXpFrdlQV6ZQHANaizitGGHGiUcz9lrrhsG48W793pzurPFEMCEGoJ8lKXp3hXyZRY5olbpCcNRmbmuts9wkq+Zy16tvrhAcjpO2LZPQtdHtnLsWE1VJ2z7Bp6Zv5zVDQRSC2YwE9QZLilBOykmo3tM/PSbw2E3AoJtC6/UtxIB233BYeWj1m+v/Iclepb5UO13W0TtjbFhvbiKs/XG18lsq1L2I3eQ0tek/4f7IS25pf4S0Yx/Ur2nxtoN5qrfSZkg9fiTGp4qmp/ZmiO2BgWv+uH6v3lLxL9tPh34Nq2+FjCcf0WRxsi9aX8wj+8Mcl1nSnXfMXFsB+0EDw75O1XcLVQixvn2+usara1Z2wKg3BnSjeysGdMe3geq3dVpro3uuDsIyUeJoa1tn+9BzIulmNKAtD/bND5Rb9wauOeD6vU3OtQZPxVotZ/dzJkYv1lfm8nUx7qFmeHgSovpYrhjQvtRNE2agAW1W0yyO2Uf5ekJuWG6CvV5T8u2XR7r+E7G60RLHgPaLAW0/cWicqFRPzDkNhuEXPQ+ci0+C3rv7wOecg8E0oLXzWepHUltrXfvBT9EP5WZcuemrw2p0vn5vOxnWNnD7DOj9rVNFthPXFW2LAV23TQ3xoapTnViznQBWQ47oH0i1mWnFaem2AW2e+G1/3EgtezchONqb+O4T0J0nVy2nHtvXCX1M5cbo/ts7TkB3fciyWa+vvFv5iKxpCHS9pZR/JNc4Ae37gU3PiTx2w+ZZjV+y0mgT44PIbW26T2XmY3mITp0nojJNi7lnG0eD6/EjMDrVLvS0m5X9exO/PaJ9LbM/PCvWOLcODg0XHYKjw8ToMJm7Qv7AfvS08iyg+8SstlfwOgFdhL6qr3fZWx2GAa2He2qaaHtDSvt2QOt6Y7Z7mfcZu1jbdKHR03PgO5PtXruiSda3bqxvsZl7uKHXM8t+Ubm2+K3BToyDE8zFfXBDN5Zh8bo4rxHLFGwsVwxoT13NE8xNNuNVOq8nF8piK9mTdv2Eb1V2fhOex1fU42TuenEtBtm9xivuVSuNm9OOzZ71aaTPk9Bek9i8aE0bgmOOJ6iewzFqMvRWTKiopOctvC8Eh9YynxPQXV1RT0Ob8eDM+b/YE9Bq57pMG2UDnn8Y70q5p2Wm9Z+A1gxoc92b4QS0/WS37Uahx5S3fmDQ84bbtvZ3PfjN8DsfKFo+RFtKa7umWsNyjJyyYzdsI6tvZbc/YDBPIduMAeW6n+9hjIfEXTr1alrMGd3oCaxnalAd5e1ET599ktY+z/nVuVcdo7dDw8unE2Y+9mUfuh5kGeH2rD2G/SQDwX6NKsNfVQ8UBxjQ9Uc+bz4ux27SD6/4GdDt61D7QXLZ9frBqOd8nYSYfyE7mV9Gc9DTX5++lIvRznsP1zcHhs2P1kG0aZB6lTIHd6+GbTzR0nVxXyOWKeBYrhjQoboGn4AuQ2hIZlIckQvbt4SWE9FqbNNiMdaesIf2wTNfPcjKU436a7vm6ajyyWT1+ltWR9dm2+fGapABPeFHCH3MDE9+qSVD79QUC2tvuAFdnnTIjVbbGqa0Rz31bI2L2RhXxUVY5ORDWWy4YSegD5SnOS89U51eHxIDWk/bv4HtN6BV07J1M6Wa8Zb+qQa0GSdSPwWpt2HsJqA9evrDPJn96nog2vUAz/8GwbzW9cSI7DjNq/VN42/0ujV+ht30+M7A6bXyrbm4Nl4nt8np+qRQey/RpU3/20UOnSxhU8xY7ZW5M6oefxSTpZxez4zlPXLlXvMxUrsm3eOzS8Mz7zksZ9/exN0057E6X8fo0J93MvQRXjPvZy8+/DquibCfTne9pPJ+w3jLJfQEdFZ2Ywbo32fwNqC1bxF03K9p15s415qxxKdf23xahJ4+lFxpdqude6/ddb1v+jH8emZj0PUAw8Vrqt93y32qVq+/nGXr4nONWKZGY7liQIfqagvJ0TrJXJ6Ozk/+HZU7q7paMcLURlgMDi0mnSVOcWgfPPPpg0x/9SUvotUfM03HB1e8DWjzhHjfa+7m6XLLyazqtJYlNlwVRiCLA3vwpjag/g8DeQJdeDL0bgRas95jDOiMUOutkHIdyM3TI/VqJ3UIDjVPmfasOs9uPi7Hb7pf9ocY0FmDjHVS1Idg2pwr19hTl8rRI+XaYruBVfrQhBcx1+dy893xgVidkboOWsIaaNcUvdxDNx8XuUnkhtyYimxAW9dFkYZnX5/N30rwtRYDH6D2aGqeGuifqx3tUj8kZvQ7xtwfu2Ebd+loX7v1PvZr0z2WHXPP+qaDsh8y5mlwPePgBOWOoWd36B0L57LVzRrbo6E5r401z3xgNEaH3rxBpNuZds6+j5+5Tpl7fdhPpLq9mPYbqsq1tmeff8B60KRaJ9sfQFZrr9bOzrdnsti315+Vi8y3Q8pC9DCMB0W/y3F/KDYq0Jk/ZIee49SNsTZ2tsi1X+zbl3esm17XM7NBrjV4HFKv3Dvl7tUiEmUEFq1Lz2HHpb+FP5YrBjTz00lg7CBzVkCCRRFA70XJEa0x29W5/xRzNOCRCt6ujpGARix2CVq1T0JH7HD50KmIe95+3ytuzfFLj6dn+zRu1N7Y4vNHrXB84bAfzzC0hHjsQ1tEvqkJoPHURHdXHtrtjrVaE9zn4e6qFV1chMJ+H8sVAzqM+6ZyjR1km4K1gs6i9wpE9OjCdnXGgPYYHiSJQGAJcy47VXHPVbv60OqOjdQImvUVGU3PzBC+XuQ2V4ijifq764cSUzQb9lNQDCsjGvuw5pArAgE0jgB1R0Wi3Y5AG9XAfR7urlrRxUUo7PexXDGgw7hvKtfYQbYpWCvoLHqvQESPLmxXZwxoj+FBkggEtjvnIsBcQJHoOZ8IsIf9fATWXzPzK12N0W4e7eA+D3dXrejiIhT2+1iuGNBh3DeVa+wg2xSsFXQWvVcgokcX0NkDUgJJ0DEBkcomolU6Wvm0FD19KMVJA/s4XH1Khb0PpbTToHG6+qHdPNrBfR7urlrRxUUo7PexXDGgw7hvKtfYQbYpWCvoLHqvQESPLqCzB6QEkqBjAiJhQKcj0oCWMvcGwJo4KewnBjqgONgPgJVoUjROVLilf3QtXazOljNnnIhmSYAucbCP5YoBHUeXVZU6dpCtCsYGOoPeGxCZTepqRGa+piMlWqWjlU9L0dOHUpw0sI/D1adU2PtQSjsNGqerH9rNox3c5+HuqhVdXITCfh/LFQM6jPumco0dZJuCtYLOovcKRPToAjp7QEogCTomIFLZRLRKRyuflqKnD6U4aWAfh6tPqbD3oZR2GjROVz+0m0c7uM/D3VUrurgIhf0+lisGdBj3TeUaO8g2BWsFnUXvFYjo0QV09oCUQBJ0TEAkDOh0RBrQUubeAFgTJ4X9xEAHFAf7AbASTYrGiQrH242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ajHIHpFTb71Ijt6hd+3QqUfk9NsuLP748Ck5/MKjcmeV5JqT8siHj8iFckZO7DsocmZPbrxcyX/fCdl36/4yzVc7y7/hixfJQblX9t59QK88r++0HH7otBx5+ITsO3DM4H5c7t27UQ5k9Ri/ae32+l2KstQaqnw3W9qW8AhA72y8rF/vsRePhIf4qpqOjunIiVbpaOXTUvT0oRQnDezjcPUpFfY+lNJOg8bp6od282gH93m4u2pFFxehsN/HcsWADuO+qVyqIXn6asVwbpmx98vJzAy+uPjhqx86LNfJbXL6bWe9DWhr+bnR2zYEs/IvuutwYWB3pMkbYv5WGuWXVob40N/Lfp95zz65RY6L3CRyg2lOJzxC0Ns+3tam99iLR8JDfFVNR8d05ESrdLTyaSl6+lCKkwb2cbj6lAp7H0ppp0HjdPVDu3m0g/s83F21oouLUNjvY7liQIdx31QutyHZccK5puR/AtpucNvyFyemz15fnqoeYkBLkbeuq5XX9XvWsaxNt8j+h24TuV5pxwpGBnrbDOj16T324rGCob6KLqBjOjKiVTpa+bQUPX0oxUkD+zhcfUqFvQ+ltNOgcbr6od082sF9Hu6uWtHFRSjs97FcMaDDuG8ql9OQzE8Un+05BTzWgC5OU9ennTP6Zp1DDGg1dEd2Wtt6AroM7WH7PatfCR8iZtsSHx3obTGgV6j32ItH4sN8Nc1Hx3SkRKt0tPJpKXr6UIqTBvZxuPqUCnsfSmmnQeN09UO7ebSD+zzcXbWii4tQ2O9juWJAh3HfVC7VkNRjQKsxli0xc2tKhQFtRmjOf67jRNtiQJfl14ZzYwrnhvQXb2jiQvfFcW79ppRbmclajGjb72r/jBPSpqGd+OhAb9OAXqfeYy8eiQ/z1TQfHdOREq3S0cqnpejpQylOGtjH4epTKux9KKWdBo3T1Q/t5tEO7vNwd9WKLi5CYb+P5YoBHcZ9U7mcJ2L7Th/npMafgBYtbIbo4TdqE7nDBNfaVxrdlygfDhz0e3X6WjkhbYb0SHx0oLdhQLceMBiGdKJ6j714JNrt1TUbHdORFK3S0cqnpejpQylOGtjH4epTKux9KKWdBo3T1Q/t5tEO7vNwd9WKLi5CYb+P5YoBHcZ9U7mchmSXwVxTmsKAVsJwXH9WLjI/SrjDEBz56esjd7bHQH2aO+3hgd66Ab1WvcdePNIe5etpPTqmoyVapaOVT0vR04dSnDSwj8PVp1TY+1BKOw0ap6sf2s2jHdzn4e6qFV1chMJ+H8sVAzqM+6ZyuQ3J0hw+InLyodNyJIubLMXfrpPb5PTbzuYhOORM+cHAip4SV/dCr1PExYfg7r/mTpGrH5H/n723ae3jZtvGz3yLBNqFodvwgBcPteHeBPoBYpNC7dVFl9mF7OIa/qmzC91lGa5VckGC3Q9Q8OYCuzwLw022BS9ScL+F/8yLZvQujTQajTSHV8lv9HLqOKSRdMypU+c/PRx5mCJAR11C2InpNx+l+lsv2WPaldtYYE8B37wAXS/fsZNHgV27SpPBYzm0gqtyuPKxFHz6oJQmDbBPg6tPqcDeB6Wy04DjcvkDd3m4A+55cHfVCl5cCIU9j8UVAnQY7pvKxQuSYgxoogNOiFU8RQePYH8PaFv5DejXvz6g/dMDQehuydDEgCayxKjmBWudeG16bhG6W9uIC+1RaC8B35wAXTHfsZNHod27OrPBYzmUgqtyuPKxFHz6oJQmDbBPg6tPqcDeB6Wy04DjcvkDd3m4A+55cHfVCl5cCIU9j8UVAnQY7pvKFdvJNgVWBY0F3xWQ6NEE8OwBUgFJwGMBJPUmgqtyuPKxFHz6oJQmDbBPg6tPqcDeB6Wy04DjcvkDd3m4A+55cHfVCl5cCIU9j8UVAnQY7pvKFdvJNgVWBY0F3xWQ6NEE8OwBUgFJwGMBJEGALoekCZZi7E0Aa+akwH5mQCcUB+wngFVoUnBcKHFEBO7ycAfc8+DuqhW8uBAKex6LKwToMNw3lSu2k20KrAoaC74rINGjCeDZA6QCkoDHAkiCAF0OSRMsxdibANbMSYH9zIBOKA7YTwCr0KTguFDiIEBnIw5jJhv01orBSxpeYnGFAJ2Gl6pKje1kVYGxgcaA7w2QjEVqNSRjvJZDJbgqhysfS8GnD0pp0gD7NLj6lArsfVAqOw04Lpc/cJeHO+CeB3dXreDFhVDY81hcIUCH4b6pXLGdbFNgVdBY8F0BiR5NAM8eIBWQBDwWQFJvIrgqhysfS8GnD0pp0gD7NLj6lArsfVAqOw04Lpc/cJeHO+CeB3dXreDFhVDY81hcixegw2BDLiAABIAAEAACQAAIAAEgAASAABAAAkAACAABIAAEgAAQ8EHg/v7eJ5k2TfECdEzjg1HbWMbYrxwbg6v45oLv4in0agB49oJp9YnA4+opGgwEV+Vw5WMp+PRBKU0aYJ8GV59Sgb0PSmWnAcfl8gfu8nAH3PPg7qoVvLgQCnseiysE6DDcN5UrtpNtCqwKGgu+KyDRowng2QOkApKAxwJI6k0EV+Vw5WMp+PRBKU0aYJ8GV59Sgb0PSmWnAcfl8gfu8nAH3PPg7qoVvLgQCnseiysE6DDcN5UrtpNtCqwKGgu+KyDRowng2QOkApKAxwJIggBdDkkTLMXYmwDWzEmB/cyATigO2E8Aq9Ck4LhQ4nDBeDbiMGayQW+tGLyk4SUWVwjQaXipqtTYTlYVGBtoDPjeAMlYpFZDMsZrOVSCq3K48rEUfPqglCYNsE+Dq0+pwN4HpbLTgONy+QN3ebgD7nlwd9UKXlwIhT2PxRUCdBjum8oV28k2BVYFjQXfFZDo0QTw7AFSAUnAYwEk9SaCq3K48rEUfPqglCYNsE+Dq0+pwN4HpbLTgONy+QN3ebgD7nlwd9UKXlwIhT2PxRUCdBjum8oV28k2BVYFjQXfFZDo0QTw7AFSAUnAYwEkQYAuh6QJlmLsTQBr5qTAfmZAJxQH7CeAVWhScFwocTjdmI04jJls0FsrBi9peInFFQJ0Gl6qKpV1sutfH9D+KdHBxzs6/+mh0kbj878/0uG3x3Tx7APdfTqiMec/9PHHR3T8mS/qjK7uX9Ee/9Ofb+jB3sn4y+sruv9lTMHqHRIo9WjoMNpExMo7u76nV9+zvJ2t50/7tss2tckk2zVpBOysZUjYSG1O2cHAd4Nu/XzHTh4p+yDK9kcAPPpjlTsluMrNwLz1g8958ZxSGrCfgta8aYH9vHiusTRwvEZW/GwCd344zZ0KuM+N6DzlgZd5cJRLicUVAnQaXqoqtetkd50ASwd08XlXFYnpmt48eEs3zy6ImEjbo/DPfw7p0V+7dHZ6Qztfz+noG4OoS734+2UUqtu8R2J9jUB8+UMjDvciLYnCdicga4RsjhWnTUo7dYIkCTh09R7QB9bGVmDm0vSi9y4TtuXnnH1tWRIO73fOOUE8XRcD3yYBui6+YyePdD0QJU9BADxOQStvWnCVF/+5awefcyPqXx6w98dq7pTAfm5E11ceOF4fJ74WgTtfpOZNB9znxXOu0sDLXEiK5cTiCgE6DS9VlSoIkk+v6PD3fbp9wXsHE3WC7ku6on16+x3vId0Jt036J3880D4bvIob1HhRthVsz+lQEK1HaHXidPdUEosVNnxs6to52uYWoJtqWuGYeg9tRWD2K0MpZ+HeBL4bH30/rkrmO3byWLhbojoDAuCxnK4BrsrhysdS8OmDUpo0wD4Nrj6lAnsflMpOA47L5Q/c5eEOuOfB3VUreHEhFPY8FlcI0GG4byqXKEje0Tt6To9+P+TCaXTez413886/JZG5FZFv6WUTVsMlyOoE3N92pLAdI/SC+CcxYntGvjbtvKcHeze9R7OfICkI6FoPaE5Qt3hAd+WcGMOdpOyA4Lvx0q+f79jJI2UfRNn+CIBHf6xypwRXuRmYt37wOS+eU0oD9lPQmjctsJ8XzzWWBo7XyIqfTeDOD6e5UwH3uRGdpzzwMg+OcimxuEKATsNLVaXKguT5T7eD4NyG02jE0l4ovv1VFKBFIbgRqveJhtjKagxoPkZy6+EsCN0irE3Zorf1+Jx5ZPOxotlTH5uY5/OYdkcTA1oMydCWr4jbXOzqqTGiWZzqptzFY0D3IVfacCrgW/iwwHfDgvmOnTyqeskV3BjwWA554KocrnwsBZ8+KKVJA+zT4OpTKrD3QansNOC4XP7AXR7ugHse3F21ghcXQmHPY3GFAB2G+6ZyqQL0Qy7URCfMspAcoigsC85SiAptmAPmcdyH9XAI0EO4C4kRswf0RJuGMCDviF7IlxBqBGjeq1nwcO7F9sfcBYo2D2ihPZ3NJwuJ0OC78VKvn+/YyWNTL8EVNxY8rpgcyTRwVQ5XPpaCTx+U0qQB9mlw9SkV2PugVHYacFwuf+AuD3fAPQ/urlrBiwuhsOexuEKADsN9U7l0guTg6XtNtM9dtCcI0H0YCRUsdkGgGqtZEI59YkBrBWpVZB5sCLXpyxmd0QndsAsWDeKxNSaw3B5vAdotxs/ZIcF3cwFk/XzHTh5z9jmUFY4AeAzHbumc4GppxNPWBz7T4msrHdgD+3wI1F8zxle5HIO7PNwB9zy4u2oFLy6Ewp7H4goBOgz3TeXSCpK99/LxZxLiFI8CNLWe0ce8x2+LWicO33xsQjt0aYyXELKY0KdMsO5gb+q4/KG5BFHvGdyKwF8+aGJHa7yQfWzqbW6CaQwhQjTicXcpIvUxo6ULFdt6POMKt/Vd0pMmbrYuX+LeB777flU537GTR+JuiOI9EQCPnkCtIBm4WgEJM5oAPmcEc2JRwH4iYDMmB/YzgrnSosDxSonxMAvceYCUIAlwTwDqDEWClxlA1BQRiysE6DS8VFWqXpBkAusYMoOJw21c5v+5pMNvuQv3OETG2M5P6FIWoGWRdhChuQKEUBRqHGljvGSLR7Xdpt4D+ehCEqD5+M5E9EwSvXUezkqIDqkMFida9tReKPxGgzL43gbfsZNHVS+5ghsDHsshbzVc/fmGDm9/pvOfHpYD3gotTctns7Z5Tzuf2IfoFQKQ0SRgnw/8tNjnaxdqHhEAx+X2BnCXhzvgngd3V63gxYVQ2PNYXCFAh+G+qVyxnWxTYFXQWPBdAYkeTZiLZ9dloR6mIMkkBBoP/be08/Wcmktg5+JxkglIHITAWrhqxuxzegcBOojFpUQa+SRUpLGVZU87loC9rbukxb6yjlpoc8BxocQNTkT35TagUMsxZtZJHHhJw0ssrhCgQ3hpPWmP6UL2eB3CUhyMYRhY+ZJH6xDKQaifefPy+cdwAGNSMSRFSBOm5IntZFPqQtr8CIDv/BwsYcHI84RTBLJhzXvttx1NuBtNC9r35i29HELLLNHKGutIL0B34YQuBvDOrpuQRyOWbZijU/Z/y3zHn9xwxt/XcSXNf9Kc67RDKVI3x/aJFjh1kv3dKrdRe2pnPJXDr1PsfcLOk0iDPe189aQf+2n4VN/H4/iTn8lrwRhsRbxieHC9P+ZgZnns1fef+F4E9nPwGlKGOA80JXDjQjvv9M9NezndBeKfRcvYu1Hu623t0nzZ5mR2KKcZLXfWhIAxU54048vPOPDph5Mp1dLcxcwVTRsY38K4CVkveukscdjaci+Ne7qW1FVyMbwY54h18hGLKwToybx2G4Dbx2d08oUTXtqOc0Mfrg/pfE8KPcGe9R5r3QV+x7QrLVLal/hfu3R2ejN4t7GYyaRb0Ey2PSxDbCcLqxW5ciEAvnMhv2y9I8/yBkgfWz3aOgjQ0RB2BSQWoBueXhC9+3RETYCGbnOxS1f9hwPZ4118PsbZv6J92qcruv+li2Sv+xMubVUSyJfUijH85Vj/sp1KcbY5WgnPxN9VMF+YiqzvVqWNDZ7PiX7rPOk7gYQGngX85GfCmsbOk8iDI+1s9cw01BzFpOBTGRMNJn88aceR6Lku32kRg63U0BgerHnn42Vp7AfL24+ujcR5QvSCfZgD9vMxO6Wkfq2i+5DWjxn3e+2GDp5dELELxpvqNQK0cFcNZ6JyAkze7/Vp2/tx6IzolKSP8BCgRzjB55Teb0qb4t1otMu6XnS8Fwct5Ipob59cOod9vSidWjGMwznwXQXuKRtSWdmLjocI7MxzREShCbPG4goBeiI5nUj8ku5/uNR72sQd3AAAIABJREFU/mniDOuOqI+X9fWb20GceUKX3PFqCNATCULyaARiXyrRBqCARRAwC9C96Pj7YefZ3AsgraB4Ol7EKXqpqBeFDh6yzz7Q/z49p//DedQO8dKZB1LfYtHTrxHHXtLtt/vNVr/3avqZbpvLTVtvJNnz1tcLs1+oft2ht81JlqHsMdaq6NEhn0i5pCfXRPt7J33c9x16/4DZKF7KavYMYeKf3D4u3qvgzSHbsGAIDmFO6z/ADsJLA55+A23fLBB1H2L19wS0lOg+WAzCQNcPRFFAFOatGya5XqUueeM0z5DM+m61Ccz96a1bgVdOFmjEk+ZuhyFmNIdPe9+DdLLBVJeV01dEc9UzD13OUubnc1q/E9aWMdhKscCV9Sl/N4eDbyuHM8Ycz4M9e8e8I3rxiIbxAuydYyVFAq/wXz4f1tr5nPv4FiNAa+dDQ79pQYEAzfoG+JxnlMz/bpxgF7+uI82pR+149BgDrvWiYqJHmROa5ZM0K+4+Bm40TRm82OaIdRIXiysE6Em8chvcvw1Hz00CNOdB1i45miPMnHfYuOC/FeJ7ssUJf1WdPnzHpIZMShzbySZVhsTZEQDf2SlYxIBJAvTeyXgBJ/OKZQK1/D4zheVQNuk6jwW2CWRHzZmwPR49ZyK16AEre6zK3oE8pKqXjfA+lhbI4qZIn1cU57q6FI9cjdfo8WepfY97j2GdV8mAd2IPaLn3CXjoRF69aOYSoF3PWy80ObzLML92AtAxw2vKRt6wkek+qHR8NCLa/hfpUtkZRmXedyv7QKMJ4dWPzd3XJ3SihFbRfXTg1jC6j/GmzaIHp7IIPvSTKfXMwJVPESn4ZB+tfNZ5ynvLMV6M2AqnFGL4loTZHkTnWPcBW0qTA/vBAeWXne4kJPtgE9OvgX0A++0M23Jg8kweCvURoO/7D9tsPokRoHX1cf2DGicmbu0EAZoxBT4DB4KSLcW70ds2vv9b34v9ySvPtdvkOWSyYO3dQmPCrLjHm19tCUXwYp0j1klNLK4QoCfwKniFWEUW1atLjml18OyALh6/7I4nC2U5vLh6rzhtjLEJbZmSNLaTTakLafMjAL7zc7CEBa4QHDcfe49H5V2nESh4cdl09M0VgsPhaTtu/vuQDq6FrnHjqXnHcmlVDz4+vZpXDgXRy8+iQNFJ0tyGmZTnVu8fiwicdrxKm0Ltoj5EgHZ7p2jxEOqXPN7poD1KvWvw4h3GlGVjMs7TmrjWMwzKtFz5GcivRQaRczgKO8b6Hvt15+EvH49lG8K7795KgorZu93OaXcaYI56/JCIT5WMT+FkiOHOD6kfx2Arhsmxn2iw823n0BaOZyobi2MvzF/iHAjsp7I3R3q5n0rzAYu1LJwk6uod3nv8vMqPp8bBaPCIVmOy8zGmlRjQhruBBqFcmX/cc+EcaE0tI9n4MhoCPqdyZEq/PHfMEnEt6F7DsXyuMeB6riIxWbCeAfx8uM9gfMVFrJ8Xn33W+giKxRUCtC+nsggzUYCWqxlfjqTxeB6PV+vMU49H+jYiLF1sJwurFblyIQC+cyG/bL2yAG08ZaG862Thj9mtv/hn+FhmPKYs1Nxf4KqK3DYBekfxKjKEcGhN1QjQg218iA+eDyZI6j8QjqIew8As4nTe0qoALXv8qpcb8WUvE4JDXcSbPaD9vCs7TNWNidinWoFg573BA9p0keWI+ZM/uEsSZUFAK0BLfPUCILGPMDMNzVW9W/k2tmEVdHdXNCcSujGh47fty1N4MnpENZzOWM9MfLmKWYJP3jN/jKaueb/EYCuExjB7QLv5dnC46hAcBhGjPRUht0vCCNi7hkqC52aPWWGt4OUB3YW+Ek5bSAK0Xwxo+SSW7mOcbPd0cS0BmEqRS7zbxErB51y8Ls9dZ7myXrS+F7lwc44wNF7rRW5u8QrlMhfYXDm5cE/QlKqKXD0vyp7E8zRIZpZicYUA7Umg7ME8ZpM8pbyOfXALDmq+tPMCDFeydvO7fMeM7WSeECPZShAA3yshIrEZthAcQtU+HtAmW3lvaDkenPyuXK0HNN84+wmV0Wv0CV0qop3dA1oQoOVNcwYPaL1nt26zbBHltZcQem64HUeZlasBbUIDT6EpTJZwLFonkscPyLW9W8UP4ZL38YCnLt42J8C1axjp8kLTB3orp92YEYWewHriqfIqYRE+DR6TwwkVZmkMtt/zzdWtMX15cHAo1OMFsTHRotj/v0M6/7/svgDJpMbTtgkPYxwDUzAB9lN6hX6O6t/dzV097ISp7+Wq7CTI67M2FFF38a59z6W/hHB8H6ofkvsWDh9GPefDKcDMkHaR8SXZCT5nII6IVsOd9xrONgamjQ/nZdTzQKwtJQfuCZtTTdFr58U9R6yTilhcIUCH8hrsAd0f5yJTfElpM//nGzq8/Xm8/Md0vD20HR75YjuZRxVIsiIEwPeKyEhoSrgA3Xs6+MTI5b2eZSFFWpx2kzAFeUDvKSEEpsSAFtPaF7B2AZr3vFI2U8K7W+NlyM0pcpxI0QtStGH+8WrDTuXe5G1iOgLpv0GQvcksQsAUj2WTAC3c02DHIHRYzs+VvyUN7s/pHXeRII9v55E/xtR2jAnlg8g+jYKo7TihnVN93HQm5kzoD/6wRKWcn8+mjZf0pBW+uj8BE02olLEBMdiK3msxPNjzRsEtZF4ce6F2+f0N7OdjdkpJ/ckZ6ZRLqAf0ON6aq4nF+xn8PKCbEnjBTOMR3SQRxvE0gW0KOjFp5x9fPtaATx+UXGmW5c691jauDYaGmMeA/3pxwr7EBWDg82VxDzRyg9nWzYvPHLFO0mJxhQAdyqsuJIfiydx7R7eef5z3hBIjjDdCFjjEo8lEaWJT2mCI7WShECNfHgTAdx7cl641RoBut1ntpW2c1f17rRVPj5oNXPfHx6sf8vRpb/kyXp/R2ekN7XxtLieZFoKjFWuEuKlExGJAKsD279iPu3R81J8+0W1guTaMm1H5/SzHhxTjtYoY8e9uuwD9sPe6Ov7cGX/w+ozolOhlK0wlFqA1MTNbIwY8bW2Wn/XgD3kNiy1T57dwKnsNOC9t07Zr5MTUnxVP64iBmvfdKq8luFiobZuk59L4Mfdlx9jTnnTg1kNz1RPBS2jWFHyaQ+9o3rnyO9bxDrRxKH8wCuZbmRvSrFmXxl7sI5r3N7APHUbR+dQTqlyf0773+3lae2qGvQfVC5B5Q9l8o/sAO/z24pYeGbyv5dMn4jlYQ9z3aKT8C0gxvnxrB5++SOnTLcqda71oey/Kz5Q9w4T1oqEssuotcTjLuRfFfV7Tqy5t1bxYTm7miGM+pSPE4goBegraG00b28k2CluxzQbfxVI3yfDt8mz3Yp4E4goSb5fHFYA/0YQ1cKV6Qk9sxMTkS99ZMdG8qOTp+FQ9oaMMdWXWxed35cn8HNjnIyAd9vnahJpFBMBxuT0C3OXhDrjnwd1VK3hxIRT2PBZXCNBhuG8qV9PJrl4T7evieXLeTU/+e0iP+jiarWejI/3RNw2MzGNO4yUjfFk1e9Ho4ufwXpcdWRrPPMst2QPBQ3w/OU63eNmY8FTzxXUJ77q5OiX4buI51s937OQxV39bvhwI0MtjjhobBNYw5pq56PKHe3o1YzxeM7sLC6kLd7NkfDbrqhdE7z4d0Zwe+CZ4lv4oMQdNwH4OFMPKSIZ9mDnIlQABcJwA1IWKBHcLAS1VA9zz4O6qFby4EAp7HosrBOgw3DeVq+1k12fqJSssPmEvOgtxSw3HCpTjar3nze7rE7r57m6MT6nEOrymNz/e0s+aDZn+EpCbPpZsQ1V/pE446quPxa2NZ2q93EqOXSXHw9LXo7/Zfh3dCnxrLtUaqKmH79jJYx29NcQKCNAhqCFPPALbHXPx2K2xBPCZjxVgD+zzIVB/zRhf5XIM7vJwB9zz4O6qFby4EAp7HosrBOgw3DeVq+tkV/TmwT7RNe85JcbBE8Vb3aUClriuzS3iv+3QHROYNRdFmUBXRWOxbtPNyuJlIV3p8QK0WEYXD3e3v02bb4H9Zu2cHQx8TxGgy+U7dvLI2UdR94gAeCynN4CrcrjysRR8+qCUJg2wT4OrT6nA3gelstOA43L5A3d5uAPueXB31QpeXAiFPY/FFQJ0GO6bysU6mcl7ubsYSxVvXelZWIzbF42obfAs/ey+jEPvAU296GsTetVn8QK0WKYtiPxaA8yD7ykCdLl8x04em3oJrrix4HHF5EimgatyuPKxFHz6oJQmDbBPg6tPqcDeB6Wy04DjcvkDd3m4A+55cHfVCl5cCIU9j8UVAnQY7pvKNXQyySu5FWv/ekn3vzTys8Z72JGepNAWOkF2jJ08LQY0DeE2NLeVc+zJFySZBWgxJjC7AXsI78GVyceftl3AJOO3lk4FvhsBun6+YyePtfTXrdsBHsvpAeCqHK58LAWfPiilSQPs0+DqUyqw90Gp7DTguFz+wF0e7oB7HtxdtYIXF0Jhz2NxhQAdhvumco2djPf2JPr44yPqvJc7OFTx1p5eEZwtsZa7iwaJi+s8UmCq9/jxFd3/stPaef6Uiy89ZJ3fA7qzcwy5UbIHNPNQ77AD3123ET31S+Y7dvLY1EtwxY0FjysmRzINXJXDlY+l4NMHpTRpgH0aXH1KBfY+KJWdBhyXyx+4y8MdcM+Du6tW8OJCKOx5LK4QoMNw31QuvpMNYu+LW3q0x8JcmARoTpRW0vcXA2qQ5D2Ix8e6mNIe9X46ottfH9A+NWJ056k9/GniTM8dgkNbnkbIXFOHAt/hIThK4jt28lhTn92yLeCxHPbBVTlc+VgKPn1QSpMG2KfB1adUYO+DUtlpwHG5/IG7PNwB9zy4u2oFLy6Ewp7H4goBOgz3TeUSO1kjBL+lm2cXRJJXsV5806eXPUcZoOzCwP99ek7/H72j858edo9c3tG/H44XGFLn2dx5QO8RtULzMdFH3gtaStMbEC9Ay57gvdA+hATpKjJfjJi/a4HvKQJ0uXzHTh75eyosaBAAj+X0A3BVDlc+loJPH5TSpAH2aXD1KRXY+6BUdhpwXC5/4C4Pd8A9D+6uWsGLC6Gw57G4QoAOw31TueRO1sVlVmMym7w/1fSWiwEHr+R3RC8e0fFnBnVoDOhB2qY3D/aJj+w7xnEe6fSNAU3ELkfUeWabLlTkuo0kSK+pQ4FvNQZ0jXzHTh5r6rNbtgU8lsM+uCqHKx9LwacPSmnSAPs0uPqUCux9UCo7DTgulz9wl4c74J4Hd1et4MWFUNjzWFwhQIfhvqlcsZ1sU2BV0FjwXQGJHk0Azx4gFZAEPBZAUm8iuCqHKx9LwacPSmnSAPs0uPqUCux9UCo7DTgulz9wl4c74J4Hd1et4MWFUNjzWFwhQIfhvqlcsZ1sU2BV0FjwXQGJHk0Azx4gFZAEPBZAEgTockiaYCnG3gSwZk4K7GcGdEJxwH4CWIUmBceFEoewbNmIw5jJBr21YvCShpdYXCFAp+GlqlJjO1lVYGygMeB7AyRjkVoNyRiv5VAJrsrhysdS8OmDUpo0wD4Nrj6lAnsflMpOA47L5Q/c5eEOuOfB3VUreHEhFPY8FlcI0GG4bypXbCfbFFgVNBZ8V0CiRxPAswdIBSQBjwWQ1JsIrsrhysdS8OmDUpo0wD4Nrj6lAnsflMpOA47L5Q/c5eEOuOfB3VUreHEhFPY8FlcI0GG4bypXbCfbFFgVNBZ8V0CiRxPAswdIBSQBjwWQBAG6HJImWIqxNwGsmZMC+5kBnVAcsJ8AVqFJwXGhxOF0YzbiMGayQW+tGLyk4SUW1+IF6DSwolQgAASAABAAAkAACAABIAAEgAAQAAJAAAgAASAABIAAEGgQuL+/DwaieAE6pvHBqG0sY+xXjo3BVXxzwXfxFHo1ADx7wbT6ROBx9RQNBoKrcrjysRR8+qCUJg2wT4OrT6nA3gelstOA43L5A3d5uAPueXB31QpeXAiFPY/FFQJ0GO6byhXbyTYFVgWNBd8VkOjRBPDsAVIBScBjAST1JoKrcrjysRR8+qCUJg2wT4OrT6nA3gelstOA43L5A3d5uAPueXB31QpeXAiFPY/FFQJ0GO6byhXbyTYFVgWNBd8VkOjRBPDsAVIBScBjASRBgC6HpAmWYuxNAGvmpMB+ZkAnFAfsJ4BVaFJwXChxiAGdjTiMmWzQWysGL2l4icUVAnQaXqoqNbaTVQXGBhoDvjdAMhap1ZCM8VoOleCqHK58LAWfPiilSQPs0+DqUyqw90Gp7DTguFz+wF0e7oB7HtxdtYIXF0Jhz2NxhQAdhvumcsV2sk2BVUFjwXcFJHo0ATx7gFRAEvBYAEm9ieCqHK58LAWfPiilSQPs0+DqUyqw90Gp7DTguFz+wF0e7oB7HtxdtYIXF0Jhz2NxhQAdhvumcsV2sk2BVUFjwXcFJHo0ATx7gFRAEvBYAEkQoMshaYKlGHsTwJo5KbCfGdAJxQH7CWAVmhQcF0ocTjdmIw5jJhv01orBSxpeYnGFAJ2Gl6pKlTvZ9a8PaP+U6Oz6nl59zzX17490+O0xXTz7QHefjughe/TnG3qwR3R1/4r2huTX9ObBPp3wSL2+ovtfuhT//OeQHh1diDj25VLz7PdDsY4mpbaef+jjj4/o+DMr6oA+fD2no2/Goo3tEWofy1Ha3Vk81KM8b+06IeLa1xWtwUDArntOvjjP1OvAt4PPSviOnTxm6m4oJhIB8BgJ4ILZwdWCYC9QFfhcAGRDFcAe2OdDoP6aMb7K5Rjc5eEOuOfB3VUreHEhFPY8FlcI0GG4byqX2MkaUfQt0WuiE3o5CMYtIK3QekMHzy6Int7R+U+9BC0Lw70ge/CRS9PIsb8+oMsfOlG7FaB1IjMTp70E6E7AveHraUTyF0TvBoHc0h6B5b6sZwd0QRrxuxXfz4meXdDuC1GYb9r1ls6IToleakT4UWDuRezHTIjXC9AtNn/t0tnpDe1IYvocHRN8jx8HbirmO3bymKOvoYx4BMBjPIZLlQCulkJ6mXrA5zI462oB9sA+HwL114zxVS7H4C4Pd8A9D+6uWsGLC6Gw57G4QoAOw31TuYRO1ojHv+3Q3W9Ez7+9FQVVJjRfE+3zHs+CAN2JrOe8QK1Bcw4BuvVsptGrWkuarT0aAZqur4j23irCbysyf3dFh7/v060gQHcC987Xd0QvHmmeiR7OYrt1AnSHX1PHkz+aOkURf46OCb5HAbpmvmMnjzn6GsqIRwA8xmO4VAngaimkl6kHfC6DMwTofDgD+3Vhv5Q1eLcthfT89YC7+TH1KRG4+6C0fBrwkgbzWFwhQKfhpapS+U7WCa2N6EmqkDwIzT/TbRP2gnny8gJ07yl86PDcjRegR6FWCBMiMWNtj1aA7oRfQdhu29SI8V27BQGaCdyfjkgNHSILzLI4rxGgh7pe0Z425Eh81wPfvABdL9+xk0d8T0MJcyAAHudAcZkywNUyOC9VC/hcCmm1HmAP7PMhUH/NGF/lcgzu8nAH3PPg7qoVvLgQCnseiysE6DDcN5Vr6GSSeKyIxCah+W8uBrQhHAcDlMVP1sWAFp45Q3AY4ifzzLnaYxCgX33DBOcupnUXEqMJR7IzeCd3orckKCviuxoDWowfrbZB9Or2aGNATwXfogBdK9+xk0dA10KWBAiAxwSgJioSXCUCNlOx4DMT8LhoKx/wwD4r9ktVjnfbUkjPXw+4mx9TnxKBuw9Ky6cBL2kwj8UVAnQaXqoqlXUyRXCWBVVJXB7E0h8ux0sIjR7QosdyvAe0W5x1tsckQH/PC8u3fYiN5mJDyetaaavdw7kT3Xe5yxrlNrgE6Xm6HfiWBOhK+Y6dPObpbSglFgHwGIvgcvnB1XJYL1ET+FwCZX0dwB7Y50Og/poxvsrlGNzl4Q6458HdVSt4cSEU9jwWVwjQYbhvKlfXye5a797jz2rTh8sEZe/mVoA9pt3XZ3RySr2wqrkYsC1ybgG6u9TQHAO6v/DP1h6jAN1fuPjbDl09Paf9wRtb04ajCxWwZx/orr0EcWIIjv7yRrXAM060ju+a4FsWoOvkO3byiO9pKGEOBMDjHCguUwa4WgbnpWoBn0shrdYD7IF9PgTqrxnjq1yOwV0e7oB7HtxdtYIXF0Jhz2NxhQAdhvumcrWd7PqMHuzd0AcpdrPgtauJSTyG0uBE0l5IHYTrRAI09QI4feQu6mt+e0H07sUtPXK1xyZA9+LxCRGNYTN4AdogtDNR/vqeXn2vejSbLyHsBXMWV3uwzSToh3dR8K0RoCvkO3byCO9hyDknAuBxTjTTlgWu0uK7dOngc2nEx/qAPbDPh0D9NWN8lcsxuMvDHXDPg7urVvDiQijseSyuEKDDcN9UrqaTXb0mgzcxJ6ISF+tZEkhPSPbSVeMf0+AZ3MdVlr2H++ftZX7Ss1bM3nk/hvpg9feC7+iHfNCK6Dv/NnlHm0J3GMRiIWQGJ0BrseiMGj2zid482CdqxWhmMF8P9+827vQ56S5vtIUrCemo4FsnQLM+yYdIKZvv2MkjpG8hz/wIgMf5MU1VIrhKhWyecsFnHtybWoE9sM+HQP01Y3yVyzG4y8MdcM+Du6tW8OJCKOx5LK4QoMNw31Su2E62KbAqaCz4roBEjyaAZw+QCkgCHgsgqTcRXJXDlY+l4NMHpTRpgH0aXH1KBfY+KJWdBhyXyx+4y8MdcM+Du6tW8OJCKOx5LK4QoMNw31Su2E62KbAqaCz4roBEjyaAZw+QCkgCHgsgCQJ0OSRNsBRjbwJYMycF9jMDOqE4YD8BrEKTguNCicPpkGzEYcxkg95aMXhJw0ssrhCg0/BSVamxnawqMDbQGPC9AZKxSK2GZIzXcqgEV+Vw5WMp+PRBKU0aYJ8GV59Sgb0PSmWnAcfl8gfu8nAH3PPg7qoVvLgQCnseiysE6DDcN5UrtpNtCqwKGgu+KyDRowng2QOkApKAxwJI6k0EV+Vw5WMp+PRBKU0aYJ8GV59Sgb0PSmWnAcfl8gfu8nAH3PPg7qoVvLgQCnseiysE6DDcN5UrtpNtCqwKGgu+KyDRowng2QOkApKAxwJIggBdDkkTLMXYmwDWzEmB/cyATigO2E8Aq9Ck4LhQ4nC6MRtxGDPZoLdWDF7S8BKLKwToNLxUVWpsJ6sKjA00BnxvgGQsUqshGeO1HCrBVTlc+VgKPn1QSpMG2KfB1adUYO+DUtlpwHG5/IG7PNwB9zy4u2oFLy6Ewp7H4goBOgz3TeWK7WSbAquCxoLvCkj0aAJ49gCpgCTgsQCSehPBVTlc+VgKPn1QSpMG2KfB1adUYO+DUtlpwHG5/IG7PNwB9zy4u2oFLy6Ewp7H4goBOgz3TeWK7WSbAquCxoLvCkj0aAJ49gCpgCTgsQCSIECXQ9IESzH2JoA1c1JgPzOgE4oD9hPAKjQpOC6UOJxuzEYcxkw26K0Vg5c0vMTiCgE6DS9VlRrbyaoCYwONAd8bIBmL1GpIxngth0pwVQ5XPpaCTx+U0qQB9mlw9SkV2PugVHYacFwuf+AuD3fAPQ/urlrBiwuhsOexuEKADsN9U7liO9mmwKqgseC7AhI9mgCePUAqIAl4LICk3sTVcPXnGzq8/ZnOf3pYDngrtDQtn//Qxx/f086nV7S3wrbnNgnY52MgLfb52oWaRwTAcbm9Adzl4Q6458HdVSt4cSEU9jwWVwjQYbhvKldsJ9sUWBU0FnxXQKJHE+bi+Z//HNKj3w/p7tMRQc7yAD46yTW9efCWdr6e09E3RHPxGG0WCnAisBaumjH7nN5BgHYyZk+Qls9mnF/Sk3sI0DoWgH1k543Inhb7CMOQdTYEwPFsUC5eELhbHPK2QuCeB3dXreDFhVDY81hcIUCH4P73Rzr89pgunn2QRJfGY+URHX8+oA+9ODAU/+cberB3Mvz34OMdt/lrNhr7NDyVy5Xy0usruv9lOZ+YrpPd9W3jATujq2FzxNouAtq1kzR5iUQMWD5NOUJ7TRh3GNL1Pb36nqgVxY4uRGMUvprHrvpCOkjZecB32fz5Wj9OHhFjoHk3/bbjJz63781beglBxZciQ7r0ArT8/jzr36vMoOtfH9D+KfufZb7j393yPDa0jp9H5Cbb50anHVJxpvTa+aLJq50zwumLXbCF19znlDlg7fPgxt4nHGsYwXB72vnqiUbLWUAaPtX3sWn8Cb+7ONQ9t6wlY3hwvT+cwHokWBx7F362Nb4rr9TebWLvQbppRhTmoyYRN6dox0X/3LSXa/NQv7+x7W0eavca8nhtzWZ2KGNO3LuEozBvzjTjy89GcZ4Gn36ojamW5i7mfdVYzfieNJ/pQLHqLFNRnJ5+adynW7jNHMXwYpwj1slbLK4QoCfz2i1Gbh+f0ckXTnhpO84Nfbg+pPO9czrkBWj2jP3WL3p2+0198/K9/KETTom6xcgNE6jbtHx50vPJ9k/PwAuS509H4bydNL4wEb7DhX8+1qR5xhZ+wmKs35jqBGdi9fTtf3ZAF8R7XWoEaMErky0iebHDp77peJWeA3yXzqCf/ePkIW+AdOPCr0xrKgjQM4DI5oiEHtANTy+I3vUe7d3mYnf42Ch7vIvP+/fs4yu6on3aJ/vH0nYOMaaR542x7OYDrDj/sI+Oo50y2Ha7ldSW+SycxtgFW3jNRKSsJRo8nxP91nnSy38CN4Igw8SUm/5Du50nsVxH2tnqiULKO3MKPpUx0WDyx5PO6WBYO14R7Y0f3E0GWzm0tTKGB2teb2idCRfHXm6XYKHkrS6v+a15paZuFHsn4doE/VpF57TDxowN+56ng2cXRNzephOLRQFav7fp5x1+ryFz39vdjMW3dEZ0StJHeAjQI7XgM2wciLlSvBuNdlnXi475PmY+U1cs4okhwzicA19TGYvinrIhlZVdCi/mOWKdhMTiCgF6Iq/tJvavl3T/w6Xe80/Z5GlusVgCAAAgAElEQVQWKP0Xv7ff8V7Q3BTcLFTYM0W0sQm9ExvjmdwkSPov0gw2S1jJgoK8KOm8m9liTd6AuQTopjTRDr/6PEGqKBn4rohMS1PMArT0zuoFkFZQPB1PLoheKqIXq/Ds2Qf636fn9H/4Ewlsw8g+RPV2jh4QTBx7SbffstMhTR0/0217yqTJIHve+nph9mLB1x1625xkaesW7Rc9Ovh6+rzXRPvNiZa2HTv0njvBwp/sMHuGmNrHHbcXvDlkGxIK0HKfEd7T/QfYF+yDaZNYv4G2i8s6QVSqWPfBYhAGun4gigKiZ7hYmr/dbb4pgtGE10Xsgm1CVWrSKW3SzM3ieoWbS//nUj3ZYKrLyukrIn7t07YgsJ4ooPwzz8+n7/rOQ7SS16IT+G83QsL61J8HK4czxhxfHPsJ+CnvxAl5t4m9/5jjU3qF/3IK0ERX7XzOBGf5/W8fk6oNurHJ5qZ3RC8e0a3H/BmGyHy55h9fbtvApxsjnxQ5uBvs4ucd0px61I7HgPnMCYRHmc4ypiXIivs0UzeVugxebHPEOumKxRUC9CReuQ3u34aj5yYBmvMga7fsJs8vTf5OzOkEkmZxP3odTzI+OLHVI3bwXpvoAS1vLvswHW4P6tsh1MbPt7xnno8AzQtrT+hyisd2MHrlZQTf5XEWYvEkAXrvRAiZI28UFE87XVgORXzSeY3Jx16ZMDweg2UitfgBST4ZInrLivioXjY2T0Gxrfq8uo+JsudwJ2qKXqPHn6X2Pe49hnVeJYOXlSi0xi4CnH1H2DDoRF79u98lQLuet3jJ/WiYH7uN/DHDq22EbcPhb7f8odKJz4QEybmy2sI+0NhCnnQFiNzoxHsuje5jvGYd0xbswakozgTWM4GTmKQp+GQfrfQhypi17s211pOaCwOnfsBjZcfwrRPYLOvdCPAXx174INgYrgk9xNqjFf/HEHzAPoL4IavnxxofAZp92GbzSbQHNCdmS+89Uu7McI/lOdCaWkaK8WW3AXxO5ciUfnnuOEv4sWOd7/mTV+4x4FwvymCY1iBzgawpJyvuCdtVetFF8MKNFXWOWCcDsbhCgJ7Aq+CZoHuxNmUZXnpyTKuDJoTE45d9LGfRc08XP2zMb1n0TmjLlKS8INl5HnZ/4gZJFydNFFd04vKIaRcnWt58DtutwSNnFKBffc8vWPjf9V7nbVkDb50A7a5ve9eqge8po6PctGYBWhJzlXedRqDgxWXT0TdXCA6Hp+1w+oTFv3ctdI0bT40YyaVVPfj49Gpe/UkKnYjDv6/U953V+8ciAscuAiZtCrXzW4gA7d5waPEQ6pc83umAmqPUu4J3Wd+6CXab5vA5Rnparvws5NciepFT5sbu4X733Vv1ElLDOsjOaXfagd3jwM/9TZiWKfX4IRGfKhmfwskQ3QcD1/hxPWdxN/3LZgKAnQc7h3PeXZIP+67f8I4h8o0sLrHEnDdmrFWA/aQhqX9PDTI/C+WnfDjg9i78vMq/sxoHI2sM6HHcKPcHGO4GGvY/yrvRPVYnwTJT4mTjy2gf+JyJuoyX4YlrQfcabpjlhTucVBymjxHXO3gurPlylh8zKVpRX5nr50XaQ2X4eBLCeiyuEKB9UZdFmIkCtFyN+eXYC7lSzONhU9ZvTEi4xNC3EWHptB6xisi0vAd0GzN7WEA+oUv5EkIhBnTX9nFChAe0qTeA77BxUlouWYAW/LP494vyrpOFP9Zy/cU/wwc14/F7nWeYKuDaBOgdxauIfQzUXXqoEaAH2/gQHzyj7MOfzpN2vERlDOVhFhI6b2nNBzcJZ/ViPIbvch7Q6jxl9iQ2eq5qLsw1HVtmPaEVRnfeGzygTRdZjpg/+YO7JHEIkzKGLelnA+1Hz5Qbl9gF26zvGMNaQuXG7BHb9uUpPBk9ohpOu7Gn60eT65kVKHNhS/CpFyvtG3Kvo+ztiQF5TLSrJOO4cPPg4HDVITg0sgd3+lC99luPH7BfaPBJIfX4WoW1gpcHdBf6anj3N6c6gmJASx/vG6MUMUHeK00X15ZAeIl3m9gO8x4SfE5jfHnuOvu0p260p9jkNdzU+Uzcg8gf0v3ewdMw9UmdC3cf27acZvW8OOeIdbIXiysEaE9eZQ/mMZvkkez15cKx4OAWTDphZemXa7KQDJo4k9oLqTReb6OXFDtqf0ZnpyeD95QeI3GBMyUMimc3qSIZ+K6CRmcjzB7QUlYfD2hTbfyHKjkenPyuXK0HNN84k2jDLcDbi1l1JyzsHtBCeAJ505zBA1rv2a2buyyivPaCQc8Nt044MH34beC3CQ3a8BymDxHSJcLOkeSfIHbB5l+TX0r9BwbZC1knDHAiJfHegn29Jp6snOo+CgfW49f86FSL8KldU9rGkOf4Mq5VY/h2cNhetD3PXz7se/s1+Clhl0xNBfazdAL9HNU7mjR39TQfPycI0MMln6/P6OQ05hLCMQSH+iG5b/rgKe05XmdBzL+QRcaXZA749OfHlnI13Hmv4WaYz3pAvN/B80AtlJID9wTNqK7ItfPiniPWSUksrhCgQ3kN9oCWPZyb/7+nnU/j5VP8JNzGghHiR9tim4Y2xp7PJEjGXULYf8Fkx+QaE7QeWXJ7NRMVd1yVeVvqBGjFk8irvjSYrrlU8L1mduazLVyA7j0dWqH1iKxBanivZ3nTLS1Ou0mY6MPXJjbcNA/ovX4s77YXlTYY2d6T/btn2ACKae0LWLsAzXvqKJsp4dSIxsuQm1PkGGDiuyu1B7R9jpHbZfogavrA579BkL3JLKdsPE4G+dht2gDPNepiF2wxdjS4P6d3dD54oareeiZu9PHMmcji4EnzAflmOGGhObLLr3eUDy/7ZMobg01o3vn5bLC8pCf343pQz4l5w27i8PrXQ7r91xh3U+7r/HiN4dueNxRpNd/S2JMPfoY5EdjPx7tYkjyXd09DPWaHvO2Fye4QgkN64bQlPzY1HtHcXqdbr0CAHjkFn3OMlPnfjTar3Gtt95w9fT7TWZR6/ebiZlncXdbgOUNg3bz4zBHr5DIWVwjQobzqQnIIF7w0Bffe0a3n3zE1S5r2T44RJscok54r3tdKjLHQRvjlMwqSwhG47kg5HyO6RaDdaOqf6WJds4ukjOEADBdNMYwEAbpdRHJ/vNg9/Cwe5Rlt3l7sZ/FlfdfyKcbtVj04wbffGFpjqhgBummP6b3UfTQbxx4/zoc8/Tvstj3i3KPzujnFcEM7IQI0t6kbataO99by7uj5x106PurfNNI71Tf8xSB0D7HxxZiqIkb8aRm7AP2QCeh9uQevz4hOiV62wlRiAVoTM7NlaMCz33Bo2yw/Y9z2lyv27+9xQ+IYGUIsXN6GXmTg+pn90ramHpvd4wfQ8SPG/KM2dsEWZ5FrrjMshPtKzX15xE479rQnHbj1kDROg+uJAycodwo+ze8eDc691eM71sKhzzqTO7EQw4M1bxDSaqbFsbfhJ7+nmLlsXgH2M7GuL0Y9ocrNtdr5rJ+ntd7R7D2pXoDM187mG90H2OG3F7f0aAjlIdo+fvChNv4tv+cZxe+ksFkLTzG+fFsDPn2R0qdblDvXetGyhmNOZ9JOnbzmM7nprndwHKReuRfF3csiJGoQWDUvlhM6xlP6K6E1FlcI0Cshcs1mxHayNbcNti2zsQPO60Ngu+Pa7sW8PqbsFm2Xx9KYWsdCWPWETotjs4ju4p7X91E33dhTPaGTsqSLz5+0wvjCgX08hqElpMM+1CLkmxsBcDw3osuVB+6Ww5qvCbjnwd1VK3hxIRT2PBZXCNBhuG8qV2wn2xRYFTQWfFdAokcTtsszBGiP7oEkCRBYw5hrBOHLH1iomgSNFIpcWEhN3Ryp/GR8NoLwC6J3rhBHM7V36Y8Sc5gN7OdAMayMZNiHmYNcCRAAxwlAXahIcLcQ0EutB/I0p5paMR7SUBmLKwToNLxUVWpsJ6sKjA00BnxvgOS1H0tKSgEE6KTwonAjAni31tU5wGc+PoE9sM+HQP01Y3yVyzG4y8MdcM+Du6tW8OJCKOx5LK4QoMNw31Su2E62KbAqaCz4roBEjyaAZw+QCkgCHgsgqTcRXJXDlY+l4NMHpTRpgH0aXH1KBfY+KJWdBhyXyx+4y8MdcM+Du6tW8OJCKOx5LK4QoMNw31Su2E62KbAqaCz4roBEjyaAZw+QCkgCHgsgCQJ0OSRNsBRjbwJYMycF9jMDOqE4YD8BrEKTguNCidv06ca8nGHM5MXfVDt4ScNLLK4QoNPwUlWpsZ2sKjA20BjwvQGSsUithmSM13KoBFflcOVjKfj0QSlNGmCfBlefUoG9D0plpwHH5fIH7vJwB9zz4O6qFby4EAp7HosrBOgw3DeVK7aTbQqsChoLvisg0aMJ4NkDpAKSgMcCSOpNBFflcOVjKfj0QSlNGmCfBlefUoG9D0plpwHH5fIH7vJwB9zz4O6qFby4EAp7HosrBOgw3DeVK7aTbQqsChoLvisg0aMJ4NkDpAKSgMcCSIIAXQ5JEyzF2JsA1sxJgf3MgE4oDthPAKvQpOC4UOJwujEbcRgz2aC3Vgxe0vASiysE6DS8VFVqbCerCowNNAZ8b4BkLFKrIRnjtRwqwVU5XPlYCj59UEqTBtinwdWnVGDvg1LZacBxufyBuzzcAfc8uLtqBS8uhMKex+IKAToM903liu1kmwKrgsaC7wpI9GgCePYAqYAk4LEAknoTwVU5XPlYCj59UEqTBtinwdWnVGDvg1LZacBxufyBuzzcAfc8uLtqBS8uhMKex+IKAToM903liu1kmwKrgsaC7wpI9GgCePYAqYAk4LEAkiBAl0PSBEsx9iaANXNSYD8zoBOKA/YTwCo0KTgulDicbsxGHMZMNuitFYOXNLzE4goBOg0vVZUqdLK/P9Lht8d0wbXw7PqeXn3PfrimNw/2iYTfmmfN729p5+s5HX1D9M9/DunR74d09+mIHjZPf31A+6dEYln/0McfH9H50zs633lPD/ZO9Li+vqL7Hy41z8/o6v4V7bV175OQ+9mHoe7B8t6GoRJNmqqINTQGfG+BZaLYyWMbKK2/leBx/RwxC8FVOVz5WAo+fVBKkwbYp8HVp1Rg74NS2WnAcbn8gbs83AH3PLi7agUvLoTCnsfiCgE6DPdN5Ro62Z9vWpFXEIl7QZo+3tH5T62UHCBA90IzHdDF591eNG4g5gTotuzuTxav2x9b24jLy1Mk29SVe/z4iu5/2RvqOSZRlO5EcSZib4dy8N18tKj/L3byqB+hMloIHsvgqbESXJXDlY+l4NMHpTRpgH0aXH1KBfY+KJWdBhyXyx+4y8MdcM+Du6tW8OJCKOx5LK4QoMNw31SurpNdtcLyzSA0cxAI4m+EAP30ig5/3+88nlvBOZUALYrY1HhjH/HC9yB1jx7YnABeO/ngm/W/upmOnTzqRqec1oFHcFUOAnVZirGXj09gD+zzIVB/zRhf5XIM7vJwB9zz4O6qFby4EAp7HosrBOgw3DeVq+1kXz/Q4bfndNiH0BAAaL2g2bMYAZqF2rihD209qQRosdzW05mYN7RIre1ZrZ0AfOv7Qm18x04eteFRanvAYznMgatyuPKxFHz6oJQmDbBPg6tPqcDeB6Wy04DjcvkDd3m4A+55cHfVCl5cCIU9j8UVAnQY7pvKNQqSt/Syjaks//HxnSMF6J8edvGgW0F4R+uBbA7BIcaIPpDCgvBP+TAiTX1vv9N7vbZ1/fWyD9WxDdrB9zb4jp08tjEa1t9K8Lh+jpiF4KocrnwsBZ8+KKVJA+zT4OpTKrD3QansNOC4XP7AXR7ugHse3F21ghcXQmHPY3GFAB2G+6ZyLeoR24S6GDyq3xG96C8hnDEGdCsqcyE34AEtdmfwDQ/oTb3gCm9s7CKg8OYXZT64Kooup7Hg0wlRsgTAPhm0zoKBvROi4hOA43IpBHd5uAPueXB31QpeXAiFPY/FFQJ0GO6bytV1si4GNF3f06vvxeaLgq4+bMYoKjehNeSLBNU8rSj85YzO6IRuhpjQXb1zXULIYk1ry2trMnlz100/+Fb7eI2Mx04eNWJSYpvAYzmsgatyuPKxFHz6oJQmDbBPg6tPqcDeB6Wy04DjcvkDd3m4A+55cHfVCl5cCIU9j8UVAnQY7pvKxTpZJzRTH5+5h6D1Vj6mXU6Y1qWTvYxF0VcnWnfibxM2YwylMZcALYvYfV2vRc/XTgT/QHefjqi5EnErf+B7G3zHTh5bGQ9rbyd4XDtDo33gqhyufCwFnz4opUkD7NPg6lMqsPdBqew04Lhc/sBdHu6Aex7cXbWCFxdCYc9jcYUAHYb7pnIJnezPN/RgT4y13IFxRldcfOhOhL4YcZLEXbcA3YvERxcTBGjZLmaTzpNZ/q0TwY8/c9RKNm+FdPC9DaZjJ49toLT+VoLH9XPELARX5XDlYyn49EEpTRpgnwZXn1KBvQ9KZacBx+XyB+7ycAfc8+DuqhW8uBAKex6LKwToMNw3lcurk/XCtOytvCmgKmks+K6ESEczvHjeBhRFtxI8lkMfuCqHKx9LwacPSmnSAPs0uPqUCux9UCo7DTgulz9wl4c74J4Hd1et4MWFUNjzWFwhQIfhvqlcsZ1sU2BV0FjwXQGJHk0Azx4gFZAEPBZAUm8iuCqHKx9LwacPSmnSAPs0uPqUCux9UCo7DTgulz9wl4c74J4Hd1et4MWFUNjzWFwhQIfhvqlcsZ1sU2BV0FjwXQGJHk0Azx4gFZAEPBZAEgTockiaYCnG3gSwZk4K7GcGdEJxwH4CWIUmBceFEkdE4C4Pd8A9D+6uWsGLC6Gw57G4QoAOw31TuWI72abAqqCx4LsCEj2aAJ49QCogCXgsgCQI0OWQNMFSjL0JYM2cFNjPDOiE4oD9BLAKTQqOCyUOAnQ24jBmskFvrRi8pOElFlcI0Gl4qarU2E5WFRgbaAz43gDJWKRWQzLGazlU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Dve7ZCMOYyYb9NaKwUsaXmJxhQCdhpeqSo3tZFWBsYHGgO8NkIxFajUkY7yWQyW4KocrH0vBpw9KadIA+zS4+pQK7H1QKjsNOC6XP3CXhzvgngd3V63gxYVQ2PNYXCFAh+G+qVyxnWxTYFXQWPBdAYkeTQDPHiAVkAQ8FkBSbyK4KocrH0vBpw9KadIA+zS4+pQK7H1QKjsNOC6XP3CXhzvgngd3V63gxYVQ2PNYXCFAh+G+qVyxnWxTYFXQWPBdAYkeTQDPHiBNSPLPfw7p0e+HdPfpiB5OyBebFDzGIrhcfnC1HNZL1AQ+l0BZXwewB/b5EKi/5irG198f6fAF0buF12RJekfTlm/P6fDrOR19Y6+hCu6SgJi2UOCeFt/Q0sFLKHJp3zMQoNPwUlWpbPBe//qA9k+JDj7e0flPqsRifN5OnMd08eyDJM78Qx9/fETHn3m4zujq/hXttT91z8+fyvWxfAf0wTQZWybr1k66ovtfiN482Ce6vqdX3482sHawX86u7+nn20N6dHSh5XXAg7WTS9XkHcu+bus74UsRMOmey/aQEb803Qx8b4PvVJOybvzw4ytNr1VLbe34Mr5zmv+//U7/7vK2qR+Lu9I7g/58Qw9+21lcfG7sTsWjNyZI6I0AuPKGqoiE4DMfTcAe2OdDoP6ax/El7UtM+5FmDbRH3P6NaNi7cHCN+0fT/o6o/Zgv77eGvZK4jzLtR5sqtWu+1k5uF/a62Qt2O87wv8amt7TjIQ4H1wEBOhi6pTJiTloK6Wn1gJdpePmmjsUVArQv0htO13Wyu04MpgO6+LwrLjJabLoJ+ObZBZEkGLeLib926ez0Rpqg1QWIKBoZFijtRHxLu69P6MYoKJkWN/xiShZ8e2H7Mb8gadJc0pNBFO8WNZ2AzS1a+kWNIDj3CzUaBHtXfXoB2oxfmk4JvrfBd+zkofY+v/GTpte6S51FgHZXs3iK+XlcvAmbqRBc1UU1+MzHJ7AH9vkQqL9mowDd7nVu6EDe60kCNBORRSecZo34nOi3xovXIUBrT5Opa8zrXw/p9l86r2BVFO5sEvevzbrw8gfRCWk6uxCgp2NWXw7MSevkFLyk4SUWVwjQaXipqlRBkHx6RYe/79PtC3HC7kTSl3RF+5KXYbdgaNI/+UP2QNQsQIRFjH6Bwuq6/+HS6nWoPRIveCqKgq/vEXpVgO7KudF5hgvtUQVmsU6dAG3DL003A98irrXyHTt5yL3PZ/wI3tG8938zTv54QnffvR09X3jPFOl0gbip6T8KnfYW9fmG90R/0oE/ecDyG+1pzl/wXjiC9w3v6SKf4uBPcPQfr77u0NvmBEhjnnIKJH4Mz81jvEUowYQAuKqrb4DPfHwCe2CfD4H6a7YL0ERX10T7vMezY6+jIhYuQKunYjV8yB7ZHh7Eouc1f8KWCecv6fZbdoq1X+vJHtXU/b7zn0N6Ti/b/XJzypetOWXvbnktO7ZEXFueffxAN0d8CA7pRC23Xsa7Mc/4BO55cHfVCl5cCIU9j8UVAnQY7pvKJQqSd/SOnkuxTsevvzv/lkTm3lv5ZeNBrBzRMnhAD97FugXKKMi++t4QsmJgR30uekGKz309JBVB0rawEZ7pPaDHxZSmPVb80nRD8O0QoCvhO3bykHufa/w0C+/n9K4P3yON7X4RPx6nlE8qcF7pOk8bzluGecQ8+W/3UYydVJDtc9szHidt0r7fOafuncMEaJ03Dh/2o98gSEdHtR+qIoby3DxGmIKsDgTAVV1dBHzm4xPYA/t8CNRfs1OAvv+ZbpsQiuzEKL8u04XjUCALEaBHxwCzcNtVpDhEuMKkWdeVTAxmDgby2s/kbX0xCM+DTbwHdu9NrgslKdovh52UsRP3jng35hmfwD0P7q5awYsLobDnsbhCgA7DfVO5ZEHy/KdbMd4VN7HfSnFWRbHWEIKCiwEtxvNyeUgbwmFw7Kj1896LvD3mxZBOaBNCcPAisdIz+IWJ9MWaxq/iXTa9YD7W5RLc5+mW4NtHgL6l9qNKwXzHTh5i0/3HD8snjE3N5kAb6qbJLHwA4D9ISRb1pzJMArRtXJvFdG48UxcKSOgHygcnMS6gsU0RQ3deHiMMQVYnAuDKCVFRCcBnPrqAPbDPh0D9NbsF6Fe0x693/h5jQDfev/yFzHrP4mkxoAXBmfM6tt5JxIVKdJ3QU9d8qrMBf/JXPb0qrvXGE3hsl6Bbq5ow0KTlsdasPfn68G7MMz6Bex7cXbWCFxdCYc9jcYUAHYb7pnKpguRDLg7yzhBio7lozOZh3EqsQvxknRfkDXexoMtDmqi9/Eu++IJnR/4qL1wUNqcAbbid2OIBrcYjkwVmlyCdphuCbx8Buny+YyeP6QK0HK6CiNixQY0ALSzglWOO7Hik+aOMvAFQNxgme7p3mv6YJ7cp4TZc44cI+YOTa1MSP4bn5THeHpRgRgBc1dU7wGc+PoE9sM+HQP01ewnQ/J6uCYnI9mLGfZkq6urWWS6xeEBfuWdn5EX+2G8vU7MWbIti60yNIKyEc3St9fRrVb2zg+k0bL/vaNeewnX2XcP79TTejXnGJ3DPg7urVvDiQijseSyuEKDDcN9ULp0g2Xkh3tJLKQ6YMJkqohGDTTzGxC9ArAJ17yGsmXaFY06SfNjGZ6brO9r5TRaVxEned9FjiglM1+pFFvYYz/ZjVJ24rm2t5hLI+bok+HYI0BpPdZajJL5jJw+5x7nGjzxuvD2g/3VLh99ygv9MHtA2e1J5QKteMfHjdm4e4y1CCSYEwFVdfQN85uMT2AP7fAjUX7OvAN3tBY9p9/UZnZz2YcvYb8qeaGYBWnFqMgvQ4sk5lT97CLk5BOi0HtB8i/BuzDM+gXse3F21ghcXQmHPY3GFAB2G+6ZyaQVJGr8Y80egxkmcWi/CIT7YgFgn+nZxULs0whdwyyWEuhuMm2JbIenLB7r7dEQPNcx0whjRweddKWyC3uP4hL/8rBUbufizhgVPZxtx3tssVMAx7Q6LMPWrtlmwVOPLdk3j8dO1Nr5rgu9t8B07eWiW8O3Y1o+fLl6gHO98SCvHgOY3MCSecpDHmjz+bTGgx3A2+o8/zB75XaOPAa2ORdEWQ1xALi51/Gglmp/HOaxCGToEwFVd/QJ85uMT2AP7fAjUX7O3AC1c2DxewszCboixmiMF6GZd+ILo3bDXc5yA4+4GGfaKp/xF0d3+8fKHe/r5ttnD7Rqce3wE6MbRaXRC0jkbKHtVSwxoMa0cA9q+D8S7Mc/4BO55cHfVCl5cCIU9j8UVAnQY7pvKpRckWfgLPmQGF4Ljfy5Fr0UOsVF0fUKXylF3XhjiBWqNWM3KdN1u3ItZF4KwPIq5oueyK06zJe60MUwAM1S3WOJ/4/79TeNVoA/z4PI0je2c4Fv0ZDfG7S2c79jJQ9/PLOOHjcM24wGdvSY6of6SwP4444fHx3R82pUsf9ja73+n12d0dnpDO1/P6eibJqV0fLIf58oGgKu/3RS1Y+yYLnT2sA9NrE7hIkE1jvxwTmFIxykEiTcAACAASURBVN4vrmOZsaMVAnQ8gsuVkGbMBdj/5xs6vP25vxA0ID+ytAgsymfz/vr3Dp3/ot48sEU60mLfzCnvaeeT7p6HLaIttjkt9sB3DQhMEaCZY8wJieIu847u1lj937AP04W96EJetBdIHwm5iPq1FbXOPuMzUwxoU3jGdj3P1nWNSdy+UIxV3TwUT+vyMaDb8rmQjmPeLk8bB1vjbCDWz0J86Bjn8WnSvaTbby1rT27NjPGZZwQB9zy4u2oFLy6Ewp7H4goBOgz3TeWK7WSbAquCxoLvCkj0aMKqeHbdUO7Rnq0mWRWPWyXBs91r4arZLD+ndxCgPXkzJVuUz+Yd+ccTYpeqRppefPa02Ksn34oHbMYGpMV+RkNRVDAC5XOsnkALBqOwjOVzVxjgvbnAfZ28gZc0vMTiCgE6hBfmSSd4uzUFycdkuMIlb0nxq63kNah40e2TGAlY+soc0oYJeWI72YSqkHQFCIDvFZCwgAmr4hkCdDDjKXiUPYHEY7T9KZDBi0jjxcPmO/7USVBMe9vcKNtBlrsAGnjtZckx942eVcFMLewxq7NT5kBew2jXNqYLmrhTCtb1DW+I2eutO81AZO97Dg4juAnJmmLsKXYIJ0eap+oxdz4P67eqN1+fSlm39r/LfUMJRcatQ11lKKfNQtC150mDvdo/Te8++ffWWtPeQPfus2Ik2yGt+a3jzZF3BirSYB9imCGUllSUGgZCDJfQzg6yZ6zcxxnmrr4/ZV8ozUkp5pwQVJs86+E4tAXcidyf0oQrDLcsbc6luYuds9nYE8ZpyHpRnisXmId4JpfGPW0vqqf0YnjR7ZtWTEMsrhCgJ5Pbx4J6fEYnX3bGuMMsltP1IZ3vSaET5DhP0gUNLAbVq+/HTXIXI7mZNM0xriabHpghtpMFVotsmRAA35mAX7jaVfEMATqY/dl5lOIs6uJhP+JiK4rPx9j1V7RPY8xtffOM4W3a5LK4IMbFV0IRWeIpMoGhifWonWcdc3QwOVLG2bmaYpgSqqrB8znRb10oGxZz8urpOe1LsTOVaoSyJG9RKw8yp1LJwh0Qcpgve3+YAsVcadPzqa7/+PXitHBcFuyVviHGGLWvURmancch8aGV5gJaU04K7JX3Ee91Pqzbr4j2DALmlw+kHT9yv7biMnGMCGU58s7ERwrsw0xzXOTdFCrfL6Hsqfp5hcR7ZDpRTPrY094lc8Hd6zJa3d5/8+WALuhQvI+mv7B99/UJ3XzH9nXj/Mbfk8Pur2Af48IwmSfXejiOaI8SMzqirIKyLsqddb3omLMd71QZcut6Ubn4Mv19SbJ9i+JeUH/MbWopvLRzCJ0RnZJ0X1luBPX1x+IKAXoir0Nc0R8uhfhPQzGaeMS6TYLtxl3xGQToiRQheSQCsS+VyOqRfSEEwPNCQCeuJjmPwpymu8ldP0fZxWXmLaiPc99C1m/cX95zcVg5IUeJsei6C0Digbdv6hwdSmlyrmyGeYpgPqKmnVvb0We7QKaui7j07b0St+LC3LNNoXy58iXn09Gnfbga2mDDShlrU3kavQ3f0XNt7FMXllOfz4+9r3hrX5NrOZnST60fY3XvXw65hT7kzo/9VPZZeg8Bukkq4C/yZ7rcXP4AynhtPzDIsX3Z+Lkm2ufiAjdVm/eMvv0tFJu4fOvhOK4dW8ydlTt+zqLmnhWfOdtD53Ct7zTvWN1FkCn7Q1bcUzas8LLL4IWtm98RvXhEQrz5leIfiysE6EnEchurv8ULCIZiTAK0dLuucQNn8EThQ3AsfUwrtpNNghiJsyMAvrNTsIgB4HkRmJNXkpxHZfMuXqyoeip3TXYJ0K7n8iU/baGK5+0+nbTHLInePNin8eSQC3Zx868TIZz2uarQPE/OldUmFr7CHsLLKWpGiaKaEBzSpVTywnvgQffR37UpDeBoSpb0fFrCumnClfDhOcR2uMUu3uOTGu/PL6JHqG2Ny38sMl2+NQVXn7QpsGdHye1r7FABWljFt5et6TxdRy+ok/6CXO6iNM6b9kQTAsma1wdUzzQpsPesWkrmKUALXs8if7b3vPYj5W9Ez6ULwocPZzvvJcck/oOB2m9Yf9OGcwkDZLZc6+F4tiZtpqCs3PHrRd0HMe2c7Ragnesxzckr51pm5h6RFfeZ21JTcUXwwo2V9qJV1ynEFRAUiysE6AkkCt45Jk8Dw4ZIji928OyALh6/7C+UEeMaWhcj/XGyJRcssZ1sAsRIugIEwPcKSFjABPC8AMgLVJGWR2mDr53f9OKW20tWPcbOw6XdPNg+0Jpic+o40HjL2OfoeYhMy5WfjXw7dUKba9Nm9vBkAtuEOyr6Y7PUhhy7bT8i0DULk9K1h/Wju+/eqovy6gXoDgMhxqYxrqU+lEBbgCdOY9+Q47rb1qiiV+5SXmfJxlLfJy9a4HR9OUCAloamHN6Bf9w+48V//mj5N41H4bEQAoJPf2vL24b4m+cvGfaTzfMVoM1CsO00Kt+X+fdeg/PbIZyGxTFJmme0cyIX63Zp5yIb3OvheHKn2HyGfNxpPuzLQlqQAO0WqJV5kohanUUOiZOwd+TDPWGjKih6/bz47LPWR0QsrhCgfTmVBeeJArRcjXlzbtlE9IXYFky+zZmSLraTTakLafMjAL7zc7CEBeB5CZTT15GSR3We0oVX0B8LtwnQqogpClztRlzxJpPCckib+06ko9azcOffTfzOHnvtRXuW0B/cPOuKYT2V3ZRcTbWFXZjWib/jJU12AdpjIyiIyu7Ln0aRZ4c+/qgePTR7FxrCtEwGIjzD8nz248QkQuvC1nicRlDuGrFyKK5RW28dLiRB8QI01x30QnG8AN3hLZ8k6SpW35tyGBrdHTNEV/evqPVcp+ZEyF7fCrfne0jvX77fm6z0FaB5ziI9oD8d0UNTKChpX6hw6QyDc0zy+ziEnznyrIfjOVqzrTJycaft71JIGm1oNcddV17rRc1Fk66P6XP3ily4z92O2spbPS/KR5k08/bcvMbiCgHakxHZO2rMJnmKeHmaODZx1nhxy3fM2E7mCTGSrQQB8L0SIhKbAZ4TA7xQ8al4VDzxOnlE46WqF1PMArSHiNlUpZsHhw3+E7r88RGdP1UvdRJ/k0hQLqoxkeRp40SOU3E10YwhuY4j26bNd0PnPC4ri3ytaNYJ0DpO27Ac9IYe7HVCG5PXtGFaQsEIyJeDTysHujHjsSbVlelXz890++MjOv6sA2+CJ/xasQ/w1vMaIxZO1Pz8ml9zSkAWQwWPwzT7hRz9Xt9FPAVoVwxo7XFnTazoIR376CpdSCkI0OJHVd5+0wnWKe/NgCEzKct6OJ5kNhITUQ7utOtF6xruiMbP07b1VuhaLM27z9bBcuCODu9GYO28CCfc+OZMOdXphmH2FLG4QoAOpSTYA1r2cG7+/552Po2bKuFF/ucbOrz9efRQ0sQ5Cm2Cb77YTuZbD9KtAwHwvQ4eUlsBnlMjvEz58/PYz1GPeU+6sS3yRsMkuJg20+ZLn2S8uo3HGNeZ31BQK1Ye8za6xGXvudN9CimU2fm58rekwf05veO8nWV8u7LMApo+fevR9O8dOh+8LqV08qVEfFqJM6VvaIQjfX9we1r7I+WfMjmfTfv/eKJ4tHb9vhHs+bWjftzqPySJH3jauM3CPSV8WXI9vZeuIUZ0uR7QTb+9pCfcBw79u2q6B/T1r4d0+68x5rPMifCulN9Twv9ljqX/W/P692tXyuT93mXA8NxDgFa8+WX+9KcKXPPcIBrwIoEcx1O6+6cxeyi3iSX9guhd41HdtidUaPMGa1LC9XA8yWwkXlyAtq0XbWs4fs42933/9aJIvS3MUapOgjGTCtm4ctfNi2VdLYXbikNh/tyxuEKADuVEF5Jjj79kpCm4945ub4I9Hi8Ukb9qcDHAWnOE5/JXdDk2X2gD/PPFdjL/mpByDQiA7zWwkN4G8Jwe4yVqmJ1HeT5ijZAuixu9HnlPx34zIntEDnkNiy0TUEI8Vu4yLm7D7ndBr8Eu3zl6JiJn52qSXapHHh9zVHvKi1uL2DaCcl4hlqng7anyIHsDimXpTphxayljPORJwAQnTs+npt9ybVY8Z2Q8bB9ldPFph4vtpHWodY0qwleuAC3F2m6bxb3b5HdR32zWf63jx4Gf/LFO5NUej5skzu15g7u6kDF9v/e1Uy9AizsxPX5irHn7OGusMYUBEC6+tZ7Q6dvEvQ+f/Lf58NNFG2/+EAPal3eksyGw6Ph0rRdtazjHO5V9lPG7XFpe36Q9gaPDf1HcMQS8EVg1L5aIB2s6EZOiv0OA9u7C20246sG7XVqStRx8J4N2VQWD51XREWwMeAyGbvGMa+BK9YROC8PSd1akbY1Y+mJ8Kp7Qsa3Ux22PLXXJ/OmwVz2hk7bLELc7aZ2RhafDPtIwZJ8NgTVz7BXmZjYkphW0hvluzdxNQ7Os1MB9nXyBlzS8xOIKAToNL1WVKnQyzRdL0YPJdJRGjBMqLyCY94hYFufd0FxIpXiY9zA3HiA/XGqesy+gmlhsmtg6igeLR/wdOc9gv+arMO/dYFpA8d5Dprjjpvhxc3U68G1Gsia+YyePufrbWM4079ilPO3mb+e8Ja6Px3nbV1Npa+CqeYdd/nBPr75fAtmFxbwlmsTVsRSfs380aNZxwvH/hYGbobpk2C+MzezczoCtq4hk2LsqxvPFEMjJsUtgFp67Qm8thlhf0cLvD13zcnK3NNxrqg+4r4mN0RbwkoaXWFwhQKfhpapSh07Wi6qCAOqMr8agsAnQvdBMB3TxeZe7ZEh/iYB2cWK9uFEWxQ1x9OgD3Q3x2PpYbaemYzy6uFfcZlu2RxfrUnPxiVVUs7Zxvi4HvrlLrgZY6+M7dvKYr8eFlQQBusOtdB7D2C8zF7gqkzeT1eAzH5/AHtjnQ6D+mnOOr0kC9Oqo0F/KvKSZOblbsp1rqwu4r40R7JFSMhLb3yFAp2SnkrK7TnYlXQjFNc5yw/SYykOAfnpFh7/v0/nTu/6ipFQCtBjPjZQLeJjV5lt0XQskUsRisSwfD2ix+yx3QQn4Zv1vZKBGvmMnj/lfb9Kx8P7Y+d13b4c4id0pgv4COi7O8HC6QDqhMZ46aMp+TvTikM73mhiy3Yel5vKt5mK2l389ov0+/qnuAxuL0pj69EEIpuvjMaQV28gDruriGXzm4xPYA/t8CNRfc87xpay3hXXdGX34eEPHgwOPLPjK8bx5J6LeSejrDr1l9zK1J1136P2Dfepih4tOR8KpR8v9TPJ9Cm+/U/cRS/WanNwt1cY11gPc18gKnHRSsRLb3yFAp2KmonLbTvb1Ax1+e06HX8ebvIcmCpcMhYTgkENt3NCHtp5UArRYri3Qu+mZM86X1gN6xG+qAL1kMHrwfUX3v+wJI7hGvmMnj/lfcRoBeu9kvJinHVPs3dB/RPrrJceV9O7RXn4mbi7YhU1MWBYvWpPCByx0AmEqruvjcWoLtpMeXNXFNfjMxyewB/b5EKi/5pzjS9wfSftAJkYPYjAvQKsnFdu90xd2urUPxyjkbYRndlGlmF8Mj6PuG00ic+7TeTm5q39kmFsI3NfJPnhJw0ssrhCg0/BSVamjIHlLL+914Qn4BUCkAP3TQxrF1h36+OMjziO6g9UcgkO6+7r1lnxI7CZd/invyWgTF/ULCbNn9EC8EgNaI3z5huBYWPgC37yo2fY4bT8UBnmBfMdOHvO/5DQC9G87XFgc8d2ijM3hBvojakZ98zeO7c5r+vaFGPtWKUMQraUW2p7ND4Z3ievj0dv0zSUEV3VRDj7z8QnsgX0+BOqvOef4UmM8i3tPcQ/I7T/pIx1+K+1TFQept7TDOVLJ+z/baUfeEUgUtqX+oFmLLtljcnK3ZDvXVhdwXxsjnT3gJQ0vsbhCgE7DS1WlLuoR2wjGw4LhHdGLKQI0cfGjeQo0wtXRGGt6uge0ryDJ7FG/yvt7QC8XeoMhBr5lD+g6+Y6dPOZ/ybkEaPG5LB4zb2bZLj5sh1OAJuk4p/JhgXnKzN/60BLXx2NoS+rPB67q4hh85uMT2AP7fAjUX3PO8SXsjzQOOEYB+u/mlJy8D5QdpKYI0HI4DyJqLr3vT0iO4Tmku4IgQNc/QDQtzDlmNgm4Z6PBiydQE5PF4goBeiLgW0zedbIuBjRdix6EDR7isXWDWCd5D1qPWPWei/tfzuiMTuhmiAndoT/XJYQs1rT5i7dZ/J0cE1j2njR4Ncti+JKhNwQBGnwLQ71GvmMnj/nfhXECdBt3XfCY5i2Uyu4fqSccZG8aLuwQPKDnp3xjJa5vzG2MgJmbCz5nBnRCccB+AlgzJwX2MwO6wuJycrwWD+jbJnwHSYIz939Gm+INDQF6hT06vUk5x0z61pVbA3hJw10srhCg0/BSVamsk3VCM/Xxmfsm9vG4djlhWpdOFlJdAjQfNoO/3GEeAVoWsfu4YNyX7aYe6xGr1lNyn06EPFzMWMclhEP7+PyeInXqzgW+xxAOI9b18R07eczfDwMEaD6MjeZdNNoYIEBL3jTa99/8IEwucX08Tm7CZjKAq7qoBp/5+AT2wD4fAvXXnHN8qR7O+3TDQipaY0B36/QhrbKPky8s5MO0dYHbxrqf0KUQAlK/TxzycPeRIAZ0/eND18KcY2abiPu1Grz44TQ1VSyuEKCnIr7B9EInU46kM0D0l3sNcEnirluAZp7VF+MlZH1hvjGgx9uMdZ7M8m/2o1Z62vsFCfdwiC2t83BWfpPzi8f7hduXuTpkQX7uLgm+TYjWxXfs5DF3v2OxtocwGYoXiSwij3wMY0K4Lb2zsBuTAQL0N/1HqNO+pa/P6Oz0RogfOD8G00tcH4/T27CVHOCqLqbBZz4+gT2wz4dA/TXnHF/KHo9f1zUXCL64pUfDaTdZVJbW6cOFgw1nUwToI3oorCcP6Ow10Qk1d8R09xMdf9bvf52XlifuPjm5S9y0VRcP3NdJD3hJw0ssrhCg0/BSValenawXplOLo1UBu9LGgO+VEjOzWV48z1wnipsfAfA4P6apSgRXqZDNUy74zIN7UyuwB/b5EKi/ZoyvUI6Xv7dHthTchXIXlw+4x+GXKjd4SYNsLK4QoNPwUlWpsZ2sKjA20BjwvQGSsYGvhmSM13KoBFflcOVjKfj0QSlNGmCfBlefUoG9D0plpwHHgfwZ7vcJLC0oG7gLgi06E3CPhjBJAeAlCazRTgAQoNPwUlWpGLxV0elsDPh2QlRFAvBcBY3Ri4A6UCijFRhzZfDkayX49EVq/nTAfn5MfUsE9r5IlZsOHIdxlzv8RmM1uAvjLjYXcI9FME1+8LJOXCFAp+GlqlIxeKui09kY8O2EqIoE4LkKGrHZKIhGjLmCyPIwFXx6gJQoCbBPBKxHscDeA6TCk4DjcgkEd3m4A+55cHfVCl5cCIU9j8UVAnQY7pvKFdvJNgVWBY0F3xWQ6NEE8OwBUgFJwGMBJPUm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jggXU2eiDmMmE/COasFLGl5icYUAnYaXqkqN7WRVgbGBxoDvDZCMRWo1JGO8lkMluCqHKx9LwacPSmnSAPs0uPqUCux9UCo7DTgulz9wl4c74J4Hd1et4MWFUNjzWFwhQIfhvqlcsZ1sU2BV0FjwXQGJHk0Azx4gFZAEPBZAUm8iuCqHKx9LwacPSmnSAPs0uPqUCux9UCo7DTgulz9wl4c74J4Hd1et4MWFUNjzWFwhQIfhvqlcsZ1sU2BV0FjwXQGJHk0Azx4gFZAEPBZAEgTockiaYCnG3gSwZk4K7GcGdEJxwH4CWIUmBcfTifvnP4f06PdDuvt0RA+nZ58tB7ibDcpJBQH3SXAtlhi8pIE6FlcI0Gl4qarU2E5WFRgbaAz43gDJCMFRDckYr+VQCa7K4crHUvDpg1KaNMA+Da4+pQJ7H5TKThPF8d8f6fDbY7p49kEUY/98Qw/2iK7uX9HeiuC5/vUB7Z+OBp1d39Or76cbKAjQPQa7gWVNr33MEcVdTMUbzwvc19kBwEsaXmJxhQCdhpeqSo3tZFWBsYHGgO8NkAwBuhqSMV7LoRJclcOVj6Xg0welNGmAfRpcfUoF9j4olZ0miuNWaL6hg2cXRE/v6Pyn3h94dQL0P/Txx0d0/PiK7n9hkvg1vXlwSU8CRHJ4QJfd52OtjxozsZUjvxEB8JKmc8TiCgE6DS9VlRrbyaoCYwONAd8bIBkCdDUkY7yWQyW4KocrH0vBpw9KadIA+zS4+pQK7H1QKjtNFMdMaL4m2uc9ngUBuhF694k4D2FFwGWe1D2UBx8bMZta0ficF7ZJLKst5+hiIMDk0ewjGFvLEuw7ow8fb+h4CMHR2PSWdr6e09E3RNS2/UTsFK+Z8N3ZPzyVPccndqUo7ibWheQjAsB9nb0BvKThJRZXCNBpeKmq1NhOVhUYG2gM+N4AyRCgqyEZ47UcKsFVOVz5WAo+fVBKkwbYp8HVp1Rg74NS2WmiOB6E5p/plvcwniRASwJ1K/ae0+HXc3ryXynWMlfuTis+745hPnpv7A9MCOZoaUJvvP2O89CWKOvEZ1NZnff0IIQrYUd4AVoUo9ty/3rZe1137bxpxfXGU1znlT2tL0VxN60qpOYQAO7r7A7gJQ0vsbhCgE7DS1WlxnayqsDYQGPA9wZIhgBdDckYr+VQCa7K4crHUvDpg1KaNMA+Da4+pQJ7H5TKThPFMS80c8Lx0d98DGiHB3RTxm87QgzpQTD+n8tBjG68i9sYztR4E++0ovDtCz6GsyQUD7SYfmcJuufGslobbuklF6pD9KjmRGdqxHMuLd82TTs7b+nwWNlR3JXdbbNaD9yzwm+sHLyk4SUWVwjQaXipqtTYTlYVGBtoDPjeAMkQoKshGeO1HCrBVTlc+VgKPn1QSpMG2KfB1adUYO+DUtlpojiWBNRBIP7hkhNW7QI0SWE0GJpqGI5bLtSFWmaTT+/p7BKgHWXtvFdEYqMA/Y3oAT0K5nukDQPSivaiuD2lN0VxN6UipBUQAO7r7BDgJQ0vsbhCgE7DS1WlxnayqsDYQGPA9wZIhgBdDckYr+VQCa7K4crHUvDpg1KaNMA+Da4+pQJ7H5TKThPFsezB24en2H19RienzLN3uge0gCjzHH5xS48GT2mH1zK7DLEvyB4Dem4P6GPiolKLIUIkT294QJc5dqLGTJlNLsJq8JKGplhcIUCn4aWqUmM7WVVgbKAx4HsDJEOAroZkjNdyqARX5XDlYyn49EEpTRpgnwZXn1KBvQ9KZaeJ4lgTQmK8zO+sF1+lWMdyDGUmWnOXFIqIdl7FN88uiLgLCVvv4i8fxtAdlhjQ1F9eeDJcBtjU0JR7SU/uXxFZy5JiN9tiQDehR/540sd8lvqF0k7EgC515ESNmVIbXYDd4CUNSbG4QoBOw0tVpcZ2sqrA2EBjwPcGSIYAXQ3JGK/lUAmuyuHKx1Lw6YNSmjTAPg2uPqUCex+Uyk4TxbE2hnEn2J4QE6CJiIm2LVRndHVNtM97AwvPOzzPOEG6FZtPD0i+YLD7neGvPleF7Mau8U+tw1AWb9+zD3QneGNrwm4MNhFRk/7TETXXDoo4EJEgiE/vR1HcTa8OOXoEgPs6uwJ4ScNLLK4QoNPwUlWpsZ2sKjA20BjwvQGSIUDPTrL9OOfs1Q0FYrymw3buksHV3IjmLQ985sMf2AP7fAjUXzPG13wc69aG+rjU89QJ7ubBcWopwH0qYsukBy9pcI7FFQJ0Gl6qKpV1MvZVubsEov1uK/wZnytHk1i2/qjRZ74Y7us4+7n9ms59n5a+Dotfu6Uvy7KRclnN8/5LdHvpxe+H/VdpnW1EYtvtaXIJUrGdD3yPCNbMd+zkYepn8njkvUli++aU/PJRzFkW/KZjobqbzKcYG5E2FY8RJiGrAQFwVVfXAJ/5+AT2JWDvv44+H8IoaPLwa36td61lT2HYL6Tdx8h7hd4+h0dvk2oMVdH8T7Mfaoti3sRiHxDXWj5pzH0I42u+8cVfOtiV6roAMa5ucBeHX2hu4B6KXNp84CUNvrG4QoBOw0tVpXad7I4+/viIzumALj7vjhcoDC3Vx+MaFlR/7dLZ6Q3tfD2no2/ExeK48OxuK+bjd3WLMbG+Js3lD/f06vt+oUrcUab+xuP9U8PCzbJ4FQVjzQKBLR6HBa19EVG2AA2+h2NxlfIdO3moLzld7Loxnt5e5rfiLAJ05jboqp+fxxU2shKTwFUlRPbNAJ/5+AT2JWAfso6WL6frhVS2DjOu4aV0nNB3POwRensS72PUtSNRd7HciRBCgqUj5tQjxytu9hz/3qHzX+TVk3qBHyt/FNY1aSZ0GYyvCWA5k6ofVUwfQJxFeSQAdx4gJUgC3BOAOkOR4GUGEDVFxOIKAToNL1WVKgjQT6/o8Pd9un3RCMBjM1ux9a+XdEX79PY73kN6vEn4yR8PtM94AVq4/bcVfM/pUBCtpTolcbp7ahGGYwTopmjBpg0I0OCb64N18R07ecgvOZ8PLoJ3NB8Dl7yFWwAAIABJREFUrxmXfzyhu+/e0qOj/q5w3nNJ8hySvaqFcvt87J10/wv1sQdHi1l+oz2yJ9JgqxjXj71rjodTHPyHr158/7pDb7/tb0Dn2zzTLDE3jzOZhWISLNgA6roQwNjLxwewLwF7w5rJuo5WhVNhbWFYwyuXzw3w8OUxexLvY5S9gnRhHU8d3x6rdzefySAuC/khQOcbIXlrxrsxD/7APQ/urlrBiwuhsOexuEKADsN9U7lEAfqO3tFzLlRFA8Uoyuz8WxKZ24XmLb28f0V7yuJKXZwKR5Ucx9rVY00jLcZnsQK0IG5T5xXO3cDMdwwfQW6NHQl88+Fl+D5aF9+xk4fcd10exs14eE7v+vA90tjvvYP03juSF7U0huVxdv3rId3+65ye/Lf7KHbfew/J9rntoeGkR5P2/c45vfqeF6BVj29xE9x7ZAni9T7dGEIYhb4L5uYx1A7kcyMArtwYlZQCfOZjC9iXgL3po71tXRUiQNucA/R1pdzHdMxw9f7PpdmZRhDj5TWDiWOTuMz/DgE63wjJWzPejXnwB+55cHfVCl5cCIU9j8UVAnQY7pvKJQuS5z/d0psHb8dwGpxQfPurKECLQrC8ILIfS3IJuDbBa/R+lI6uaWJAM9HLGYKjZ32stxMkR+/HJsHoAemyf62dCHyL8c1r5Tt28hD77/SYdq6PTcaPSBrvKflERrv9609lmARonYC+T1etYG1+t3ACNHEf11hhymaSe0+y8EB9HXON/3l5nMsqlKNDAFzV1S/AZz4+gX0J2JvXBfK6anTk0IfgGD7cap1IxpOW/MlMhpC+rnn3MTpHlKHeVoDuHXEU2mynquwxoOlaPInKRO9uPaSJAT3hBBbGV77xFVszuItFMCw/cA/DLXUu8JIG4VhcIUCn4aWqUlVB8mEXq7kVUnZaEZYJQKJwo36BF0UlnRfkDX3oQ264BFx4QKfpZuAbHtDTe5aPAG25XEhz2kEQkJUPRwf9e8Ls5eMWoE32dO80/ckGbrP4dxPTcfSS7jDjN5PyxlIVxafjrOaIXQTMYQPK8EMAXPnhVEoq8JmPKWBfAvbhHtDctePi5d8WAVo/Z5u9rZPsYwZaQjygRU67EGE6ERoe0Pl6//prxrsxD0fAPQ/urlrBiwuhsOexuEKADsN9U7l0gmQXC/mWXl4T7XMijCBAa7yNO+DYgsoRgsMnBvTvh3T36Ygkn9U25qvqHcAuApFFo84qLw/ozcWA7uN5g286+gYxoG0vvqkfjLw9oP91Kx5fnckDWv6Axf8/lQe08WRGxIwSuwiIqBpZJyIAriYCtvLk4DMfQcC+BOzniQEttNQWA1p3usi2Zk+0rm3t1YTW0O1JrOsm4x4IMaDz9f7114x3Yx6OgHse3F21ghcXQmHPY3GFAB2G+6ZyaQXoPr5ZE36Cv81XCVfwuDvSPv7xl3FoYupKi0udB0Dz2+UP3BEz/rIydsz9yweNMB0rQMu3bNclSDKOwDf7nFE337GTh/oSlPFqUrD4zT/TreBVLKWVY0D3lw7uNkdMSfQ0bjdsRzSclJAvH7LFgGYhNtSLSkV7ujp2HTGg1YuF1BjQYggOCNCbmjqVxs4/5raNZ+7Wg898DAD7ErDXrZFd6ypH7GLTPS79moGEOxbkexpke8ZTULPuY9p1zz6dcHsTed0yitTH1K5zvqf2ZGm3t+m4NYvTGoyU9iMGdL4RkrdmvBvz4A/c8+DuqhW8uBAKex6LKwToMNw3lUsvSDIxdwyZ0cpNLAa05dKNcVH1hC6Vo+4Gr+hTDnJBcLYc69exNPESQjG+M9GZEHNNUzeNgny34LwQrOAXuWvtROB7ZKZmvmMnD33/VeMODhj2G6RuRBzQ2WuiE+ovCexDcHx4fEzH/ViXN4T77B3w+ozOTm/GGPTcx7C26P79oIi9XP2tTd80pziOSWsP+5DF6hQuEuRFZam9QoxFhOBY6zsul11pxpytNc0c9Z52Pr0i6TaEXBBUVW9aPsGdrbMA+3xDyR97/RpZt64yx4CW2qk7WTnsCdT1h7jm1gjibXnx+xj7XqFvgzGUGGujbL89BjQfpqRZU7HwhV1pmhjQzflTJW60vh/5c5yvH6JmcLemPoAxsyY2RlvASxpeYnGFAJ2Gl6pKje1kVYGxgcaA7w2QTESr4lkTA3obLMS3clU8xjen6hKW54qdQIAAnaJjpeUT3OUToIF9PuxTjFSUORWBtO+2qdbkSz/l1JrtXiKxBapzwpwtBHdzoulfFnD3x2rJlOAlDdqxuEKADuGFedIpNwqzr/3yl2jmLTx+rxa/ypu96HRetK3JE24zDmkinye2k8XWj/zLIgC+l8U7V22r4hkCdHA3SMGjPO/IXlNdaCRmsmW+40+rOO8E0EFg8zDvTtyMdri8u+xlkWRfitMqKbjSdxzV89DEoZdHHMPGdfpI8MKTbTB5840tYHyqNtm5c/XX4MHlyJiGTxt3DkyFUybmdaIZZ9ZgD+6046ULqyZ7gzalzj2elsVe78mrtMvyDvF7V3nUY31PefA2w2BIg/0MhqGI2RBIzrH8rkrwjpgDDAjQbhTt869j3cWdNhTm/ZD14gJrOBsayceMmwqk0CBQDC/adfZ6KY3FFQL0ZG67Bd7t4zM6+bIzxhlmx7iuD+l875wOv57T0Td94fIRLz6+qRL3S40rKppojzs8uTkeGWI7mUcVSLIiBMD3ishIaMqqeIYAHcz07Dw289MLonf95a66eNiPuMtfxedjzM0r2qcx5ra+eXaPIUO8zv5eASU+puYoNV+rGF9Tmmcdc3QwOVLG2bkyGKbg2rTvjyfdfQzD+uOKaM9wWe9Qro1P9x0Iz+kdnf/UxNSXY7FKhlttsveD7sMBd7Gwox/MxWVTTgo+bdw1fd6MqRzz1YB5+65troI+IXoxxpvlcbHXY79LQ8HXcZl0KB9LY+9sl3d4N334OiMOymV2l/Tkvj/RIPV1J2+hYGd6j81kLooJQCDF+GJmMMFSDcXynOg3bu8cYPfcWSBAOxC1rhcdc/ektUjvcKC7aLQ1UTq1suA6gCGUcszM3a+3VF4pvLQhbOmM6JToJZvjV0xULK4QoCeSO0xGP1zSg984AZqVo1ls6y6SGC/rYxeejYbYnimbrYn2hySP7WQhdSJPPgTAdz7sl6wZPC+Jdrq6kvMozGn9B1hBuNJfduQ8juoSptrnt+JCjBN5dpoY+3/1McQbeF3lSRTw9k2do0PZTM5Va5jvR+ppl1SpfPrW06Hlt5E3Xa5l7gfE7p1ohe4p7Q9lccw3P58xmKrHulXOWJp3RC8e0a1BgJaREbnTvQPMWDrfA4E05MZebJcdE/19BJKjigEHO372o/x+Y246AfNjP90G5EiLQDqOfecdyXNWutCx+RD38q9HwwkoUcx25X1Jh7/vtyc1unzSyQH58kh+ncHDznvcPvtA7R0mnEAqegbzJ8UqDsHBr8PIvoYb76Xw6BMT13csBjp5xjyfYzSlGzNzWLfdMsrgJWxtlpPVWFwhQE9ij5s0/m68SCYI0Ee7dMV90TAuKq0v2Wmbk0lNsySO7WRz2YFylkEAfC+Dc+5awHNuBuapPzmPgmefbuOkn5dcwpPrefuxVZ5jFW/AfTppN4tEbx7s083Hu97j1oWtaLPs5d3kdtrnqkLzPDlXfZ1s42sPe+Cx6ePaYBKghXALQogOHgDfujTprP1AL6Sm4E5Hdwo+/bhre2jb5/kNdpeX2svInvy3+be47hwFyZ3uJJ+XAC3V038Y2n19Qie2MDyNiZNFA/9BlRV7uV1OTHpBbOq7yoGf7sPZiKDvmPPHnKVMgf10K5AjJQLJOLacFBjbI68pxL4se1DrTmGZLrXUeV/rTkex96r5I440vuTj81I7xbFasQDNt9u5hmOMu99Vk+f0hHOPadwlGzMpB/oGyi6CF26sULOO406ZrpWiWFwhQE9gVvBMNh0ZN7z05PhvB88O6OIx894Sv9YaYzJmeKE28MR2sgkQI+kKEADfKyBhARPA8wIgL1BFWh6ljaB2DgoRoN0bDq24otTPzZ1T7kXQbILtc/Q8RKblSrJRiLGpi7/s5kCQkJt428bjr0xsPCYaPgKIXmV+MYANoqq8GB/6wUu6/VYNIzJ5sxpIbzI+jdy5MeW97oS1pHCiwOXFbKlHCiHXSuFN3/jyYQxJ1+NpF0gDQe+zLY89J4/JG0QvTKa/q7T4CXFO5XHt7h9xqHe5k2E/h3EoYxYEUnEs92mtl7DGc5YXgq0nCqbmVdDSfJzWeUBrNAB+3lFPMvOic60CtAY749zNh1pxrUVcz9Uuv9QagK851ZiZZUBvuJD18+Kzz1ofgbG4QoD25VSebCYK0HI15pdjv4AkdTGf44WKxaZvB6knXexLpR4k6m4JeK6D35Q8mo/w85sHvZhlm69UYUX8CNuKlTvvDR7QfTgGnYdR7/2582/uckJZmPb8kJtivk3Jla03d+K6LFZN29T54GE78q+3QVkZKV69Zk/4ph/8TLcaT15rGLMZh/0SfNpwE5/pvQa7EwKyx7NLgBZBEurRjR+tV+O0/jWVlnzYa9rlwsTyrhruilEA8MCvF77Hjz4W3qYCbEm/BPYzmouiAhBIxrHRA1o6Ybx3olrdn7BR55mYvE014vqj+YV9MDXNaaawXd1H2u59q17GysJw1ClAK2sEowe0FFJLc5qHJ99rvTiE4OrDfWXwIE02ZgLGL7KMCKyeF2X9kCfawdQ+E4srBGhPxGXvqDEbH9fJ98ihY2Gpm6A9N82ezZmULLaTTaoMibMjAL6zU7CIAeB5EZiTV5KKR71Xo27u0m+mzIKlh7DSoKabB4cNzRO6/PERjcdsmwweizaNp6KeIE8bJ7KbiiunGdr1w7Q2+gjQ1jReaxiNTYH9wC+8hBM5a4JF+LThxj9rwsLxlzHyY+jrDr399pgudK0xhk3hEmtC3wixNTUcpfR+bizLhb2+XbZ+230kmfqu8sUvfsxNHwOLYD/dLOSYEYFkHBvnYG4doYsdzLXNKkBPzqu/KI+NV+NH1cke0Dw59QnQ2vWide4+ovEGLNtaZNo6RRdObcZhkX89sFRjKqon2btsJozEUyBcoVNOdc5ky5RiYnGFAD0FbT5tsAe07OHc/P897Xzqb7U2HGc0HXEMNX9KvthONqUupM2PAPjOz8ESFoDnJVBOX8f8PPZz1OPGk2e8Joa1RJ6LTEKJSRjx3yB0G48xrjO/UaTOw4i30SUue9+Kbj6FFMvm/FzpLGpwu6Qn3J0Tesz1GzsTb8rvDd7/3qFz1kck/K9/PaTbf42e8rIN+npMHzhM/eBhd7khH+vYK8ZoLJNd/vn5tHNHNkw1/du8blQ9oMXj4zbu5PeD7n0hj9158OZLWRr77k1oapcNk94b0vKu0p800cS0l8ecZI9rzM3FwvzYz2UZypkLgZQc6+Iwd2PrLe18beYM+/vDKkAH5eXCOEmnCowCtLzekGJA29c5NQnQtvWibQ03ys+2CwP914vmUFBzjQlXOSnHjKtuPDcjsG5eDO86135mBYTH4goBOpREXUgO5chQ7x3dfpHlvE/krxpCTDci0h4ZPqbdBW9zTbvQDwUd+ZZAIPalsoSNqCMeAfAcj+EaSpidR3k+Yo0cPCWlG+OJD+0gP+szD3knClNCLFwiErw1zcdmVV4MdpHnHD0T0bNzZbBL9ajgOJIx7ctg8YJFMczGp3rMWI05zHvdiiFAhHocNnWX2XFlSV674gk16VTaTNzpiknB5zTuREyteYUG2AVoBW9hjI9C7HBIXuJjimgQSs/i2DdnLOSPHYLx0vtowrtKFqBt9cinMYXY6so40sV+D0V8zJcC+3irUMKcCCTnWPfO9xwzdgFa835yhdSQ4qqfvT6hm++6C41tYaW6U1r9W/D1Fd1995YecfGize/jigRo13rRNne75n3jBz9NTzeUpegpcw4SqazkYyah7TUXvWpeLA4TPqcOc/IWiysE6JzsFVJ3bCcrpJkws0cAfG+jK4DnOngGj+XwuCxXqjetEynhojpn6vAES9UTbqFXznR8BnDnZbEhUYF8APsYwuPypsM+zi7kng8BcDwflkuXBO6WRryrD7jnwd1VK3hxIRT2PBZXCNBhuG8ql9DJNF8ZBa8n42UC4hdf+dg28+oQy+KOXDcXUukupWiYaL6a/3Cpec68P1RPOd1XUSXOt0/8HYaHklbnOeb2FBy8WaTjXKzD6Y+7s7o0nl/C12k/zzDwbRneFfEdO3nM/xKc5h1r9UyZ37jVlrg+HlcLVXbDFuWqeVe9IHr3iY+1aIegGVPP6V3r+ZXyb6l6UrYh6YYzgLuYtpbIR7KxBOydXcmOvWk9ajs501QprdNd62/F89K2vh3rFvcYw8p6uDROeW5Yizc5RQ9Xk7e5IYat8YI2MVa7bn8lXM+nxSl+T5BsfDl7FxLEIgDuYhEMyw/cw3BLnQu8pEE4FlcI0Gl4qarUoZP1CzHdMdvxFm7ThQE2AboXmumALj7v0tUQu1J/qZRWhLXGfZRtMsTrow90x23WbbfPC4LwX7t0dnrTxy4TF7T8xTNiPEb7hVldG4kOPl8IoVe0be+9l3a5Y2OtFUoMoWt68+Mt/ewQJMD3GI9dHsid6FkH37GTR+6XHATojoHSeczdj5asH1wtiXb6usBneoxNNQD7FWLP4pBfH9L53jkdtvF8OzvFjxz6Nfi4XrbfQ9AJv0QfuPJZOAS9wNx/3H52QBd0KKzzx7XyOdGzC9p9cU+vvh+xbdbtb+mM6JToJRdXv6vvZrRBic/NyvAUoIP2VwacZtgTYHzlG1+xNYO7WATD8gP3MNxS5wIvaRCOxRUCdBpeqiq162RX0oVQXBMF8TdCgH56RYe/73O3hacSoHvPhd+7hSgZ4/rZRWKiMY7ikz8e0Ns+Zli/3G49KoSbzwWcfAToQ7p6ek77vZ2NT5pOgB6EuMYL/LedcXEt3Fzv3yXBdxf7Tf2ri+/YycO/R/mmlOKSNuPljyddXL2ji7aQ7oRAfwHd57Hc4eSAdEJjjI/ZlP2c6EWzMW48jDpvpZ3e4/PlX49o/7QrzxbHVr+59W1fmnTr4zFNO2soFVzVwOLYBvCZj09gv2LsPdaewlpWFwLG5FRiuZxJf0KwwYntS66I9thFdyN+rcj8Xbf/uBUEaOY4847oxSPxmfdlpz4CtOX0l2N/lWpPgPGVb3zF1gzuYhEMyw/cw3BLnQu8pEE4FlcI0Gl4qarUtpN9/UCH34oeDUMjhcVmjAB9R+dtqA3mVZBKgBbLtQV6twaB5xfNymJUtV13uZMgUHO9ZlxU7tD7B+Nt6OpikxftDJ7en6ddRAO+r+j+l+7Oe+GvMr5jJ4/5X3IaAXrvpBedH5LscaS/iEa+zZy9s9iRVP2lXUxYFi9/kuKwem8450fGVuL6eFy2/SXVBq5KYsttK/h0Y5QqBbBPhay7XCf2HgK0sB42hqPQ7Dls87Dx2bg2bpxF9olb4w3rup/p9keNyNw7dbSOKpwzyBAyxBUqxBSWkG+zDS/r/kq3R5pnT+Dk2N1NkCITAuAuD/DAPQ/urlrBiwuhsOexuEKADsN9U7lGQfJWPII2oMCH14gUoH96SOPCdEf1IjZ4AQu3Efd2jd6Pagxo3pOx837Qe73ajvmLgrJJ/B27inBbee89fcx5cRJ307wgNHOL6sZjU1gESwtunWA+xraeEAO6/eAAvvmBXhvfsZPH/C9BjQDNe/RLGzllbGo2sePY7rymRe+m/kQBd2t5F7bG50Pb/K0PLXF9PIa2pP584KoujsFnPj6B/YqxdwnQ0nNzaDmDAC2sCzgcjJdpcuvzb5o5flzbjuuIbr8xrhEkcVfbJj6utT0GtBC3mZnMxGvrJaDq/oovSx+zmoZQhqF7AoyvfOMrtmZwF4tgWH7gHoZb6lzgJQ3CsbhCgE7DS1WlLuoR24Q+GBZ63bE32Us4Nga06OVInOCter2aPaBVod3q4SzHi+sFaLcHdHOB1LgQfkfPBQFasc/iHaKNm6fpqeBb5wFdH9+xk8f8LzmXAC0+lwVo8UIg+cOPpwDditzcEd1JFx3Nj4hPievj0cfqbaYBV3XxDj7z8QnsV4y9VYDWOKkYPaA1ThCRHtCvvueF5VtuvpfWH0ob7GHzzHfGeITg8P7wLZYl72WaHjHXngDjK9/4iq0Z3MUiGJYfuIfhljoXeEmDcCyuEKDT8FJVqV0n62JA07V4QUfTUHERZFikWT0eDOEqvpzRGZ3QzVPROzlWgGaxm5n4644bp7ZZ53Hdkc68IOYKwdEI0DSEHzh7TXTyhV2ionp2s45nu4hFxyHfYcH3NviOnTzmf8nFCdDtmDR5RnHx2vkLhvRhPHoBmiRvaJdX1/yAeJW4Ph69zN5kInBVF+3gMx+fwH7F2BvnSkOsY52obJrPLfOwt8NIX7Z4x4rmA3d/94SAtCnkhqPNyrpbaJ/p5Kh874v+pOXoyDLfngDjK9/4iq0Z3MUiGJYfuIfhljoXeEmDcCyuEKDT8FJVqayTaT1oNReC6NLJC0NR9NWJ1uNCSgxdob+IrxOEx2NnIgHq4k6sv6/rtej5+v+3dz8vklyHHcDfrjC2g42TtJTIQYEsCRM5whehg1dEewjkHDYih0jXueUmAjooEdjoIjC++bbBJ/tiVkP+AR3GQboYQTBKnIGggEKUZDVKjE1sY7QT6ld3VXV19+vuedtd9T4CYWu3ul69z7d6Zvfbb16V1/yj7y4/MbvZPuOr/ZWy7T9cVysu930IYfGQxOZxePOtNOo/AK96eGJz3f949374evj24oF6kXvYynthXt1Hq57IPu689/3mcf1f5HYooNt7Mq55OFH7gaHRBfS/d7+mxP4EwfW7rD/j8eX4qAXGM56sxpNVzJXKM0YpzTHs07jGnHWj/VAZu/b7c7+Y3mG18dJPGbZn0v87wOLvF4vFGst7J79XPvS49UDq1hyKvaTf/tPFYoWtF7L0Cva4v1+t/7vMdf6dYGPGMTeKYw4iILuDsAfuh3HfNKpcNgnt9vv7uiqgd3PP6lWdm2zpR9IbiuGHe82heuXu5gK6WVn91uIhZPXJVq+A7u+y1lzT0OqCzXs2h941z+eyZgXG4tr+JLzdL6A7225UBXV3D+gwn+vqPfFeDm+VBfTQ+esr7G1hshhjiz2gr66qk8m7tSXM/fDSU923/pjz3vebx/V/EdyugJ4/BCgs3jfV9j0vh7daF1f9BbN37vbXkvYe0L0tOBb7p4cQvvFGeOP198KtD5fvg+u3iD/j8eUYf+25HSmraSUuz8Plyf4I7Qf/vFj9ufPWd26E519fvuZ5Adz/3r3qz9/t792dFcrrHra9orh96dn5XsmdD6nD6gUti8U0ofyp0MXfOtbvAb1+BXQ9qY1bfq37u8xH4da3lrcsLM+8w98JvL8O9/7ad2TZ7Su42+u57+aW+lVySSO8r6sCOk0ukzpr1E1W/8Gpv1p5UhCZTEbeeQQdlXMeFKOepRzHE5+sxpNVzJXKM0YpzTHs07jGnJV9jNK4j5HxePOT3WGy434Y902jymWT0G6/v6+rAno396xete9NlhXWBCYr7wmEGDEFOUcgjeAQOY4gpPoSZTWerGKuVJ4xSmmOYZ/GNeas7GOUxn3MUWS88ifaxm2b+uqPIrvUkzzC83M/wlBCsDVKolj2vd8V0ImCmdJp973JpmSRw1zknUPKvilPJWXv1/EkKavxZBVzpfKMUUpzDPs0rjFnZR+jNO5jjiLj/nNr6p+0HX7I+ri9r/PqjyK765zQSM7F/TiDkkuaXPZ1VUCnyWVSZ933JpsURgaTkXcGIftUeDIhe7+OJ0pZjSermCuVZ4xSmmPYp3GNOSv7GKVxH3MUGS89OL39cMriOTp/FcIrL4b7t4vnfjR7cNcPDf9+47/m+UT1A93Lx0z2Vlu3t5OsHhDZPFmkfb7FwyzL0drnO2D8R5HdAed/qKG5H0p+/bhySZPLvq4K6DS5TOqs+95kk8LIYDLyziBkBfRkQvZ+HU+UshpPVjFXKs8YpTTHsE/jGnNW9jFK4z7mKDLeWEAXD3JvF8J1+fzVd8LV394uAygfGvmj4sHtL4Une+criuW/u3U/vPa13sMd2w+aD8WDrT8If331WqjO2PxTvea9730U7v9lUWEvj32oO+AosjvU5A84LvcD4q8ZWi5pctnXVQGdJpdJnXXfm2xSGBlMRt4ZhKyAnkzI3q/jiVJW48kq5krlGaOU5hj2aVxjzso+RmncxxxFxoNbcLwXvvvh/fDSU1Xh+8ErV+G1r9XWZXHcK4tbZfKt79wI3/yDpjBu5VOM861bVUld/3JRXJfHvvB2ePF3Xw7Pvtsapzhm4DXlr90O4Z2lsvrR3gtHkd2jnfJRjMb9KGJYugi5pMllX1cFdJpcJnXWfW+ySWFkMBl5ZxCyAnoyIXu/jidKWY0nq5grlWeMUppj2KdxjTkr+xilcR9zFBnXez4vJP+8Lp+LXxkooAcL4GKl8jfDrQ+/HcIrXw737y4X0N0tNlqjNaubW9tzNFtzlK85e7FTWlfbeAytln6098JRZPdop3wUo3E/ihgU0I8ohn3vdwX0IwpqzMPse5ONee45Xru880hdztPIWY7jyVFW48kq5krlGaOU5hj2aVxjzso+RmncxxxFxmtXFKddAT2YXl1El6uhw/KqaSugx33P73v1R/Ge2XcSE3y9XNKEuq+rAjpNLpM667432aQwMpiMvDMI2QroyYTs/TqeKGU1nqxirlSeMUppjmGfxjXmrOxjlMZ9zFFkvG0BHfr7Mnf3gA7lwwSfnW+RMd8D+qli5fLANhtLETarqe+Hl8q9oduvsQf0uO/4/a/+KN4z+09jcmeQS5pI93VVQKfJZVJn3fcmmxRGBpORdwZodQ0yAAAapklEQVQhK6AnE7L363iilNV4soq5UnnGKKU5hn0a15izso9RGvcxR5Hx1gV0YV6V0H/T8P9F/QDC+r/LhxK+Xv9H+/da22w0L32jWel8e3620GzBUR7Tf803Fg8/PGT6R5HdIQEONDb3A8FvGFYuaXLZ11UBnSaXSZ1135tsUhgZTEbeGYSsgJ5MyN6v44lSVuPJKuZK5RmjlOYY9mlcY87KPkZp3MfIeLz5ye4w2XE/jPumUeWySWi339/XVQG9m3tWr9r3JssKawKTlfcEQoyYgpwjkEZwiBxHEFJ9ibIaT1YxVyrPGKU0x7BP4xpzVvYxSuM+RsbjzU92h8mO+2HcN40ql01Cu/3+vq4K6N3cs3rVvjdZVlgTmKy8JxBixBTkHIE0gkPkOIKQFNDjCWmLK/Xe2wLrmg9lf82gW5yO/RZYIz1UxiMNzk83Hiw475mD0a8dWC5pctnXVQGdJpdJnXXfm2xSGBlMRt4ZhOwPqZMJ2ft1PFHKajxZxVypPGOU0hzDPo1rzFnZxyiN+xgZjzc/2R0mO+6Hcd80qlw2Ce32+/u6KqB3c8/qVfveZFlhTWCy8p5AiBFTkHME0ggOkeMIQqovUVbjySrmSuUZo5TmGPZpXGPOyj5GadzHyHi8+cnuMNlxP4z7plHlsklot9/f13X0BfRubF5FgAABAgQIECBAgAABAgQIECBAgAABAjECV1dXMYcNHjPqAnrnWXshAQ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lw0AL644f/Gk6eeC7cvPFYnvpmTYAAAQIECBAgQIAAAQIECBAgQIAAgYkKPLz6NFw8+GF4/Obvh8ce260DvvHJJ59c7eLz6aefhp9c/Uf4zS/8VviNzz+5yym8hgABAgQIECBAgAABAgQIECBAgAABAgSOVOB/fv6f4ZOf/Xf40o3fefQF9MOHD8MvfvWz8NObH4Xf/uLvhS997gkroY/0RnFZBAgQIECAAAECBAgQIECAAAECBAgQiBUoVj7/5BcPwn/99N/CFx9+OXzuM18IN2/ejH1557idV0BfXV2FYhX0Lz/9v/DLm/8bfhV+Hq7CToupd7pwLyJAgAABAgQIECBAgAABAgQIECBAgACB6xe4EW6Ez4TPh88+/PXw2cd+rVz9fOPGjZ0G2rmALkZrSuiiiC7+f/GvfwgQIECAAAECBAgQIECAAAECBAgQIEBgvAJF2Vz8WxTP+5TPhcBeBXRTQiufx3szuXICBAgQIECAAAECBAgQIECAAAECBAj0BZoSeteVz8359i6gRUOAAAECBAgQIECAAAECBAgQIECAAAECBIYEFNDuCwIECBAgQIAAAQIECBAgQIAAAQIECBBIIqCATsLqpAQIECBAgAABAgQIECBAgAABAgQIECCggHYPECBAgAABAgQIECBAgAABAgQIECBAgEASAQV0ElYnJUCAAAECBAgQIECAAAECBAgQIECAAAEFtHuAAAECBAgQIECAAAECBAgQIECAAAECBJIIKKCTsDopAQIECBAgQIAAAQIECBAgQIAAAQIEQggXZ+HNsxDuvno3nGQIooDOMHRTJkCAAAECBAgQIECAAAECBLYRuAhnb56Fi/5Lnr4bXv2zzXXS5Tv3wr1/eiacnt4Os22GbR1bnuMHs2sssC7Du/fuhff/6DScPr/rVa2ezPVf745wj+Rl12d58fdvhrMfNxc9C3dOT8PtTjzVWOdPLO698jUP7qy/v8oC9HLgfNcBVL0/Ll/o30vbulTnCXdfDXeX3lbt92Djsmrc65hT7xylX/8rwMmG9+Pi+u48uBfe/8rQvBJc6+W74d6983BZnrp1D7XmMOtl1f0atfz1rn/8tletgN5WzPEECBAgQIAAAQIECBAgQIBApgLbFmoVkwJ66rfLbvdFV2XoHEOF7I4F9EEi2NZldQHdfg9dFoV7iPvw59qmvVTgx8ztERbkrYmWH0jUPgu3WThvyv1ZUVC/H56pP9yoPiy6DGE28CHGNX1woYC+tjvRiQgQIECAAAECBAgQIECAAIFpCwyUTp2VkYvVhvNSJ8zCydMhXDyoV0B3VieGcNKs9uycZ3llZWdF8apzhO7Kxfm556HU5WWxNHJ2Ek7CRbisV0AvrjeEZrVjVV6FMLu8DJflau/QWgneusb2tderwqvzhTCbXYbLcrym3GpdQ3Fd81Xk3V9fXnFZl3mzWXm+YmXwyb/UxVlx+vmKzmGDoflV2yJcVtcYngvPhR+GD5oV4fMtE+6Ey2LFcbWcdHgePcvOKuYV816a38VZuPfxnXD6hxfz1avVMZfh7F6xcrlZPb++gA5lZrMy24u2+7xIvBvCWWvle2triFlTRLY8198Dzf3bLlpDtUJ76R5r/XrHsZXX0yfh5McXgyugm/upuyJ8Me7dcNa9356+E+48OK+vY1GsDmZTG5w8fREuytXnAyubl4rYXrk8+HWgdczj5/UK9NX+obP6vb6Gzj26YZX7wBff+er4ctimdG4V/eEsvHn+ZLjzxHk4X1pFf30FugJ62t8ZzY4AAQIECBAgQIAAAQIECBC4NoF+Ad1dsTlfbViWPedhVpbLdWEYivLoJFy0t73ol5ytbRX6l7wooKtCdL51xlKBuHqbjqESOxQlZ1l6LpdTdz6uSuSm9Nu4svJk4dF5bVisuCxL4/l2JL0ibO0WEXVR2RTWZQm/6pp7BiuOLUrLYluFpqhfrBbt5dSE0Sohq/K7Hqf+QKC0LIvGZq/f1v0yLyD7W2pUJy/GPn/8NBRuxf8utqAoznEeZqfN3sERBXSTWele34flXKstOBYZtOYZeQ8Mb63SL4IHXNrbvLQcZ//Q2j6kLnGXPzipjNrl8bycr7f+aAro8l69bG030rr3ql9flU1zH6woXYe24Jh/uLDi68Bpteq43Jqklf+gf9unvp/Krx+9e3SbL2XNhy6l1Yp8m/tsaBuX69xGRwG9TXKOJUCAAAECBAgQIECAAAECBDIW6BXQnWKz9aCx0yfDef9H3MvStfVj8MUet+3Xl+VYs8fs8t6/izLomfB+e5/cgXJ1fpa1+7z2y9Hu/rZFaVWWevOyuLdyubwLTsLd3lybm2Oo7C4KtWf+ub19Qtuzt0J2aX/t3vYMA4Vgu5TsGJTl3/L8umVxWXFWexC/cCdc/mBgi4JyclU23SJ9MY+uWV2altshzBYrg4vT9OcXvQK6fc5qo+ThDwZuh9lSkdnsAT0wz879V6W4fA8sjLr32OV8D+ihe6b5sKS9Cr1xLAvo+XYa6/aAXnzZqYroYoVw9V4oCt6qgK6L7/YD/1rvj25mLbevvN8qptcV0N09tOfuf3zZ2dJi8cDBxfW1C+jbs+H7rHrd4j4ti/iygB5+eOGikF/1ExOXi/ts1Ycw9V7bywV0zBYj8d8KFNDxVo4kQIAAAQIECBAgQIAAAQIEshYYXgHdPHwtdgX0/AFy7aJs7jpc/PRXQK8/x/C+03EroBcB9/eubhedrTqw9eC4XhHbWyFcFNDVyuhmhfKKwnHQpXdsv/wfuC+7eSwK5fmhA+PMS71mdWv7mOgV0E1RuaLEi8592KdbFnZXRHcyW1lAt1YTN/Nc4blu//L+/sJLRfCqleE7rIBeKtnLe2i7ArqzMnrW/wCmKXm3LKDLbStaK52fn7X2fB9eAV08VHLpPmv7L61cHy6gV34provs7jYvrXuptwf0/EOM9hYc7Xtn83NWN35XUEBvJHIAAQIECBAgQIAAAQIECBAgQKAQ2LQH9GIlYtwe0IuVzp29aQf2oF29B3RrtfTQCspOeRS3B3SzX3O1n3C9d3V5A6zYY7o9bl1olq8dKKDnW5LUeyrPS7Levtar9oAOzZ7ZzcMdi4enFf90CuPeKtKTupAfPLZX7i0Vb605z2blftidrVUG9tPuZNnZMuQ8zLeS7q1Ob95f3ftgeSV8dVx/NXrvvmsyW1NAV6vvm21i6rO29oBeeQ8M3mMxe0BXq6TLZDqOcXtAD997K7b+WLECulP8FtfRZNP5QGCLLTjq1fDFeburl5s8hvaArrdgWfJvZzor9yUPxX7knS1dYr4KD/ykwsB7o//+WloBHfEBT8zVNMcooLfRciwBAgQIECBAgAABAgQIECBAgAABAgQIRAsooKOpHEiAAAECBAgQIECAAAECBAgQIECAAAEC2wgooLfRciwBAgQIECBAgAABAgQIECBAgAABAgQIRAsooKOpHEiAAAECBAgQIECAAAECBAgQIECAAAEC2wgooLfRciwBAgQIECBAgAABAgQIECBAgAABAgQIRAsooKOpHEiAAAECBAgQIECAAAECBAgQIECAAAEC2wgooLfRciwBAgQIECBAgAABAgQIECBAgAABAgQIRAsooKOpHEiAAAECBAgQIECAAAECBAgQIECAAAEC2wgooLfRciwBAgQIECBAgAABAgQIECBAgAABAgQIRAv8P5FAKzMk22ak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5" name="4 Rectángulo"/>
          <p:cNvSpPr/>
          <p:nvPr/>
        </p:nvSpPr>
        <p:spPr>
          <a:xfrm>
            <a:off x="7755127" y="1835788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1" name="10 Rectángulo"/>
          <p:cNvSpPr/>
          <p:nvPr/>
        </p:nvSpPr>
        <p:spPr>
          <a:xfrm>
            <a:off x="5820310" y="1966080"/>
            <a:ext cx="1137081" cy="16089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082634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1765230"/>
            <a:ext cx="8322624" cy="46641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Posteriormente seleccionar la sección «Reportes»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080339" y="2716258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>
            <a:off x="2146852" y="1504790"/>
            <a:ext cx="2399989" cy="163496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4" name="AutoShape 2" descr="data:image/png;base64,iVBORw0KGgoAAAANSUhEUgAABaAAAAMnCAYAAADIxfWSAAAgAElEQVR4Xuy9CZhUxbn//4IoqKAQFcENiIpbxA01QlxCcqMmLlFEEwJ4RfTnjVv0MWqiYCIal/B3iTHXaxSuSrxGReOSoCYhLtEYwYgYN6IBNCjihoqIRuH/fKu7eqpPn9Pn9DIz3TOf8zw8DN11qt76VHUz8+l33uqyevXq1cYFAQhAAAIQgAAEIAABCEAAAhCAAAQgAAEIQAACEKgzgS4I6DoTpTsIQAACEIAABCAAAQhAAAIQgAAEIAABCEAAAhBwBBDQbAQIQAACEIAABCAAAQhAAAIQgAAEIAABCEAAAhBoFQII6FbBSqcQgAAEIAABCEAAAhCAAAQgAAEIQAACEIAABCCAgGYPQAACEIAABCAAAQhAAAIQgAAEIAABCEAAAhCAQKsQQEC3ClY6hQAEIAABCEAAAhCAAAQgAAEIQAACjUngjjvusMMPP7wxgyMqCECgwxFAQHe4JWVCEIAABCAAAQhAAAIQgAAEIAABCEAgmQACmt0BAQi0JQEEdFvSZiwIQAACEIAABNqUwF/+8hfbfPPNbbPNNmvTcRkMAhCAAAQgAAEINDIBBHQjrw6xQaDjEUBAd7w1ZUYQgAAEGorAL3/5SzvuuOMaKiaC6RwEbrvtNrvmmmvszjvvtPXWW69zTJpZQgACEIAABCAAgQwEENAZINEEAhCoGwEEdN1Q0hEEIAABCMQRQECzL9qLwP3332977bUX8rm9FoBxIQABCEAAAhBoWAKNJKD//e9/2yeffGKffvqp+/PZZ5/ZqlWrbPXq1Y5fly5drGvXrrbGGmu4P2uuuaattdZa7m8uCECgOQggoJtjnYgSAhCAQNMSqFRAq2TCueeea3PnznVzPvTQQ+2KK64oSMSRI0fajBkz3HPvv/++XXbZZXbTTTfZsmXLbNCgQXbWWWfZqFGjTNmvt9xySyy3b33rW7bDDjvYxIkTY59X/88995x7/sADD7QJEyYUtTv99NNt0aJFhTj8k4pF/e6///6x/fo+wyeHDx/u+vcZuklx77jjjvajH/2opF89duSRR9r222/v5ix+iiO8wjb6+plnninpxzPVE7r/5ptvtgULFjimo0ePNs3ZX3F9KD618fPQOg0YMKAkluuuu85mzpxpkydPdjFnYee5Pfjgg9a7d28bO3ZsEYtwfupP7adMmWJ33XVXYQ+dccYZhfF8f9OmTSuS0+KnS/uHCwIQgAAEIAABCHRkAu0toCWcV65c6f5IOFdzSUb36NHD/ZGQ5oIABBqXAAK6cdeGyCAAAQh0CAKVCGgJ5REjRthVV13lMle9YJYw9YJ0gw02sLffftuxkSj917/+5WSkxKfk68knn+zuV93fV1991bWLikX/nET3BRdcUMJZY6uvMWPGWJ8+fWzOnDmFNhpv3333dcLbx6EnFethhx3m2v3xj3+MXTsv18MxxUcy25eJ8HOKStD111+/SNj6ASR6JVcVs+698MIL7ZJLLimS5mEbfS2pLlEeXrpfl1g+8sgjdsMNN7i6yZrv0UcfbXvvvXdB+sb1oXm89957ReskWfzQQw8V1V8eOnSovfvuuzZ9+nQXcxo7yeJx48a5eUns+3i+8Y1vFKR4OD+/Pj/4wQ8KDCS9L7rookIsWoeDDjrIfbgxderUAgYv7kPZ3iFehEwCAhCAAAQgAAEIRAi0l4D+6KOPbMWKFS7jOXop0znt8lnR0XYS0Ouss46tvfbaaV3wPAQg0A4EENDtAJ0hIQABCHQmApUIaIlBZa6G2bhiJTHopWAooEPx6JmqD11ebvr79XcoFpPGCvtRLJLDN954Y0H+SmZKikrQhgJaj0sSq19lNIfZvdE+o/MbP368k8KSzpVK0KiAloB9+OGH7Te/+U1B/EYFtBfW0X2oe7/5zW/arFmzijKDJdd32WWXgsCN466+wrXR1xLX4uAzyL1MVmZ0GEM5diEbH6/inDRpUkEeh/FojcMx/T1e7Otvv/b6EOHMM88sZKxXyr4zvY6ZKwQgAAEIQAACHYtAWwvojz/+2JYvX15WPEsuKxval+LwZTh8+Y1u3boVym5IVsfJaJXl6NWrl3Xv3r3+C7b0Ljv167NsxO+utEP75rt3jy2wY+d8z4bUf0Qzm2dXDL3eBoVjtso4pZ2+ffeptv/CY23OKa0zs9qmUQWXuVfY0KmD7P6fHWob1DY4d1dBAAFdBTRugQAEIACB7AQqEdBedCozVdmucfV7oxnQKhVxwgkn2LBhw2KlryKNE4tZBbRKSygT2EtUCdGjjjrKlaUIBbQyeyVu1a9qD0fLYCiOpDHV/te//rUTqpVK0KiA1jjKBn/sscdiBW2SPNZ9Xq7HxR6K3bg+dK8O/PPZ4lonrY2fl+9f8lgZ7aGALsduyy23tKeeeqpsHecwHrWPZl1rbJ8Z/fLLLxfWQWVAlF3thXul7LO/CmgJAQhAAAIQgAAEGotAWwpofY//4YcfFgHw2c6SyPoj2axa0O+88477o/bKktZzvtSGfjOxX79+ruSGHvNXnIhWNrSSQ+p6tYuArusMKuqsoQV03FpUNDsatzUBBHRbE2e8hiEw5fe/sGeXzM8czw+/dpJtvfFWie3/8cZL9pMHfp65vx36DbYz/uO7mdvTEALNSqASAa05+vq9kojKUJWMDuv3hgJa7SUNf/vb37qa0XH1in0b/R3NgFYZhui13377uQxsL4slKVXWQ2U1vCCXxAzjUFuV+fAC0wtVXw/Zj5EkoMPHfRmNaFznnHNOUfz++TgBrXnq8eOPP96J/GgGtGoph9e9995bKOER5eTbhXJW/UX7ELewrrPnEwrkr3zlK648imprewGdxi663nGvg3B+5dr756K8ta4qPYKAbtZ3GeKGAAQgAAEIQKBSAm0hoCWUVaJNf/vLi2f/tySzhPOSJUts6dKlrq2X0tE56R7J58GDB1v//v0L2dBeQEdFtDKmVRKubocVpgpoZeWOt+n5wMdcN8e+t/Pbdtcp+9usr95vVx6ygVmYhev6m2yP5tsPn5RrkxO/g2zMjdNtwaQrbND5txUyoN1z5+fu8O1zWdKzbERMFva8nw218Td6kmNsqmuTyx62cWbTb1Rfw22iz7BWfBM0g+E2Rs+bMqAtaD/I9bFpEIeNm9qSJV24PzdmjkG4kvnM5UmDbPL5uXEKY5fjkZ+zDZto9//sS/bnU/a3yY+Z5f59qG0QjluIJ5znIJt6ndl4MqArfauoW3sEdN1Q0lGzETjmpu+ZJHAWCd177V42do8jbNctdkqc5t9eedpueuJ2W/bRB6ko/LjTxl6R2pYGEGh2ApUK6HC+ktG33nqrO2TQZ8EmCUZJRGUSKws3rA+s/mrJgJaMllBWSQuJS3/IXxiHhK/KXqi0hC7J8IsvvrjkMLtyGdDXXnutE9+VStAkAR2W0zjmmGMKwrdcBnS5sX2dbS+3vUD2ZTXCMiVi4PmovTLZ9UflPZQhHS2ZUY5dvQS09oc+oFDWenQdJMZVl9uXb6EGdLO/6xA/BCAAAQhAAAJpBFpbQOtwQSWTeCkcFc+KT3JaiR36/kziWeU3kmo8+/moH5XXUKLH5z73OSeiVXJDV5yIVntJaInrmq8UAe2krC9ZURDNOVkaJ6Bt7jyznYfkykEEYtqc3M2JXi+LXQmO1ySHLXh8vFmJ4A1nOc/mzR1iQ5wAzonwBeMlhHOifEFeeDtJbZLIEs2+z1z7yVu1PO7bF0n0on7N5s2dZ0N2zpXsiM+gzkv6vCR2bf4wwknkeB6D7KZCCZJgDpsE5VAsLI0SCv/FRfMsjrvm3UAHFRJAQFcIjOYdh4AEtK5fLWo5XCxpdt8ZMNRO3veYVAF91UPTMvensRDQHWc/MZNkApUIaAlQn40a9piU4So5uWDBgqLyDHGSt1YBLfmqMhwqa6HyG8oq9mLUZ0XrUD1/Sf5KhEcPI0wS0GF5i3oJaMWivv7+97+7b+69MC4noL1MDg9d9HOShPeSOdqHxP+ll15aOEhR93g+vryISqT4AyP9/ToIUbWly7HzJU/EPLwkjf1BiWE8cTWjdZ8y1GfOnOnKkkTXwR9eqYx4/TCDgOYdDQIQgAAEIACBjk6gNQW0DhqUfPZXKJ/91x988IG9+OKL9uabb8bWhU7jrxIcymyWgN52221Ts6EloWs+oDAtAzrI4G3J/C2TAa1Jhlm/+WxeJ6DzUnaDoAb0lx4vrskscXz9wHxmdRlgYRZ0Lq6cBPbyuiCK95kVCO5QIIdiOv+4z0j24yZlQYePu7aR2s3RGtoxPBb7LG6f7Vzglq/HLTEfZDa3iO/iuBHQaa+q1n0eAd26fOm9gQlIQG/Rp7/NW/IP++2SF2IjHdZ7Uxu0fn/3XBYBffrdP7HHli22LXusZy+vfL+kT/Wn532/WQW0ynt88HFxzSyfjR0+16v7uollQsJ2/dfb2Pr37leIb/nK5TZ/6cuFfw/uu6X17NGzJP7Xly2x199/o+jxatpmHS9u3n7wcnONi3P+kpfcnDdZf+OypVTCyamfh+Y/au+vXO4e3qbfVrbv4OGJuzo6LzVM4hPX9oOVy+3FJS/Z0IG531Eql3GfFISY/enFR+34fY7O/OpT9n70mrNwrm0iXr37Jc4h6wCVCGhfp/eee+4p1HOWFD344INjM6C9KAxrFusxSURJY3/VKqAVg8pwLFy40GVp6PKCVbWPvVgNmfhyE+FhhHECWvdfdNFFhfnVU0ArHsWhuCV5lYVcTkCrvZ5XJneUqQ5j9IcnxvUh8fuFL3wh9rBIleEYOHCgK78hHv7+Z599NpWdl9teNitGxfboo4/GxiPGY8aMsbg95BnErYP2izLtTzzxRAR01hc37SAAAQhAAAIQaFoCrSWglfn87rvvFrjEyWc9KfmsRBIdTljLpTrPQ4YMcdnQusLyHdFsatWQri0TOubgu7hDCAvlIFTyYqwtSMiAzonVfFmMaAZ0PQR0Xuaay3S2kgzomgR07OGE+axpy5XFcCK9pF2ygLYEHrkDA/N9P5YvPfLFP7ccCImAruUl1Gb3IqDbDDUDNRoBLzcnP3CVvbDstVhhLJH806+dmknCeaF417z77JV3X4/NhP5Gv22td/ee9p97jqpIhN47736b8vDUgtw+bY+jCoJRz13/xG1uDor1oCHFWYKeu9p9/4Er3TwlwO+dcH1BMku0XvqHq+3qF/5kP9lztH1n98OLBLXvw5cZUTtdaW3F1sv9H+x8sJ3wpaNdvxrvmj/fYBfNvcdO3PbLduZXT4wdz89NfWgtvrjxYDfugvdedx8MJAl8xRlmoyuDfdnHywux/Hyf41IFrcY+/O7JpjU7cPDe9pdFT7k1vfFrp9m39hgZu51DjmpQbm4hA7X1e0NfP/7GfLdOmvM1h5xTVnpHAznt9oluHR8fd3VmgX3twzfY5U/8urA3/Icu4qwPTPxaV1uzvBIBrbGUqXr22Wc7YalMhWg5i7Akg7KPVV5CbXbeeWeTJJU8nTZtWlFWdJKAjqsBrRhUE1nXlClTCpJTGcD77LNPQcz6OMLM4HA94g70k/iMjhmtcZ1UA9p92/X22yV7L6kEh28oeb733nu7OWUR0J6pZxnHNE5A+0xwfwBgXIkSn1nt75fUj5buUNxRdp6J6kwrHv2g4WW22kfj8XtIe0JXdA/FCWjFP2LECHe4JBnQjfY/NvFAAAIQgAAEIFBvAq0hoFVGQ9+vxpXdkIj2Mlrt9D2jDhpMK7mRNm8J5a233tqU8KArKqDD/jW+vketviZ0JJtZ+bySpi+1CNfzbVKu1nMgpp1YdSUuhhS1l4D2GczRfuIyoCsuwRHK8byMHlQuAzqlBEeh3IcT7AvytZtDJqHkDkt45Epy5K7i8h9hCY54HirB0VLfupD1HQrolBIcRXFTAzrtJdVqzyOgWw0tHTcLAcm3kx7+ZWK4n5z754qmEpWf4c1ZSnkkDebjVB9R8arnJEjTMqqV9e1LjkiOXn7E5MJwEqIDfn6Epc1X8/vijSe6+9La+j7VNipuvRCffdKtsdnWPrC4eSsGif4fH3RW4trExenlbBzDsCN9mPC5KQc4Uf/gSb8uPKX7s9QC93yySOC1LviS6z9sq/En3nuJE8mS0LMmTI0V9NHJh7yj65u2if3eiMr5W56YYeMeuNzdfschExM/4CjXf6UC2vfl6/GqTEP0ML/oeMpAfvXVV52YDDOO0+bN88kEPNPNN9/clR9p70uCWBnTlayx30MS71wQgAAEIAABCEAAAi0EWkNAv/XWW4UDB6OZz15Ar1q1yknq2bNn15z9rNlIJm+66aaurJuuOAEdSmgdTLjRRhvVsBWKDxo08wf7qcuWLF39q1CGIzggb8y4MTb9pUElB+eNmTTRFpy/wI71B/zFZEAf2re4/EX6IYRBPMMm2sStJtssV7IjVxu5JAP6lCG5WtSxhxAW15sOD0MMDyFseXy4TdRBg3/IzVVyedY+Qf3pYcPt0ceSDkA0C3kMCQ8YLJThyK9D6iGEQdzhAZA17ABurY4AAro6btzVgQh0NgHts2u1hFHZKBmaJpUrEdAaw0vfqMz1h0CmZdWWE+/ltmFcnL6vNDnr71VW8p0TrisMo8ej5UviYoiTykmxJrX1EjxunZL6CjOZ1WbRSbdnEtdqmySgw+eiPLK+DVQroLP2TzsIQAACEIAABCAAAQhAoDIC9RbQShZQRrOuJPmsxz/99FNbvHixPfPMM1XVfo7O0teB3n333d1TEtxeQieV41hnnXVcUgNXexAorj/dHhEwZvsQQEC3D3dGbSACnU1A7zVgF3t+6Usuu1ZXmNXaGgJaNZT/49ZcprLP8vWZulkEaZyAriZOCd2DrjvWlZRIy0xWeZYdfvmfLmZlS4uZ6jIn1XOObud6CGj16aVwWsa2H3+/nx9lP/7aKXbC3Re6choqkZIm+P295QR0+BpJ+4Ai7qWNgG6gNzxCgQAEIAABCEAAAhCAgH4OvOMOO/zww+vCQnWc33nnHddXOfnctWtXlyGt80mef/75ugnoTTbZxLyAlnTOIqFVM7p79+51mT+dVEIAAV0JrY7UFgHdkVaTuVRFoDMK6NF7jLSx07/naiKrxMPdY3/mDuarRuxmgS4xKvGrOtAqmyHmkuBhCZCkfpLWJ02EhhnQErHXP52r6Zu1nMVh102IPZwySxmK9hDQEv0Sz8+f8Tub8vtf2A//erNb27QSJwjoLDuYNhCAAAQgAAEIQAACEOhYBOopoFVS45NPPikIaF9uI/xb8ln/9gJa55T4e2ohu9Zaa7kzYPzZHz7rOU5Ch6U4lDm94YYb1jI090IAAhUQQEBXAIumzUtA9Yb/OP/PtnDZ6+6wvlBCViuglVH70z9cbe+vXF4kUhu9BrSyeY/f52hTlu8hN51SOOxOTOpdA9rvmLCO8Dtn3OcykZWpu+/g4ambKpoB7UtTVCKgnz3ufwsZzeUOEYwGI6n74pKXCgcQ6nlJXUnecle9BXSWTGaVOtGlGtWvLVviDlDUlUWYq12WDOhoGZXUxcs36GwZ0Ppm+r333nMH/nFBAAIQgAAEIACBRifgDj+7sTjKQu3a1gw+PCCtonHytV/H5Q51S77y9W8td0DcBr4+b+K/k3qK9lNRsDGN691fdfHUS0B/9NFHtmzZMhdEKJz1by+d9bj/WiU4dHbL008/XRcB7Q8h1DkwYemNUEDra11hSQ79Wweer7322tUB5C4IQKAiAgjoinDRuBkJqNzDr2bfYYvfez32ULdqBHQob8VEtZRVomHXLXayZhHQijvMElZ9X2VEVyJ209r6/RLWM1Y5iQXvvV50uF+5fZV0CKFYl7uiNaB9P1kO9VO8D85/tOjAvbAsR9q86yGgQ2ZpJUN8SROx9ZcYK+s8qzTOUgPaZ7BX+j7QmQS0Du7baaed7JJLLrEJEyZUior2EIAABCAAAQhAoO0IOAE82XQMWOyVKnhrCzV3WNkgmzrne1ZOI5eOgoCujXzu7noJ6LTsZ4nnUERLBr/xxhv2xBNP2MqVK2ueiuo569DyLbfcsqT2s8YKRbQGCyW0sqc32GCDmmOgAwhAIJ0AAjqdES2akICE3D3z7reb5/2uIOH2Hbir7b7Fzrbf4OHWs0fPwqwqFdDq+7u3n2vvrvzA9e0vX6e3tQV0XFkFyUOf2VxuueLaKTvcZ8vq3jS5WukhhD6e8+69xC6ae4/7Z/Tww3IxJx1CqLn88GsnudIhcVc0zrAGdFpNZb+G08ZeUejaS940oRuK6jRxrM6TZLXnlXZgovoQo5nzHyk6MDFc1yxxJAlo308l5Tyi69GZBPRll11mktD6mwsCEIAABCAAAQg0LoG8xFWAJaK55bnWzIRufQEdpV9t5nG19yWtfr37q26X1UNAq4SGBLSuuLIbYeazl9Bqu3z5cvvjH/9oyp6u9Vp33XVdAsjAgQOdXI5mPqeV4pCAlojmggAEWpcAArp1+dJ7GxOQJLzmzzc40Slx95XBX7LdttjJ+vfulxhJNQK6V4+ehQPtNI4O9JOgO2Dgbq4EwlUPTbNfLZpTMqbE58n7HuMypSu9vADVfZKgo4d83XUh8RgtKxLXtxfnQ/ptbd//6olFEj6Uw+UEtCTuzU/MsJMe/qUb4vdHXpKpjIbahmI2y+GDfg6+nrEytCd+7WT7YOVyVxbj8id+nVgKIxqnF7DhgYjlJLiX12pz8JD9XSiX/uFqt87l5qxxJWzHPXC5u0flPg4asn8R63BtwjVV28H9tnLlM2Y8PdPtH+2tyQedlXi/53rcbeeYPmBRfW1/hX1r31016oKy/fia18pyPnTIAY7zrPl/dq8l7bdfjrowUfan7eVaBPRf/vIXd0K1fqWu3KWyF/fdd59rsvnmm9v+++9v6623XuIt5fqVQNavBUYvZVbE9am+yl3+Pt9vufn4vvw9Ok382WefdVkd0bH13P3331+I9YADDijLKcpIJUI222yztOVLfN7HJt5x/fhSJNEO4kqTVMNG/YpXOH658idRluXYiqu46xJ7xez5J+2PcJ4+piQGaXvajxFd97S9phgUa3RuUU7RNUliUe89U/Vm40YIQAACEKg7gZz8fdSGT7rfrjwkJgPUZ0cP8+UrfAiBuHYPjYlkMAdydfwC23/C9ELsLWPl2zzWMq2iOOZeYUOD+9SqOM4gA3qfWUHbMrFUUoKjaHz1OdYWnLK/TS6U7sjHnRpnXLsy/dV9lct3WA8Bre8hPvzwQzdQXL3naAkO/VuX6kD/9re/tRUrVtQ8a5XQ0M8K2267bZGA9uI5+rcGDLOglUGt7824IACB1iWAgG5dvvTehgR8WQxJ4DO/emJZ6RyGVamA1r1epkrs7b/N3k44SkC/vPJ9k+xsDQGtcSVGb3ridrtv4ZNuLF2SlN/d++hUOSiR++yS+e6ekTsdWFReQo/p+XtffKhsaQzJVcnR8CqXhRxdfonuXt172Rn/8d1MO0Ocf/LAzxPbhhnKYaNycSqGV9593TVPit1/kHHrCw8VOEuAf2+fY8oK97h4y/EJ1ySMf4d+g23ENsMzfVChzGV/hesaPq7n1WcS9zheumeLPv3dbw1IotdyVSugJQFHjx7thl6wYEGs/NU3vcccc4w9+OCD7uAR1XGbO3euu+fiiy+2UaNGlYSe1q+yly+88MLYKe+33342bdq0oljSfm3v3nvvdVIw7DduPmFc/h6Jw4MOOsj8v31Qt912m5199tnun5q36u5p3nHxxTFatGiRY3ryySfbj370o6qWV/ddddVVbnxlsESvkSNHunWJu6LjVsNG/Yr9OeecY6effrobxo958803uw8hwivKMo6thOu4ceMcG7HU5ffTPffc4364Kbc//Hg+pnIMtFenT58eWyv8K1/5ihs3yiltr2l8ZSFF56b+dMWtkx73a+n3ZWvtmao2GjdBAAIQgEArEPACOCpsU4aKEa65O4bbxN9daYf2df8T2V2StYFcDnvNZVQnC2gvxuMiaZHQeQE9bLgNf+zRSAmRmFgqqAEdO/6wMTbGptv0QEBni9Msa3+tsMipXdZDQC9dutQ+++yzgnzWoGHJDS+c/WP6W/JX36889NBDdSnB0a1bN+vbt6/tvffetsYaa7h5+9IbUfkc1oj2BxLqHt3PBQEItC4BBHTr8qX3NiSw38+PciUxdOia+0F7/p/tqSXz3WNhtqsvxfDgSb927SQbX3//jcRI47KVJTElJ6855Bw74e4L7adfO9Wuf+I26929p/3k4LPtyVeedpmsup5f+pKt16OnbbpeP9ukd7/UjOw2RMZQEGgTAtUKaElFiVV9cxonkyXJDjvsMDeHG264oZCFq8cl1PTYI488UpIVnNavF4z+1wk9JAliiUVlSNx5550FCR2VoElQfb8Sj3HzUVx33XWXm3M5AS35fMIJJ5TUmZZ0HDNmjO277742derUQhiSjwsXLiyRndddd52dddZZVUvooUOH2j777OM46xCZaBa05KuuGTNmFGLR2tx666120UUX2aGHHlooVVING3WaJKDF+Kmnnir6oCCLgFbMkvOzZs0q3OtlrITwyy+/XLK8cfP0jZKeU4bz0Ucf7dYl2qevI67nH374YZszp/S3adR/0ocTcc/5PRO3Tmrv19KXjmmtPdMmbzgMAgEIQAACGQhkraEcdtUijYvKcngpXciUDuRyWNrDtwseKy3BkSDGfTZ24d6WLOwwM7ogewvtKj2E0PebINRL5hgR+IlxpvWXYclaoUmtAlpZzG+99ZaTz7p8BrTPeg6znyV5/b913wsvvGDPP/98XQ4h1NjKgv7yl7/sklEUR5yAjivF4bFuuOGGtuaaa7YCZbqEAAQ8AQQ0e6HDENhuytcL2aqalDJWjxpyoL2/crn9ZdFT5rNlb3kiJ0NU7uCuefcVxLCyPJXBqusXj9xglx8x2WUc919v452es8QAACAASURBVKJs6rA8g2pMq/SBShZ88cYTXfZzKKx9aYu0msMdZhGCiSizXNwff2O+3T32Z6kZ2h2RQdqcfAa0GM0+6dayJTLS+mrk56sR0JJ+gwYNsmuuucaJNomzaPamF6hxUk3377LLLjZ27NiiDN8s/SYJaDFWhqyyK8Ks20oFtMSiJHMoidW3Dk6RlJXQLSegfbu4OtM+dp/J6sVjnIjXmL59kphM2lc+W1v3ffOb33RZ2tFM6nJi1q9dNDu8EjaKLU5ASyC/++67JSI+i4BOWkvdO2XKFJs8eXLJBxrVCGjF7hlGs9vFUY/95je/cfUM47K5dX8lAjrp9RAXR2vtmUZ+jyI2CEAAAp2PQBUCukSutlCb97OhNv5GL1mTsqtLx0yvAR0p9xEV0CXlQcxysXgxXKGAzs/RSsqS+IzraDkSzyAhzqr7a5sdWauAVvmM9957L1ZAhxI6mhEtAS35XE8B3aNHD9tjjz1s0003dVnQaQJaz+vyWdAqtaZa0lwQgEDrEUBAtx5bem5jAhLDcxbOLcky9uUFVArhzHsutt8uecGVrVA93/CSJFbdXZXS2Lb3Jq6dL6vh6yIre3r3nx/pnh/Yu78t++gDJ7aVfT1o/f6upEPP7j2dsPbyWSL8wMF7u7iyljLwtYQlz0fvMbLpxKQ/uK7W2sFtvIXadDhf+kX74xdHXJC5ZEybBlmnwaoR0BKUypJVdqiXvlGJqixNZTmEGbZpIWfpt5yAVv/jx493WbJeiFcqoCUUVVokLMPh5+ifSxLQSdIyad7l5Kju8UI+FOppDD0D/S2JHjIN700bWyLdf0DgmVfCRmPFCWg9fuCBB7rs7lDeZhHQygTWJfmbtT52tQI6SfSKyw9+8AObMGGC22uec3RdKhHQulcZ9nEZ1dHH09at2j2TZV/RBgIQgAAE2opA9QJ6kCuhEYnTZTcvyJfhSDpgr/TxWAHtRXccioJwzsW/IKZ+da5PS4glRUjns7RLD16MmVOWOCvpr62WPhinVgEt+SwJ7TOf1XVUNus5CWF/GKGel4B+6aWXbN68efbxxx/XZeYS0Cp5179//xIBnVQLmjrQdUFPJxDITAABnRkVDZuRgDKaJZ3fXfmBK8Wh6yd7jrbrn77Xvrjx4IJw9l/rADYduqY2qofcp0cvGz5g10LtXNXVlaR+9rj/tT+9+KiTw/7QuajA1sGA5+1zrO02YCd7ctHTbuxv7ZH7lXSV/bhn3v3u6+P3Odr9LYHuy3Z8/4Er3YGGqvWsPvx9zbAGvhb3kdvuW3LYYTPE3xYx+sMQyx2E2BZxtNUY1QhoyWVlf/osX4nBaJZtVvEbzjNLv2kCOvq84lC94OHDh5cg1WF0vg51eJ8k4y9+8YtCnWJlvb7yyit23HHHFdV8jkrGtNiiAWRhlCYco32GWeSamy8ZEc3UTes3fL4aNoorSUDrQwn1r7IZKuEimZxFQOuDgIMPPthlqKu2tbLd9cNMtJ50yCRNQKuvCy64oAijDjjUByw6rT3M7A8zyxWzl9RxNcMrFdDhhxx+Pn4tL7nkEie845jGvU+krW1bvbcwDgQgAAEIVEsgWw3oIplrd9mpX59srSugizOJW0RwNAO5vQV0xjg7uIBWubpPPvmk7OGDEs5RAf3pp5/a4sWL7fHHH69LDWi9ClSCwyenSHZLLodZ0GkHEq611lru+8q6Xe4Dilk2olAbvW490xEEmpYAArppl47AyxFQBvFP/3C1k8nKYlat5v+49SyX+ay60MpW1tV77V4uE1rCWQf07TVgF7v8iV/bxj16udIaqvPsSyOoXMIP/3qza+sPc5M0/s6tP3B96VBAL7A1pspO6DrkplOc7F7w3ut274Tr7eYnZrgxvGDWWLq8IPfzUmbskH5bN53ElYB+7b03yh7W19l3rxh98PGHmQ4Z7AisKhXQXpSFpQkkKK+++uqierlZ5GrIL2u/aZI3TkCrXMiAAQNKlmvHHXcslKYI7/OH5oWCXRm7ko7hoYONKKB9xnNYY1lCUrWxw7IiaZIySUBnZRMnS8M+JcZVD1siWUI6i4BWn75O9cyZMwuHKCbV7Vb7NAEddxCj+lO5FX3woF/59JcynpVN5LP6fekMnxEdbrBKBbTujdZ6jqsNneV1lba2HeF9izlAAAIQ6OgEfL3ksIZy8Zy9ZM2Xs6i0BEdwYF+u3wwZ0PkxSiS3HzuSAT09rDEdjvFYK5fgyBpnBy/BoQMIJXbDGtDRDOjw8EFflkNyWN/v/P73v3cZ1LVeGl/fT+k34CSSdXkBrQMS4+Szf8y3rfQgwlypFx956WGeen3dtMWVpb8tEOzTBeP12wR6nV1vg1pFVOdec7lxWii71/7CY23OKUNyDxYdLupL6UTKyriGQS3z8J6Suu6PutYtHyAVHzqa9BsGRXEG/Rfeo2J/66DCg1Rr3WzcXxMBBHRN+Li5EQmoxvOPH77elIErAa0s06EDd3Y1mn2WsuSuSmjocEC1ufFrp7l7dKm8hrKeF7/3upPVOqzQZ6yqpIQkcs8ePc0Lad2jfnVt0ad/IYP6hL3H2djp33PjqJ8z9hnvDipUaQ+N9+t5M11pDsloCer9t9nbxj1wedGBiVG+Ktswc/4jrg9/+RIfPpPalxyJ3jtypwNdCRBfdzh8/qpRF5Qt83Ha7RNduRF/7dBvcEHC+8ck41VT+6GFfyuS6YpPPL+z++ElZSaUUR5e/7nnqFhxHW3n5xKdo8TuTx74edltqdjjYtFNvvTJ/S8+4jLd/aUPFPSBwdg9jiiRxnE8dZ/KsWy98VYlsUTn4huolEva2qlt3BzjxtKa6cOVRSfdnljeI2m8MGjt6RO+dHRNJUIqFdASkKqDrKxifymLVNmsqgntM4rDEg5Z3ouy9psmoCUNb7rppoIMzyLsFF/YrzJdv/vd7xaVGFGWqzJjywloXzs5LiM2jkEWRsoWkTyP1qROYiqJqRrLErv+UkkSxRTWkk6TlOG41bDR2OUyoPW8zyhWhu8OO+xQlm3SfNXHpZde6vZfXC3tNAGtfr1Q9ocPSkBPmzatSD77TPLohxkat0+fPiWHEVYjoKP7J27tW2PPZHl90gYCEIAABNqaQCCYSkRu3CF/FR5CmFlA+3IZZhYruYM4owJaSiwow1H7IYRxcwzkmR8/c5wZ+2vrpc+PV2sJjiVLlriefAmO8BBCL5t99nOYBe0PCdRvgb355puuJIevyVwpCo2j8hv6XnbPPfd0t8dlP/tsaP+cL7/h/1ZM/fr1yzB8fk23mhoRuGZT53zP8krX3l76tm3QNymjOl4MZxi8giYtr5tQ+BbEeVE99RYBnlSXXY+fb5PsykM2yL9OF9ixbr6ay/lm515ph7rfksg/LoE8dZDd/7NDzULh7cRyyCouzkDKh31GZq+5zNonpiRQBZRo2rYEENBty5vRWpGA5OHEey9xZSt+deRFrh605K4ymF9/b4nt8Mv/dBnQ3907V/IilIO6d/7Sl92Bg8s/Xu6eU5kMXarnLJnn+9Uhg76+s56XfJY89gJbmdAS1bp8VrMEpjKdfznqQidIo7WmfVmQn37t1MQ60YddN8GJZwndY/cY5WpKz3rxUVdORNfzZ/zO/a24NRdlfPtLwnvfwcPdXCQwVT7kpId/WfR8UpkPX8/ZN5bQ//I2w4v4hTJeWeAjBn/JevXoWYhPTMQgOj9J65ueuL1Qj9tnjkfFrdpd9dA0x+33R15ig/tuGStE/TqefvdPCuwVz6br9XMHInqprPXRBwvh5UuH+PU7YY8j3UGVKosy4+mZhXvV348PamEb5am+Lzvkhy5GfVARvaJz1p70Yltrpw879EFE3NrpMT/HyQ9cVfgwQx8shGOpnwE/P8J1EWbsR2OJjif+p+1xlGumAzb9/o3jVclLuVIBLQEmuRktaaESD0OGDCmI0mgt5mhMvqyFF6tZ+00T0FFpV42A9qUPNCeJRJXfUJxpWbpxZRTCeXvBeeaZZ7qyEWmM4kowlFtbP74OC4zWSL7wwgstLOVQTsxGxw2ZZ2WjONMEtNqIgcpwXHzxxXbCCSckHvCobOBbbrkltqZ4ubrHlQhoxeOzmn1mtuft5bDqcUfXVB/IROV3NQI6LJ+i0iJxhxzWe89U8l5BWwhAAAIQaGMC5eoYK5SomC7KlCyOtSTbMbOAzmVL5kSyuYzNyY8lcIjWgB43xuzG6ZbrwV9hRmSFhxCqi7g5DhtjY2y6TS/MqTijsyTa8HDETP218brnh6tVQL/++utl5XNc9nOYIf3GG2/Y/Pnz7dVXX7WPPvqoKggqvaHv8bfbbjvr1atXkXwuV4bDZ0CHdaBVPzr1cq8ZL19bWr+9dJ6ZDbEN+kb2UPAaKsjf/H6yaAZ0vsyN9vOYcWNs+ks5gSuNXfhwJfzQRbFcYDYp3yaIxu465SYb9LMRNmvoeLN83XaflT3i4aE23gKBHk46bn6Rx4pkdHCvi/EPI/IxJ2R2B2J6AyevS+PMvQa9pE6Q9UX9pK4aDRqEAAK6QRaCMGoj4Gs9q5ebxlxhD85/1A6/e3LZbOJqR5RsDWtIPz7uaicbNeZuW+xkr7//hpOWEsSS4AcP2d89FickFff02TNMhw1u13erQj3oaGxeAksQ+pIgvo3PYlUGbXjpYEQvEP0hiv55SVBlhPurnGD0da9923fOuK9IdvrD9PS8RHdUZIdiV21UPzsUzD673Pcvwa41jMpbjSOJHJ1n3DqGMWt99KGBrpBJ+LhE7IjrxrsyKknj+4xi9ROVuiFPfSCRFmPILK4OtP+wIYmpHt9uytddVvblR0wuQRD2H7dnojesdcGX3ENh7P7ATTHRVS6TOu21VImAjisJ4PuPPuf/HZbq8G295FOZA8nNSvotJ6B9Rm2YiV2NgFacEn3KhNXBcBKjqsGbJqB1nzKQleURd/iij91nIvv+wnjD9VJW+F133WVhOY1y65l0kJ3uqeQwO304cNVVVxUypqPMs7DRmFkEtN8Laq9M+rQDHuNYlRP1lQpoxRFmZvvay9HyGOE6xD1XjYD266T9ofrWYjFnTstve+j5eu+ZtPcHnocABCAAgfYmEC9TS39NPh9nibSO/gp89kMIzcpnN+dGzP3a/6BbVPKguDyAO4Rwi5ts6ITp+eDSYkkT0nFzVJ9jbYHEeJFUj5YoiIuzkv7afh+0poCOymefEe3/9nWa9b3Z7NmznYSu5tJvuOkDdWVB6/JCOVr/OZoBHQpof18WAV0sWWMiLqr9nNtvs77q92leqhaVcPGidpLZBfm2h2xgTla/NDEnc4uEbG7fealcnll8W9d3goAuKc9h5mIJM42dgF44qOXDn7xkL743OnbCb1C4CUTalkjqFi65+QZZ1xL+XE1DAAHdNEtFoOUIeOEoqTh/yUsugzQsl1HuXsk6ZUp70Ra2lYy89OCzCxnRPrNYUi/aXm17d+/p6kqrXEVYwsH3KcF38r7HFIUjMX3QdccWDjwcsc3wkjIPXn7GyU0J3rvmPVBSEiOUsEkCWoy8pL7jkIkl2dderIbzDfsKM201/zsnXBeLOhSi0TnEjaGs4KhYrYeADpmEIjyUy6GYDicjIfu5KQcUHgqFbKUCWmVifJZznIAOs87juPrnk2INRbsCjlvbcG5xAlrPh7yiHzxU8o5UiYCWzNM3ouHBbH6suCxUf9CcsluV8av6bxJo5557ri1cuLBwAF0l/XoZKjkXXpKGKr3hpbZ/ThJUGcG+NEiUjQ4iVLZwVLJKiitjOCxdkUVA+zaK44wzzrDtt9/eZdUqg1ZZyCeffHKh7rRi8aVHlFkr2SlGypSeNGmSk89R4ao4lR2rP+HlRe7YsWOL+vdtvFT1gtczDw/gUx9qp4zecNxq2GjcLAJa7Xxs+jpJQOs5Zbdr34T7SVnfYqrH40R9NQJaY/nMbGVn64culV6JHuTo2fqyL+H41Qpoz0KlPkaPHu32R/SqdM9U8n5AWwhAAAIQgAAEGoNArQI6rgSHSm2EsjkU0ZLOoYDWv5cvX25PPvmk/eMf/6gYiu7/4he/6LKfvdAOBXSYAa1a0NGMaP1bl/87UwmOtMzbyPNeyk618YH0DbN68wL6xhE2a1xwaGFSCYu8EL5+oH5jIO3QxAoFdOzc1McsGxGUFymS44E8HvtKWFs6SZTHPV6hgE7M/K54C3FDGxNAQLcxcIZrHQJeoIVCNZppmzRyXF1l31b97dJvsKvhHD0ksNxMwjjCdpKJYf1m/5wEr78ktqNiMSmjt1wMWQS0xKQyxXXFZUGH9Yq9UA8FdJpI9fFF5W0oM728VWmNsGxIVMzWKqAl6lWGRVc009eLZa2DL2USxzYU1WF8lQrosH2cgNbYynD2H3JE97Li8PXJo3H6jHJlo3vJnVZCI0lA+xjS7k97VWcV0L4GbljGIdq3pN28efMKWZsSmpKXyqYNL9WPnjx5spOzlfbrZWh0bJVM+Pa3v+0kbnilnZgt8SuhF5WsXqirXy/cswhoja12kqKS1/5SNvWJJ54YKxT9wYGS+/6SgJSwlriPzsfHHD7us8jj6iAX3su23LIg6CVm4w7gkzg/6qijisatho3GzCqg1VZ7R8K9nIDWmkj2SpAn7afovqhWQIelOJTRrthefvnl2JeTL30SSvtqBbQGUEZ1tGZ3dOBK9kzaewDPQwACEIAABCDQeARqFdDhIYRR6exlc1wZjrBmtEpv6LwLnYNS6dWtWzcbNmyYDR48uCCRQ8lciYBWnH37ZkinTSjBISnrpLAy8vO1jwulMxYea40uoOMyn916SEo/PKKl3rUvB1I4xLAly3uSnZ9egiN/GKnLCi8I9BgBXaYER1IJkEr3D+3bngACuu2ZM2IrEPACTV3H1RouN6SySac8PDVWMHuRLHH8vX2OsReXvFSonSx5u83GW9qZ91xckMq+fZKA1uOD1u9vOkRPJTp0qUxHeLCg5Gj0UMAwg1j3+H72GrCLbdNvq8SD++Kkse73AlQyOcyWDTNlfXazxPD//vW2QkZ3KKBDIat2qjOddCWVvwhjic4zjKdaAa2azb269yrUylaN49F7jCyU+KhEHofxhbWgK+kj5K+vkwR0tK62rzvt1yUpq1lrsnDZ6y4bPYl5dI3iBLSvc55Ul7uSl3FWAV1Jn3FtJeR0+YzjWvtrhvsl1/2vLEYzluPil8jUqePlGImj/sRlxjYDk3rEKDnsfxDqTPup2j1TD+b0AQEIQAACEIBA2xKoVUC//fbb7gDBMLM5rPGsr6OHEEYPLNT9zzzzjJPQlR5EqJrP+v53iy22cOCi5TcqqQG95pprusSG9CvlEMImLMFRTujGHvRXJOEDebxJ8iGExQcYBpneDng0K7rcIYSU30jfo43bAgHduGtDZBUQkKx7dsl826JPfzvhS0fHHlCX1J3kYXhoXdjOZyZ/cePB9p97jnICWnWIVWZD19Uv/KnQXG3P2+dYdxhhXDkPNYwrLZFlmtF6vNF74uoWZ8mAlkwOs5jDzGAJyIcW/s0d1pfUVyWZ2UltQwGteYUHPIbys1oB7UujeBnvD9o7fp/cYZSVyOOkUiKV9BEdM0lAh+VNwjrOvmRMtBa4+o3K6TDecnsvFND6UMOXpIn7MCTLfo22aSsBXU1s3FNKQOJZf6KHDMIKAhCAAAQgAAEIQKDjEKhVQCupQRnMcQK6XA1oEfQiWpJYZc6U/LBixYrMcNX/Ntts4w4ol4jWVYuA1mGG66+/fsbxo3XTI7XHw4Mn2+UQQj+NDCU4Yg8i9fNJlr2xhyIWHZbo67UrlmJepfXlY+IMGBa3Ly0JknHRaNYABBDQDbAIhND+BFRqQFecOA4l9ONvzC9p48VzWO4grlyHROgLy14zyWxJPi9As85eElrZ2n99ZW5sSZDowXhZBXRUbqv8R//1NrYBPz+iUDs4i4BOqzOcVUArnrHTv1fIKvfy9eYnZtR0CKHk7Lenn1rIdPcZ25XI41Dohrwr6UPrnaUEh9qFzPwBj8pq3nfgruYzosP9E5XTocRWu6SDBEMB/cOvnWSH3HRKYvmPrPs1bIeAroZa+92j7F/VieaCAAQgAAEIQAACEOi4BGoV0BLG+r6xFgGte1euXOlqQD/++OOZYEs+63vVr371q04aqw9dtQho9bfOOutkGr8tGpU7KLAtxmcMCLQGAQR0a1Clz6Yj4GvqxoljCdCNe/SyN1Z+UJByksnH7jHKXlu2xG6e97tM9aGj5TnSSlakQZSoveaRG+2Hf73ZNY0e7pdVQOveaGavMsl99rOeT+orzFZOyuT18whrGodlPKIZ0GovcTriuvFFvIcP2NVluU8be0UamqJ4w3racSU0QhmcVgM6vN8LYQXTWgLa13PWGNo/P/7aKa5OdlJ98+jhg1FQSWsULcGRlBWfCj6hAQK6WnLcBwEIQAACEIAABCAAgdYhUKuAVvkMleGoRUBrZm+99ZYrw5F0FkZ09hqvR48etuWWW7r6z3369Ck6hFClPPSnkhIcKr+hMhztd6VkVbdfYIwMgboRQEDXDSUdNSsByc5fzb7D7n3xobIi2WcwHzBwNxu7xxGF6c568VF7dNHf7N2VHyTe77OoJbJ1qKFKd0goHrTNvrb7gJ3K1k7WQMp81nXQkOLDwvSYl461COi4Eh9hRnOSgFZc/hBD8VHd4bgr6QBAtY0T0Ho8vMf3GZ1j0p5LyrZOquFc7sC/cIzDrptQyMwOs4nTBLT2mK7++brfoVhOE/ehVNae6dOjVyxn36fWzdcX15jzl7xUOIwwSbDH1YAO5xrK9mpe5wjoaqhxDwQgAAEIQAACEIAABFqPQK0CWpG9+eabTvYmHUKYVgNaJTx0Ron+fPzxx5knq/HWWmst22677dyh4yqhUW0GtPraaKONMo9NQwhAoDoCCOjquHFXByAgwfmTB35eOFxPU5KgS6rf7KfsDwD0/17w3uupGdDRQwl9VnWYca0avd8cckCsjJY41RVXtsPLw6gkzJIBHUrUUM6GNYc1blJfceU7dt1ip5LdEWZKhxnJapgkoPVcKLj171oFdBhH9IDDkx7+pYs7qVZyKMSjbdIEtMbddL1+hfULWacJ6HIHM4agfRa/anZHr6SDJn27OAEdzQyfNWFqRbXVwxgQ0B3gDZMpQAACEIAABCAAAQh0KAL1ENAqwSGJnCSgo7Wgw0MIBXPx4sU2e/Zsl0ldzaXM5d1339023XRTd3uY9Rx+/dlnnxUEtb72GdK6R/Ka8nPV0OceCFRGAAFdGS9adxACYQaqpObInQ505TR0+JquNAldCQbJZ12D1u/v/tYBhmd+9UQn85QZO3/pyzZ70dOFDGy1P2Of8UXZzpKL9y180n515EUWCl4vVKPCWON4qaiv3znjPuvZo2chbD//UAaH9YKjUjTMho2WfwhZKo5ojGE5h2idagXkBWs0Rh9s0sF/5dYgLgM6jCOarR2tOx2dv9h89/ZzXfZz3IGPSQJa973+/hvukMvLDvlhYe2SaknHzUmxfW7KAe6puHXW437t4vjqeR3S6Uu1xM097P/5M35XCCMU9uUy3NNeDwjoNEI8DwEIQAACEIAABCAAgbYlUA8BrTIc77zzTuFQQWU8R2W0l9BePmuWEsCffPKJPfHEE/bKK6/Yp59+WtXku3XrZltssYXtscceroSGxtIVzYb2AtqX5wgF9Oc+97l2Lr9R1dS5CQJNRwAB3XRLRsD1IOAF5Q92PrjoMDcJN9U+jqsFXe24koZ3j/2Zbb3xVqldKMv2rnkP2PVP32vb9t7ELj34bHdfKAJ9BrbPvNa/fznqwkL/yhq+/onbCqUiNGgotSUj1b8kuy8DcsZ/fNfFpnFufeEhm33SrU5YK54z77m4pC+VDvH36D4JWElWz02ysnf3nuZj9Ac1fmuPkUUMtA7+YMc48e4b+/mrTVyGb9hpKMTjgEvSnrD3uCIhr3YSvRPvvcSVR9GlmHVgpK5fLZrj/tZ++f5XTyy5NxT0SYvsZX84Z982LbPbzz+6X3W/1vv7D1zp1lMxH7vTQUVro/WOlpfR+mhvvfjGyzbl4alF+93XN1e5l2iGexb+cfOvREBfd12ujMuECRNiUZZ7/l//+pfdeuutia+zI4880jbbbDN3yrb+nH766a6tv2+vvfYy/Ylet912m3to1KhRRU8p40PxKGMiLt5q+1VsGnPRokVuvAMPPNAUe5iZ4fv2c0qbu/rx8/XzjwOVxEBtFdPMmTNNJ57rwJdhw4aVxJUIP+MTYqo11Di6BgwY4NYkyv6yyy5zj0fXK21NwjD0q5733Xef7bDDDrb//qXljTTfV199NTbyzTffvCSmjFOkGQQgAAEIQAACEGgIAvUQ0JqIBLQEsq8FHc16DgW0RPCyZcts6dKl9tprr7m/JaJruVSKo2/fvrbJJpu4v/V9qkR4KJvj6kJLUktaS0BzQQACrU8AAd36jBmhAQl4AS2hNnrI123owJ3tg5XLXSayMkX1eHjoYDVT8H1klc/hGBJ/Nz8xw1QWwpeKkAx+ctHT9v7K5YWm2/TbqqRkh8+6jcbcf72NXda1+vng4w8LT/fqvm5BXuveJ195upB9rTiUoR29wnvC5yR/X1zyUlHzuBh9A4nr8PIxxvH2fceVIQnbJ81fbeLKg0TH0v0aK+S8Xo+ejrOv4Ry9JzqPuPgH993SieuktuVi83PyfZSbb3Rtouvt71Vf2vPK0E7aK3o8en8WhtH+KhHQ999/v40ePdouueSSEqkr2XvWWWfZzTffHCsMJVYPOugg23nnna13794l85o8ebKrESd5eeGFFxZ+1c/fp3ueeuqpkl/BGzky98HJjBkzivqUoDz77LPdN9FPP/20k9vhVU2/ksQ33HCDHXroofaFL3zBnSx+0003uW7vueceF78u3/e9997rJGza3MP4/fz322+/AbTs2gAAIABJREFUong1j7lz57qxp06dWnhOMRx22GHuuaOPPtrNMymuuL2f9TFJ9H333dcdJKN1lHDXY+KhcRW3v/Trluecc05BqvvH09YkjEWs77rrLjfenDm5D5nCS+uuOWs/Ra8dd9zRfvSjH2WdGu0gAAEIQAACEIBAwxGol4BeuXKl+94wFNBRGf3BBx842axsZ33PKSEsae0zk2uBo7EknJUNLdmt7+mVFa26zj179kwsyyEBLVmtAw25IACB1ieAgG59xozQgAQk1Y677Zyymc6+dEal2dBhyY2fHHx21XVzhU3i8dI/XG1fGfyl2AMIGxAtIUGghEAlAlo3jx8/3h566CH3x0tdLyclKEM5Gg4WlbJJS5EkoNU+Kl/1WJKA1uPK0H344YedNPcZxn5cH0/WfiU0JZtD0ax79Q39iBEj3DfIf/zjH133SQLaC+ly2zA6/7BtnOT3IjYuLonphQsXxor7Sl8KXghHPwSQVD7hhBOKPnhIEtBpa+JjEtNddtnFTjzxRPdhRBy3pHWvdF60hwAEIAABCEAAAo1IoF4CWnN79913i7Kg9ZgEs8TzkiVLXJa0vtZBg9WW28jKUCK6e/fu1qtXL5do0K9fPyeile2sy5ffUDuyn7NSpR0EaieAgK6dIT00MQFlo85ZONfNYPH7S1zW63Z9c6UylLk7a/6fXUmOPj16FWapOsDhpZIFLyx7zTbOt1HbY/cYVVdhrDjjsl+bGD2hdyIClQpoLweVeeqzjr0EjctQ9ihrFdCSz8qIjWZYx4lICfGddtrJiUuNq3uiWbQ+niz9as6DBg2KzerV/JQZfu2119q0adNcZnBrCWiNFcrdNKaeQ1w2cqVbXJyVEeMle3h/tORGnIDOsia+T58prf10zDHHuA8SwgxrtUNAV7qCtIcABCAAAQhAoJkI1FNAq4yGvo9TRrO+Xr58ufttQ2U9SzzXI9O5UrY+M1oiWtnQ+v5RIlolO5QxLTmtr7kgAIG2IYCAbhvOjNLEBFSG4sH5j9oLb7xszy6Z7w4R9JL6+aUv2bKPPrAt+vR3j5Ur09DECAgdAjURqFRAa7Aw61X/VobxNddcU7bubpos9ZNIyoCWTJ4yZYoruxCK7jgRqWxltZd09uIzKq7DeNL69fN95JFHCmU2ykFvLQHt+/WsfVb2yy+XluLx8SljXfWq48RxJRvHr4tktq9tnXR/nIDOsia+v6985SvuAwSN6dkvWLCgqPwKArqS1aMtBCAAAQhAAALNRqCeAlpzl3DW94SLFy92MlqlORrlkoxWVrR+o3DTTTe1gQMHOiHNBQEItB0BBHTbsWYkCEAAAp2SQDUCWqB81rO+DrOhkyB6eerrFIftQqFZTkDrcDmV+YhmX6uvsAb00KFDXZ1iXwc4FJp+3FASp/VbrixG3HwrrQH9rW99qyDvQ9Eb9i2RrgxwfUN+5513OhmbRcJWGnu5F4F4XnXVVa6JMsL32WcfV+87ekhgnIDOsibqN/qBgc8+j37Aobnrhyh9+BFeHEDYKd/GmDQEIAABCECgwxGot4AWoN/85jf25ptvNjQrZUN/85vfrDHGv9iFXYbZuYVeLrDHVp9jpceZ1zhMI9z++IXWZS8rmd9fJnexYc/8yl6/dbT1a4Q4iaHhCSCgG36JCBACZm+99Zb7j1z/Wa679tr24Ucfub8XvvKKrbvOOrbOuusWnt9www3tlUWLbKMNNyy0E8Owre/Ds9U9GkOPr73uuoX79bwfS3+r3fPPP+/G1PX8c8/ZdttvXxh/4BZbFNq/+dZb9uGKFa6dj1t9h5f68s8pPn2tS+N89OGHLmY9tuLDDwvz0dfq17dVzBpriwEDivpWLd2xY8cWHvPz0wO+vZ+L+Pkxwvn7OWhenkXISkziLq2VGPn5ey5qG66bYtZa+b/V3o+l2JRdqzn4cTR2M17VCmhf91lzDutBJzEodxCfP4BQ95YT0DrQz2fE+oMQoxLWH5QYHjwYl0UblcTl+q1U4iYJ6Dj5rjlrXvoTzt8fQugPH5TwVa1lyXrJZ11tLaA1ptb9vvvus8cee8ytu+LTBwJeiqtNVEBnXRPdG2ZK+72k+tNazzCLO+kQQg4gbMZ3IWKGAAQgAAEIQCBKoDUEtLKg77777lav81ztaqru8yGHHFJb9vO/braRm3/H7ObXbca3c+p1yf+NtP6jd+2YEjpOQIvB6WZXI5+r3Yqd8j4EdKdcdibdbAT0zcFbS5fa0jfftH323ddm6FCu737XXlm40GbPmWN9N9rI9t53X7vmF78wCagbbrjB/X31f/+3nfhf/2UPPvywy2rUYWG6DjzwQCeS/XX44Yebxthuu+3cn1NPPtlGjhplu++2m/1/l13m+j9A9zz3nJOhH374oS1auNDOnTjR3ffcs8/a1w880ElwPa8+9PXMmTNt3LhxduONN9p+ymQ88MDCmPfPnOm+XvrWW042K3vxdzNn2vY77GCK59prrik8pnaat/qT2FU8YqG2krLicWU+a9IPcMHkyS4+f0n0znnySRe7xlPNVz++/tZ8Rh5xRNH8lf24w3bbOREsMa37jj/hBDdnieRnn3/ecdU1e/Zs23333d3Xmr/ivG/mTNuwb1/H3bfzX2s9tWYqzXDepEl2+4wZbiwvm/W87lW8zz33nOtbXJrxqlZAa65ZBKhnUo8SHF7ShgchnnrqqW4InwGt55QpHHd5aa3n4uJJ6tfL6VBqR/tXpq4Xw/UuweHHj2YBS8zqkMVofeswtnJtwoMY/T36waSSyx+MePLJJxcyzqMCOuuaaNwtt9zSSe24KyyBUsneq2Q+tIUABCAAAQhAAAKNQKA1BLTm9corr7jzSxrx0m/VbZFPLqo2Ppf5a4/Z6olhvvMSu/nI/jbjsBYpXW3/3AeBjkoAAd1RV5Z5dSgCXkAvX7HCid0Vy5fb0D32cEJ0waJFTk56sao2zz77rO25++6mrxctWGAb9e3rRLAErGSxRKtkrpeioYAWOInsdXr2tIsuusj+NmeOE63KxPWSWuNKckv6KtNYgnTSuefa7CefdJnUyuKVsJ1x++1u3B+ff771XGcd115iWI9JzqpP3SPRq6/1nBfQXiCr/zlPPOHmsGDhQhs0cKAT0LokaDWfN5cudcJ916FDC+seFdB6wh8y5uetODUP9a1LXML5e+mrvjS2LglGCTmNq4xlL53F/8EHH7RvfOMbrp0ktCT/0N12cwJe89Kl+074r/9yHx5I6v119mzbYYcdXEa3PhhQ35LPEvK6JOUHDBzo+r7++uubcl83o4AOD0L00CWgfbkGydBoWQh9mBAeohcnoJP69WUhkupc6zW29957F+pg11tAa46+/EUoYbOIce1VlcqIHuKnPjVfvR+Fl5f84WN+PtE62r5NVAaHArqSNfGZ0uK82WabFcU1ZswY9z7ky6ogoJvy7YagIQABCEAAAhDISKC1BLSG/+c//1nz+SAZp5G5mUrmff7zn8/cPr5hrvSG/WW1nfPF8l3lsqLvyDUa1VKqQgJ7il1gNulcu0OPX2Z24uYLbNfzz7VzJ5ld4PrOCe3v3ObHaCnxUXJ/NAs5n6GdHznfn++nuHRIbqz8cy7T2RcVOdx+9eoMG61vlyMZ0Enz8u0uyM9DvR4eZInXCJ7bOwABBHQHWESm0PEJSEq+8NxzTur23XBDJ3v++3/+x44YOdIWLlrknlNmrmTtuuuu6zJlJU2VNSxZvMXAgU44q8yEHpP4lPD0WcCSxrq8xD78iCPsydmzbbfdd3f3aAyNqb40hi5JJ2VWe1GqPiVQH3noIfe8RM7td9zhxth+++0L/fkyEspIlpiVXFUbzWHb7bd3AluX5LD69FnAmlcYo49dGcMH7r+/zbz//qIM4TgBLY4S4RLzAwcMcBJcXyvzWJnYujRHxa62EuP+efHacKONHAvfLiwpov4eevhhNxfNQfPUnHS/1kljuf+EjzjCzduVHsmvlb758+zFU/16jsqSVja1+g5LijTTrm9GAS2+Xlbqa5WrkID22bjRA+vC9l7gJmVkx/Wr+33N4VmzZhUdhqfnfOa0PxyxNQS0RO6IESPc4SxhKQrtST0WlsDw+0/Zz/oQp1zmdta9qszkuFrfPq5QcocCupI1KXdgYvTARQR01pWjHQQgAAEIQAACzUigNQW0eCgTWt9Tfvrpp+2KR2U3JJ9rzXx2k3Byd4aN9HI2aWYRaRtmTbuvJwU1o5NKerx0Rj7Luji7uuT+ohhybRecnhfLru8FdoarTx3J0i6ai8T0FBsUSufLBuXqO4dzKZpXXpLvmM8GzwvsgnR2//5bi8hu113A4I1AAAHdCKtADBCAQN0JRGtA130AOsxMoFkFtBe/KrfhBbRk7JAhQ2zq1Kmx85dEPfTQQ102cLmSIL5khO/XfT/7r3+5AxD79OnjajErM17y9dprr3UZ8GF2dKU1oNW/P4ixXL1p3+8555xjksu6lH198MEHu7jOOusslzmcFFfmTRHT0Gdbi4kOTdQ4YqJ5q3RNWAc8FNBZ10Tz2WmnndxvMUyYMKEkgmiWOQK6ltXkXghAAAIQgAAEGp1AawtozV+l19xveOaTfdqaiZKClMSg7x3rcmUU0C5LeaugHEcggi1awiO1z1zW8t/y2cTxJUD87PJS2GIOByyS0bn2LXEuyB2qeH60tEhxBnRJ7IlyugJZX5eFoZNmIICAboZVIkYIQAACTUygFgHtyyH4v8thkECcOHGihQcOxrWX6LzlllsKNZ3L3SfReswxx5gOnpO0VD3o448/vqT8hh9Hcvfvf/+7E9RZ+w3npvH0b32jrixrXRLaxx13XOEQQT0W7dv/uxwfzyU6/+g9msOjjz5q06ZNK2RiR+Pq3bu3k+XRuGrdphLg2i++xrbG0fwlj8OSGZLDktQq55F1TY466ign86+88sqS8hs+bn0w8IUvfMGNV8neq3Xe3A8BCEAAAhCAAATamkBbCGg/J32Pp++R2/LS93Rxpd9qiyFLCY5o+Qw/Yq6sxaBpkRrScQI6Ug7j8FF3mOXrS5cX0BorMr4v/1HUZ0ChIJ2Ly3OYf7wgmY+1BdE61wjo2rZTJ7sbAd3JFpzpQgACEGhrArUI6LaOlfEgAAEIQAACEIAABCDQGQi0pYAWz9dee82efPJJW7JkSavi7devn+222262ySabtMo4SQI4WmajKAM6iKTk/hIBHT3QMKYER8khiElTDbKn954VlONIQZMvC7KrakSbSmmYPbb6HCMDulW2VKfpFAHdaZaaiUIAAhBoHwII6PbhzqgQgAAEIAABCEAAAhBIItDWAtrHoQMKdUh1vUW0xLNK2NV+0GA2OWvhAXvResexB/ftGi9xEwT0dxJqK5fPgI5maIc1oaNiOyqnw9rWQU3of7UI6L1Sa0DnRPVeQphaWoTXZmcjgIDubCvOfCEAAQi0MQEEdBsDZzgIQAACEIAABCAAAQikEGgvAe3DWrp0qb388svurI/ly5dXtV49e/a0gQMHms5h6du3b1V9VHdTpFyFBYcK5jtc8n8jrf/oO/L/ypXfGL1Zru7ysDCDOa0Ex/mP2WM2rHBPagmOfPayH7lQSsNFklBmQ09FSnQUHybYIpaL5uXLexTuR0BXt586x10I6M6xzswSAhCAQLsRQEC3G3oGhgAEIAABCEAAAhCAQCyB9hbQYVA6rPCNN95whxYuW7bMCemVK1fap59+6pp169bNevToYRLOOiNEhwpuvPHG9TtckD0CAQi0OgEEdKsjZgAIQAACnZsAArpzrz+zhwAEIAABCEAAAhBoPAKNJKAbjw4RQQAC9SaAgK43UfqDAAQgAAEIQAACEIAABCAAAQhAAAINTAAB3cCLQ2gQ6IAEENAdcFGZEgQgAAEIQAACEIAABCAAAQhAAAIQSCKAgGZvQAACbUkAAd2WtBkLAhCAAAQgAAEIQAACEIAABCAAAQi0MwEEdDsvAMNDoJMRQEB3sgVnuhCAAAQgAAEIQAACEIAABCAAAQhAAAIQgAAE2ooAArqtSDMOBCAAAQhAAAIQgAAEIAABCEAAAhCAAAQgAIFORgAB3ckWnOlCAAIQgAAEIAABCEAAAhCAAAQgAAEIQAACEGgrAgjotiLNOBCAAAQgAAEIQAACEIAABCAAAQhAAAIQgAAEOhkBBHQnW3CmCwEIQAACEIAABCAAAQhAAAIQgAAEIAABCECgrQh0WXHvt1e31WCMAwEIQAACEIAABCAAgU5NoIuZFb771j/KXClPF9+Z3rhLehMzy9SoZejE5ppk10pDzLUvYlSn3VKIs/z8xCj7D0eR+SWFmhVp1nZZN40mkrXP2HbxN2fbR9EgswaSst6umwx9ZWji+qmAUUXzrnoP68aE4DPNKRueil9VFU0+bQ2zTiTfT1mWQV9Zu61gr2flVNxlnd7Xs+711CD9Ju+S6aWT2l3kDbqy98yM7wtZ17LQXcU3xEwz5v+sdBilLer2WqnHnDK+X1Yzz6ru0f+Z2f+HjR+ikbh0tFgq+A+xqvU36/LeRTXvgCqH5jYIQAACEIAABCAAAQh0MgKV/LxSSdsMGCv6uTjr2FnbVfJzcCV9Zpi3a5Kxzy5Zfz7O2k5jZ2rbpcTXZ51acbtgoll9SmK7GMG+2swxSrtK+sy4AGn9uk2coa8MTQr9ZGprVv71E+kkY58x9ip5w2Tts9AuZeNl7U/EM78w0hZQna2RoVHQJDHOyCbLOp+SduonIaaMfba7gE6NM/+6SW2XZWkis830/pa0rRMCytpnIdy6TKz0Q9MsOKJtujZQLJX851d2rvWak15nHUlA12M+mb9JSNmNWf5jTtvQWb9pSOsn+fku70+peQdUPzp3QgACEIAABCAAAQhAoLMQqETKZf45wDcs/wPi6tVmXVN/Psn3lXXssu0iUqemPrPenLCRCreX7ycbo/zPz13LSKswjEyhrzZb3bUOAjoyWKax/Xyi7OLnVxkj32fWQFLeCAqDp8iQTMNVttfLz7tK7iXTTXgtZ5pPvrOMe90ZgNT3g1yfq1evtq7pbx7Z3sUdyAoEdOp7TH4SWecT2y7htZyxz+JmKTdl7DO3PhkaZ2iSE35dzVbX40OuyGwz/b9S7j0m/kOurHszv0Ozb+ayuzTje3q5PjK/Qaa9XOoQS+HXO2qVx5k2WdqE8puggtd+bI/1jCXjG2DizOqxRu4dtg77tx591CuW8luhy+rLEdAZXi00gQAEIAABCEAAAhCAQO0EKvlZsJK2WSKrpL+sGWhlf4YLnqzk56PYOCsJPgZG4faUfrIO49plzH7K1GdXsy6CVOtVZdmTkvUu88N1VXsjE4S8T1pttiqBhUtDziAOUocLNmRq2/yalG0XeTJrnyXLnc9UjT5eSX9Z93rWdVQs9crqdNgzvm5SfUhkAlkZxbYrkwG9+jMzW1XBC7NO7zEVCei09478vsrKqOxsq9zrsWMnbMKK48zwnpC6gnUSihX9qlG5oOoxp0pe5GmxpO2xVMDJv2mQ5dZCm4o3R0Lv9einljVaZbZqRZb/XDLSqcd83Jt9HbLUk0PusvPJW9ZjJ2WEQjMIQAACEIAABCAAAQhAoL4E6vWDRxVRtdnQbTNQ5lGyNtRPWlnbVoG/9JZ6DRYfeEXTqSYUlfhYaw1bq+86tjpJQrct0BbE1cynLmtabSf1C7huTq2iDVTtvKu5L4nVZ/ZJ981tVbc+FUro7DH4kd9f1dXt7E9Xd7EVn+nr7JpmlXW1j23NNnplZI8rO4VqW9Zvj+ciaKS5VcuE+xqdwOrVq6xb13VsjQ1PCiR0o0ddW3zrdutq3fU5u03YkVdZbSy5GwIQgAAEIAABCEAAAhCAQAcj0A4/JmrI7t1szc172erP2mH8DraCDTmdhlzW+KC6rP7M/r3O1mZr9jUzZUI36tWQUBsVFnFBoJ0JrLI1uqxj6/Q721avWt7OsbTN8KpO4z5/7Hb8F3i3ahvmjAIBCEAAAhCAAAQgAAEIQAACCQRcveHu3az7pr2Sy3BADwJtRWD1p/bx2lvZZ2tuZF0qKsPRVgEyDgQg0GwEVq/+zNbsuq6ts/GZnUZA+zVCQDfbbiVe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ICAbshlISgIQAACEIAABCAAAQhAAAIQ6CwEENCdZaWbZJ4I6CZZKMKEQPMQQEA3z1oRKQQgAAEIQAACEIAABCAAAQh0QAII6A64qM08JQR0M68esUOgIQkgoBtyWQgKAhCAAAQgAAEIQAACEIAABDoLAQR0Z1npJpknArpJFoowIdA8BBDQzbNWRAoB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NCpBfQ777yzuiFXhaAgAAEIQAACEIAABCAAAQhAAAIQgAAEIAABCECgqQl0QUA39foRPAQgAAEIQAACEIAABCAAAQhAAAIQgAAEIACBhiWAgG7YpSEwCEAAAhCAAAQgAAEIQAACEIAABCAAAQhAAALNTQAB3dzrR/QQgAAEIAABCEAAAhCAAAQgAAEIQAACEIAABBqWAAK6YZeGwCAAAQhAAAIQgAAEIAABCEAAAhCAAAQgAAEINDcBBHRzrx/RQwACEIAABCAAAQhAAAIQgAAEIAABCEAAAhBoWAII6IZdGgKDAAQgAAEIQAACEIAABCAAAQhAAAIQgAAEINDcBBDQzb1+RA8BCEAAAhCAAAQgAAEIQAACEIAABCAAAQhAoGEJIKAbdmkIDAIQgAAEIAABCEAAAhCAAAQgAAEIQAACEIBAcxNAQDf3+hE9BCAAAQhAAAIQgAAEIAABCEAAAhCAAAQgAIGGJVCzgP5k1Ue2YvU79vGqD221rWrYiRIYBCAAAQhAAAIQgAAEIAABCEAAAhCAAAQgAAEIpBPoYl2te9d1bZ0un7O1uq6dfkOZFjUJaMnndz971e6dO9cu/O1UW75yRU3BcDMEIAABCEAAAhCAAAQgAAEIQAACEIAABCAAAQi0L4H11+5pZ3/9P+2gnXe2PmtsXpOErlpAr1692patWmx3/O0x+8GMn7cvEUaHAAQgAAEIQAACEIAABCAAAQhAAAIQgAAEIACBuhK4aORJdviuw6x3102tS5cuVfVdtYBetWqVvfnZS7bXhaeQ+VwVem6CAAQgAAEIQAACEIAABCAAAQhAAAIQgAAEINC4BJQJ/ecfXmEbrbGVde3atapAqxbQn332mb256h82ZOLxVQ3MTRCAAAQgAAEIQAACEIAABCAAAQhAAAIQgAAEINDYBOZNvtY26rq1rbHGGlUFioCuChs3QQACEIAABCAAAQhAAAIQgAAEIAABCEAAAhDo+AQQ0B1/jZkhBCAAAQhAAAIQgAAEIAABCEAAAhCAAAQgAIF2IYCAbhfsDAoBCEAAAhCAAAQgAAEIQAACEIAABCAAAQhAoOMTQEB3/DVmhhCAAAQgAAEIQAACEIAABCAAAQhAAAIQgAAE2oUAArpdsDMoBCAAAQhAAAIQgAAEIAABCEAAAhCAAAQgAIGOTwAB3fHXmBlCAAIQgAAEIAABCEAAAhCAAAQgAAEIQAACEGgXAh1YQG9qpx19vK284Tz773ZBy6AQgAAEIAABCEAAAhCAAAQgAAEIQAACEIAABDo3gQ4qoDe1006/zS7d/Dk787QJdnnnXmNmDwEIQAACEIAABCAAAQhAAAIQgAAEIAABCECgXQh0QAGdl8/b9DJb8VcEdLtsKwaFAAQgAAEIQAACEIAABCAAAQhAAAIQgAAEIGDWwQR0IJ+1ugho9jgEIAABCEAAAhCAAAQgAAEIQAACEIAABCAAgXYj0IEEdEQ+I6DbbVMxMAQgAAEIQAACEIAABCAAAQhAAAIQgAAEIAABEeggAjpGPgfru/Ljj83+/ZYtXPJP+9PTN9hlD/zVFrL+EIAABCAAAQhAAAIQgAAEIAABCEAAAhCAAAQg0KoEOoCALi+f4+itfPuv9t+3TLAz57UqWzqHAAQgAAEIQAACEIAABCAAAQhAAAIQgAAEINCpCTS5gK5cPhdW+9+L7c7bjrUjH1rcqTcAk4cABCAAAQhAAAIQgAAEIAABCEAAAhCAAAQg0FoEmlxAm9mQH9szxx9u265ZBaKPn7aLLhhjk5ZWce9Xr7M3R+1pvYNbX3hsR9vxhqx9/die+Z/DbdsMByWedvpjdunmz9mZp02wy92429tTtw2zr/0hN9ZpR//Y7Ibz7PKsQ9MOAhCAAAQgAAEIQAACEIAABCAAAQhAAAIQgEAbEGh+AS1INUjoJX8/zza/6o6KUF/742fsmH4f2J8CCWx5IW0vTrGNLku30EVSOWX0cm0r6aeiSdIYAhCAAAQgAAEIQAACEIAABCAAAQhAAAIQgECNBDqGgE6S0Cuetst//VtbudXONnCdDWyXz29v2/bpVYwsQwZy0Q1H32X/HrZRsXwsDqWlAAAgAElEQVT2Dco9V8NCIaBrgMetEIAABCAAAQhAAAIQgAAEIAABCEAAAhCAQLsR6DgCOk5Cx8jlgbufYdeO/JZ9uU/3PPTF9n8TD7BxGctwuOxnu8PWPO+81EVT28Pe+6st2WZP29bMCiU6nKj+fOH+ZZGsaSect/Gi/J/2pxc3si/HlOCYOSRsF2RkV9S/WXT81InRAAIQgAAEIAABCEAAAhCAAAQgAAEIQAACEIBABgIdS0BHJXRSdnPfb9vdp//QDuyjGyKlNMpCO9oeuPwM2+XVbGU24kp15OTymzbt/x1qx7uxcrWg+3kJHc2i9jLZzyVSAzqaHZ3r31oytKOlQVx/1jJ+TE3pDPuGJhCAAAQgAAEIQAACEIAABCAAAQhAAAIQgAAEUgl0PAEdSuh//zV3cF8chmG/sFeP3tv62WK784oD7MjnU1mZWU5A95+b7bBBJ6DXC2NIuL8ghe+wgTGCu6ifsgI6XpCHktpKBHiWedMGAhCAAAQgAAEIQAACEIAABCAAAQhAAAIQgEDlBDqmgPYSevSmNvXsBAGdl8lf7vG8Xf5fR9qZmdhVkQFdVK4jl+2schyl1z9t2v+ba3v9z+FmjxUL7qIs57ICOtd/9P7cAYkb2Z0u67o4BspvZFp4GkEAAhCAAAQgAAEIQAACEIAABCAAAQhAAAJVEOi4Alow+m5qA5cutoWxYHIy+cvv32Fbn3deQpvSG8vXgC7OcC5pmy+HsSQimFtGiRfINQvoaNmN/IBhrWlEdBWvHm6BAAQgAAEIQAACEIAABCAAAQhAAAIQgAAEyhLo2AK67NRzsrjPXw+w3W9ZnH2blKuZHKnfXCqrI/WeS0aNz7CuZwmOuHIk0TrS2WHQEgIQgAAEIAABCEAAAhCAAAQgAAEIQAACEIBAMoHOK6D7XmL/+MEG9oukGtFldk3c4YK5Mhd7mvnDBM0sLlu65JBA387Xiq7wEEKLZDenHUJYeghiZWVFeDFBAAIQgAAEIAABCEAAAhCAAAQgAAEIQAACEMhKoNMK6IFH32q3rTjNdr+tguznkKoTv58v4vxCpLRGUrmOsPSF62BF5LDEor7/aX96cSP78ubP5Q5ULMnAbqnpXBg/Elu0vEZOoAehL7nD1jzvvKx7hnYQgAAEIAABCEAAAhCAAAQgAAEIQAACEIAABDIR6KQCek/7wSHb2v/dfUPm2s+ZaNIIAhCAAAQgAAEIQAACEIAABCAAAQhAAAIQgAAECgQ6p4AuezghuwMCEIAABCAAAQhAAAIQgAAEIAABCEAAAhCAAATqQaBzCuh6kKMPCEAAAhCAAAQgAAEIQAACEIAABCAAAQhAAAIQKEsAAc0GgQAEIAABCEAAAhCAAAQgAAEIQAACEIAABCAAgVYhgIBuFax0CgEIQAACEIAABCAAAQhAAAIQgAAEIAABCEAAAgho9gAEIAABCEAAAhCAAAQgAAEIQAACEIAABCAAAQi0CgEEdKtgpVMIQAACEIAABCAAAQhAAAIQgAAEIAABCEAAAhBAQLMHIAABCEAAAhCAAAQgAAEIQAACEIAABCAAAQhAoFUIIKBbBSudQgACEIAABCAAAQhAAAIQgAAEIAABCEAAAhCAAAKaPQABCEAAAhCAAAQgAAEIQAACEIAABCAAAQhAAAKtQgAB3SpY6RQCEIAABCAAAQhAAAIQgAAEIAABCEAAAhCAAAQQ0OwBCEAAAhCAAAQgAAEIQAACEIAABCAAAQhAAAIQaBUCCOhWwUqnEIAABCAAAQhAAAIQgAAEIAABCEAAAhCAAAQg0O4CmiWAAAQgAAEIQAACEIAABCAAAQhAAAIQgAAEIACBjktgo65b2xprrFHVBLu88847q6u587PPPrM3V/3Dtuu7VzW3cw8EIAABCEAAAhCAAAQgAAEIQAACEIAABCAAAQg0OIHnl/7FENANvkiEBwEIQAACEIAABCAAAQhAAAIQgAAEIAABCECgGQkgoJtx1YgZAhCAAAQgAAEIQAACEIAABCAAAQhAAAIQgEATEEBAN8EiESIEIAABCEAAAhCAAAQgAAEIQAACEIAABCAAgWYkgIBuxlUjZghAAAIQgAAEIAABCEAAAhCAAAQgAAEIQAACTUAAAd0Ei0SIEIAABCAAAQhAAAIQgAAEIAABCEAAAhCAAASakQACuhlXjZghAAEIQAACEIAABCAAAQhAAAIQgAAEIAABCDQBAQR0EywSIUIAAhCAAAQgAAEIQAACEIAABCAAAQhAAAIQaEYCCOhmXDVihgAEIAABCEAAAhCAAAQgAAEIQAACEIAABCDQBAQQ0E2wSIQIAQhAAAIQgAAEIAABCEAAAhCAAAQgAAEIQKAZCSCgm3HViBkCEIAABCAAAQhAAAIQgAAEIAABCEAAAhCAQBMQQEA3wSIRIgQgAAEIQAACEIAABCAAAQhAAAIQgAAEIACBZiSAgG7GVSNmCEAAAhCAAAQgAAEIQAACEIAABCAAAQhAAAJNQAAB3QSLRIgQgAAEIAABCEAAAhCAAAQgAAEIQAACEIAABJqRAAK6GVeNmCEAAQhAAAIQgAAEIAABCEAAAhCAAAQgAAEINAEBBHQTLBIhQgACEIAABCAAAQhAAAIQgAAEIAABCEAAAhBoRgII6GZcNWKGAAQgAAEIQAACEIAABCAAAQhAAAIQgAAEINAEBBDQTbBIhAgBCEAAAhCAAAQgAAEIQAACEIAABCAAAQhAoBkJIKCbcdWIGQIQgAAEIAABCEAAAhCAAAQgAAEIQAACEIBAExBAQDfBIhEiBCAAAQhAAAIQgAAEIAABCEAAAhCAAAQgAIFmJICAbsZVI2YIQAACEIAABCAAAQhAAAIQgAAEIAABCEAAAk1AAAHdBItEiBCAAAQgAAEIQAACEIAABCAAAQhAAAIQgAAEmpEAAroZV42YIQABCEAAAhCAAAQgAAEIQAACEIAABCAAAQg0AQEEdBMsEiFCAAIQgAAEIAABCEAAAhCAAAQgAAEIQAACEGhGAgjoZlw1YoYABCAAAQhAAAIQgAAEIAABCEAAAhCAAAQg0AQEENBNsEiECAEIQAACEIAABCAAAQhAAAIQgAAEIAABCECgGQkgoJtx1YgZAhCAAAQgAAEIQAACEIAABCAAAQhAAAIQgEATEEBAN8EiESIEIAABCEAAAhCAAAQgAAEIQAACEIAABCAAgWYk0OQCep5dMXS8TY8lP8amzvmeDWmEVZl7hQ19eITNOaUhomkEIsQAAQg0PYEy77/DJtr9PzvUNqhpjr7/+r2Xz/vZUBt/o9mY6+bY93bOENzSu+zUr0+2RzPO5+27T7X9z3/Uhk+63648pLbZZ4iOJhCAQKcl0Lzvv6VLNtwm/u5KO7Rv/d/zO+32YOIQgAAEIAABCECgAQl0YAFtZhmlQauui+TzhOlm46YioFsVNJ1DAAJtS6D5BEjb8mE0CEAAAq1FoPnef/0HgMkCurVY0S8EIAABCEAAAhCAQCMQ6CACOpoh97bddcr+Nvkxn1Uh1JFv1ouEcEvWxcRJC2zy+Y/m1iYqjX02nF+5hD7GjJtu0280swP2N7vv/mCdfZzlYjGrOEuvEXYSMUAAAp2MQLZsNZ8VnIMTvifnHkl+Puj/d4PsemUix7wvF99f/oPH6Htr4d+TJtqC8/P9W/D/SWwGdPL7d2wGtP8QMr87otnRvN93spcN04VAXQg0//tvKYbInIL334lbTbbJ+r5a/4uEv2FCkkdddhOdQAACEIAABCAAgbYg0EkEdHymSMs3scmZJIU2UfnsV6eQZV3ax5izxtj0S8ICIRIbI2xWTNmQ8BtqhERbbH3GgAAEaiOQLkBK5LAbsEXwxj8f/XXs0igLJTQicte3TCqBkSSgS0bwHy6WCOiE/yvy7UsEdEJ84YebvN/Xtgu5GwKdk0Dzv/9mFtAlDYMPMhHQnXP7M2sIQAACEIAABJqSQAcR0AnsvUTIf4PaIiV8hnRpRnKJ2MgL5sX52qGlffh6oi1ioqi+aPSb49RYmnIfETQEINDpCCR/cJd7D4y+z5pZ0fvf4nwN/xaZUCxw/fMtNZtTayynyIhEAR35v6JQvikioC1f47lFIBdLoE2LakBb/jdxwprTvn1pJnin2z5MGAIQqIFA877/Jn7gV/hNxfz35oXED/9+6f9PqaCOfw2EuRUCEIAABCAAAQhAoL4EOqyADiVwfJadQEYy7YpqRofyxGctR0p9xMqU+DZeWKTHUt8FpjcIQAACrUMgTYCUqVEq4futBSkH/MVk+JV8gJefWdnySC2zTyzBUTiUMD+m/78gIqD9B5FJhxgWCfIv/jl2fr5N5oMQW2fx6BUCEGhqAs37/luxgA6+N+f9s6k3LcFDAAIQgAAEINDJCXQQAR1TWzmoz5wsfaPZy6E8DgX0WFvgakq3poAmo6OTvxaZPgSajEDar4CnHJJ1rtn5quuceFhsBgGd8BsmSYe+tqmAPiSfwR2ZHwKlybY54UKgIQk0//tvKdbkGtD3/+xQ2yA4M4AP8BpyUxIUBCAAAQhAAAIQKEuggwloMwsy4aLlNJLqgoYHFNZegqN8BnTxr6Dr22kuCEAAAs1IIE2AxJTgKJpmTNmiIqFs+RIdwXtqJAM6KpQLHzZGD5DNj1urgC6U4ChI5eIDb7/0+Km2//mP5g/JogRHM+5qYoZAcxBo/vdfBHRz7DSihAAEIAABCEAAAvUi0PEEdJAh0XLYVUImXpkDBD3gyg8hTBDQrkOV/DjWFnx9vIVHE7qngiw5DqWq1/amHwhAoPUIpAkQs6TfPvEf9GU7hDBdQJfMsZUE9AaFGqWRETmEsPW2GT1DAAIxBJr//bcuAppDCHl1QAACEIAABCAAgaYh0CEFtFnLQSWlh0X5tQlFccs38hMnLbDJ5z+aaxSVGGXrjCb9MBDEEq05XdgmxdIaAd00rx8ChUAnJpAuQAQnKpmjv4kSfb7lV6szlOAoEsL6gG+S2QUx5ZLyq1RrBnTud1YiH2jG1CctmqMXJPkYovPn/b4Tv4SYOgSqJtD8778I6KoXnxshAAEIQAACEIBAUxJocgFdL+bZvpGv12j0AwEIQAACEIAABCAAAQhAAAIQgAAEIAABCECgMxBAQLtVRkB3hs3OHCEAAQhAAAIQgAAEIAABCEAAAhCAAAQgAIG2JYCARkC37Y5jNAhAAAIQgAAEIAABCEAAAhCAAAQgAAEIQKDTEEBAd5qlZqIQgAAEIAABCEAAAhCAAAQgAAEIQAACEIAABNqWAAK6bXkzGgQgAAEIQAACEIAABCAAAQhAAAIQgAAEIACBTkMAAd1plpqJQgACEIAABCAAAQhAAAIQgAAEIAABCEAAAhBoWwII6LblzWgQgAAEIAABCEAAAhCAAAQgAAEIQAACEIAABDoNAQR0p1lqJgoBCEAAAhCAAAQgAAEIQAACEIBAtQReWvaSTfv7NHvu7efs01WfVtsN99WRQLeu3Wz7Dba3Y75wjG3Ve6s69kxXEIBAPQkgoOtJk74gAAEIQAACEIAABCAAAQhAAAIQ6HAEJJ+//9D3bc1ua9pa3dayLtalw82xGSe02lbbJ59+Yv/+9N/2031/ioRuxkUk5k5BAAHdKZaZSUIAAhCAAAQgAAEIQAACEIAABCBQLYFz/nyO/eO9f1j3bt2r7YL7WpHAx59+bFuvv7Vd+KULW3EUuoYABKol0PQCesWKFfb666/b+++/b6tWraqWA/dBoF0JdO3a1f5/9t4+9pOjvvP8DAZMCPicAMYO5pLhIQSIl8WsFc+sETrnDAerCHkGc2HmVgpxlGjlJCKWlxXy4NWaGaHNWgYRrFNO60ukvRmymLGFooUjvniFwnqcIzhLHEK8QCYrG4wNOByQBwPmd+rnqurqrurqrm93db/mL/v3rcfXu6q6+t3Vnz7vvPPkoosukmc+85mztoXKIeBLgPXXlxTp1kaANXttiqbXH9bf9DSjxdMQYP2dhiOlhBG4+qNXyw8/44c5+RyGL3qu7CT03/7D38pdb74rel1UAAEIDCeQtAGdbb4ffPBBef7zn5+bdtmGhH8QSJFA9vAkG8+PPvqovOxlL8OETlHEjbWZ9XdjgtNdjQBrNgNiTgKsv3PSp+65CbD+zq3Atuv/ubt+Ts5/5vnbhrDw3n/z774pv3/17y+8lTQPAtskkLQB/aUvfUl+6Id+SH7kR35EzjnnHNm3jxhM2xzG6fd6b29PnnzySfmbv/kb+fu//3t58YtfnH6n6MGqCbD+rlpeOucgwJrNEJmTAOvvnPSpe24CrL9zK7Dt+jGgl68/BvTyNaKF2yWQtAH9p3/6p/lp0XPPPbc+/YwJvd3BnGrPs4109i870fHEE0/kp/pf/epXp9od2r0RAqy/GxGabrYIsGYzKOYmwPo7twLUPxcB1t+5yFNvRQADevljAQN6+RrRwu0SSNqA/sxnPiOXXHKJPO1pT+P083bH8Gp6nm2qv/e978kDDzwgr3nNa1bTLzqyTgKsv+vUlV75E2DN9mdFymkJsP5Oy5PS0iPA+pueZmtpMQb08pXEgF6+RrRwuwSSN6Bf9apXyVOf+tTtKkjPV0UgM6D/7M/+DAN6VaquszOZAcL6u05t6ZU/AdZsf1aknI4A6+90LCkpXQKsv+lql3LLMaCXrx4G9PI1ooXbJYABvV3t6fkCCXz/+9+Xz372sxjQC9SGJukEMEAYERAQYc1mFMxBgPV3DurUuTQCrL9LU2Qb7cGAXr7OGNDL14gWbpcABvR2tafnCyTAZnqBotAkKwEMEAYGBDCgGQPzEGD9nYc7tS6LAHvmZemxldZgQC9faQzo5WtEC7dLAAN6u9rT8wUSYDO9QFFoEgY0YwACHQRYsxkacxDAgJ6DOnUujQDr79IU2UZ7MKCXrzMG9PI1ooXbJYABvV3t6fkCCbCZXqAoNAkDmjEAAQxoxsCCCGBAL0gMmjIbAfbMs6HfdMVhBvSb5F0/+zZ5heWzVX/3+IfkVz79semZ/vi75Ld/6ifkr//yV+S9/3364qsS33TZb8vbzvtr+dAfvldE+e8IPfLuBAa0NyoSQmDnBDCgd46cCiHQTYDNNKMjFQIYIKkoRTtjEmDNjkmXsrsIsP4yNiBACCTGwDwExhjQ5z/6z+Vf/bna7l+Sf/uG18n5sUzoHSBSDeg5TWe1qxjQOxCeKiAQSAADOhBcetn+XG5/683yidffJB/+pZ9Or/kbaTFmxkaEXkE3MUBWICJdGE2ANXs0QgoIIMD6GwCNLKsjwPq7OkmT6NC0BrRIbuCe+2n555/69/JLV/wHeekTfyHn/+gr5Jnyd/IX+ell4/T09/8iP238MSn+/hPf0k9QZ2Vc9sSH5Fcee5V2Ajqv50efWTKuys7+tzDB5cuNOd4ylX/638p/eMGPKfp8RT75iX8l/17K9ltOQOenoev6mqxfqepxlPlm+Wv55o++QrJa6zyeIwQD2hMUySAwAwEMaHlMPnHjr8rtX2jTf8OxD8u1/8hXlaKch/9XvzyPffyY/OqnXisfPPEGueBrn5Bj1/2RvPa24/KG5/nWNzDdn90ub/1/f2ac+byLdg7s1tqSs5lem6Lr7U+4AVI+DKvQtB6K6b//5Ns/KMffeEEbZLam/ceLizU0/9UoV8nRWYYln5k2X6t/57+Vpf2kXOtcp4f1b9h1Zr3jKdWesWanqlza7d7m+vsGuenD10r/EQrH+pvvY2+XakVn/U17HrD+pq1fqq2PbUC/7ocbc1csJnNmML9OPpkb1u3Tx5mZfJl8MzOuRQnB8ezMQJbaNJbc/K3+32FA52nPL83wxrD+sb9tt6EvBEfe7nNL89ynzB8Vpc5howUDehgvUkNglwQwoEsDumUcl5vU/d4m9LIN6Me+9phc8DyLibPL0UZdTgJspp2ISLAQAmEGSGEOnK1N5WLd/KMrKpPZ/P8ivZjrcGY+H/+EyEuvVQzoNpjCPN7fY1o46svrOduYzvn/S095rv4Zv/NQbyGjObwZrNnh7MgZTmAL62+xfkuz/ubr5cPy850mtGP9Lff1Ylx/fA+OhKtFzlgEWH9jkaXcPgKTGtB5nOZXyDfLU8GquZy3ITNqn//N8sRz1aoOkzmL86ymV2NAmwa01kGPE9AGkC4TvNOA1gxvO91+Y33YmMSAHsaL1BDYJQEM6C4DOlOhZTYYp6Vr80P/e32CrjJJakWb0xv9J6BdJ+iaIZKX8+XXyrVnb69Pcfef4FNPkGT1/J5cfOy18kfHyxMheZ9eIL+fhevIq1FO/KlmiRQ3Aq99+1m5vTodaJhBf/7v3yo3/4EynDca/uPEiRPy2c9+VpvXr3rVq+TGG29szXU207tc/qhrDIEgA8Rm4KonmS2/F2vcz5dvb1Rr40/KG14v8omz5Vskto74PER01Ket03kd5ZrZdQp6cP9MA3yMIuSdgwBr9hzUqXP96+8FxsPJQvNsX/l7L+h5K8Z8QKhcX0R987AaQq03aRhbKRFg/U1JrfW0dYwB7foIoWlA62EzVIZ6eI4qDEcdfiP7qKH2EUI9jIce0sLTgC7N8iqIh/iegDZMdm0keJQZElcaA3o9842erI8ABnSfAa2ZDW2jIDdYpYqpbJyANk/OVa+HlyZstwFtnvjrNyiq18Pr1wiNes0TgPr/l2ZObRw35k71mrnWx5YBfbv8t9pU1k+e5PnOKqcTSzN+i687ZuZzZkKr/zLzOTOhzX9spte3yK61R0EGiAWGuhZ2GgS1qfDn8omPXyBveOMF0jaH9cL19dmugrUM1UQefAK6XU9vOzkBnfz0YM1OXsIkO7D+9ffn5MuWsHY+67oqaOv6Uj/MLFM532pJcnhsptGsv5uRelEdHWNAtz9CqHfNakCX8ZW7jNgmDMfX5HVV+I3sNLRmQDf15HX8cPb/lYntMKAVk7gyrv1PQHd8ZHFAmRjQixr+NAYCowlgQPca0IqpLGa80Yy9ehrOHYJD3Th3GdCv/hP1tF+pb89rh/YTetUr67bX11VD+7HW6+2tzb16OqRlQOtxq/tvDDpepR89hNMoQD0F3XX6OesJm+k09KSVItMYIPq6oJ927l//pjB2vepTY4Y6Qn60x0XXute85dIfn5qRtnQCrNlLV2id7dvC+nuBGUKpWou936Yz1t/WWzHV24s+saXXOY5S7xXrb+oKptn+XRrQeqzmDl6V0fz4N+UV5ynhOjoM6KIU9QOGP9b7EcI8rEb5kcSqBb4GtBb3WWm++uFFV5kY0GnOE1oNgS4CGNCeBvTPfVn9EJWKswpR0WFAGx88EccJ6Bd81AhbUVdl3yD3GtAX2T9u2LzCaDegtdcbRxrQ+ge8RLZ4AjqTUD0F3XX6GQOahTolAuMNkNKEVcwEL0O4hNRnQLtOR1ecXfW1DJDWmy19irX7Z0s99ERfSmNkC23FANmCysvr4xbW3+xjg1oot5deKzdd8Udys3mK2SpPx/qrhcb7Sbk2D0HXF1d6edrTooYA6y+jYQ4COzWgS6P4FU8UH/zL/7XiKSvhNcqwGHm6vhjQtvAcdR3FqeUf+37xwUAzrnMdFsQRgiPP96PfbD58aBrQysnuvjIxoOcY5dQJgXgEMKA9Q3DkJ5M/1RNv1CxHMZ4r09XnBHRuQNdhPdzCL9WAboznyjjf9gnoTMkqDIct9nOlNJtp95gnxTIIjDNA7OaAMySG0vVuk7kjbJHlYeAHX/B77XW9fiW7eAW8+UBiUXmzjkv+BkkRK1+MDyL6mc95Pl4BX8aADmwFa3YgOLKNIrD+9fdayQxo8595gGKS9fc/Xtz7MdtRQpE5KgHW36h4KbyDwG4N6KwRpSFct+crLVO3MnC12M7GCegm9EZRUDvtK6SI7/wV+eSXRV5Xf/xQjx+dxX7+0BOX1ebyVzKjuTSTG7P6s/Kqn32bdMe8FnmX+ntPmRjQTEUIrIsABrTvRwidJoF+Atp2ss7HgHYb3foAjBGCY/wJ6OLjMfqXxTGgqw8R2mI/V6qymV7XArvm3gQbIKURLG+3fEjK+RHChminAT0krnJvfd0fwep9SNjTvyEG+5rHzpr6xpq9JjXT6cv611+r/dwKG9dSrO/60mFoDzn0kc4I2UZLWX+3ofPSehlmQC+tF+tuDx8hXLe+9C5tAhjQXQZ0V6y4/dVHB82TaxYDWjkxXZ8I9vwI4VnFnBn2qrklpurv7JebPlycJrF9hFCOfViu/UfFQG59YTwoBIdp3FRx9rYbgsN3mWAz7UuKdHMTCDNA9I+Vtvtgnl7ufnDVuS46HxaqtfbXZ37EtTitfFaqj7S22+/qn9kfV/q5VaZ+FwHWbBchfo9BYDPrr7KPbn3cugXWsZ6aDyed63kM5ShzSgKsv1PSpCxfAhjQvqTmS4cBPR97aoaAiwAGdGlA3/4FE1UV21n9e/PhqOKvelxm3WQuTNi63NffJPnr3qUZnMcWrTbW5qbYfFW858NX/Segi1bqcZjVNrfNnWkM6J8WMfrwhmMflIv/46/K7aqB7xqdG/ydzfQGRU+0yyEGiBkTvul6e12qXq3u+khflwHtG/+5qVtf1836hsSx9+qfsTbyEcJEJ0DZbNbstPVLtfVbWX+1GNDGntvUzmv91WJAcygi1fFftZv1N3UF02w/BvTydcOAXr5GtHC7BDCgt6s9PV8gATbTCxSFJlkJhBggoITA2giwZq9N0TT6w/qbhk60Mi4B1t+4fCndTgADevkjAwN6+RrRwu0SwIDervb0fIEE2EwvUBSahAHNGIBABwHWbIbGHAQwoOegTp1LI8D6uzRFttEeDOjl64wBvXyNaOF2CWBAb1d7er5AAmymFygKTcKAZgxAAAOaMbAgAhjQCxKDpsxGgD3zbOg3XTEG9PLlx4Bevka0cLsEMKC3qz09XyABNtMLFIUmYUAzBiCAAc0YWBABDK9PDv4AACAASURBVOgFiUFTZiPAnnk29JuuGAN6+fJjQC9fI1q4XQIY0NvVnp4vkACb6QWKQpMwoBkDEMCAZgwsiAAG9ILEoCmzEWDPPBv6TVeMAb18+TGgl68RLdwuAQzo7WpPzxdIgM30AkWhSRjQjAEIYEAzBhZEAAN6QWLQlNkIsGeeDf2mK776o1fLDz/jh2Wf7Ns0h6V2fk/25G//4W/lrjfftdQm0i4IbJoABvSm5afzSyPAZnppitCeLgIYIIwNCIiwZjMK5iDA+jsHdepcGgHW36Upso323PipG+UL/98X5NynnruNDifWyye+/4S89H94qZy44kRiLae5ENgGAQzobehMLxMhwGY6EaFopmCAMAgggAHNGJiHAOvvPNypdVkE2DMvS4+ttOaL3/yi/MtP/kt52lOfJk9/6tM5Cb0Q4bOTz9/9/nfle9//nvy71/07ecn5L1lIy2gGBCCgEkjagP7TP/1TeeUrXylPf/rTURUCqyDw3e9+Vz73uc/Jq1/96lX0h06slwDr73q1pWf+BFiz/VmRcjoCrL/TsaSkdAmw/qarXeotz0zo3/nz35G/+MZfyPd/8P3Uu7OK9j/1KU+VVzznFfL2n3475vMqFKUTayWQtAH9pS99SZ71rGfJBRdcIPv2EYdprYN0K/3a29uTxx57TL7zne/Ii1/84q10m34mSoD1N1HhaPZkBFizJ0NJQQMJsP4OBEby1RFg/V2dpHQIAhCAAAQ2QCBpA/rv/u7v5MEHH5QXvOAF8pznPEee8pSnYERvYNCurYvZJvoHP/iBfOMb35Avf/nL8rKXvUye+cxnrq2b9GdlBFh/VyYo3fEmwJrtjYqEkQiw/kYCS7GLJ8D6u3iJaCAEIAABCECgk0DSBnTWq2wT/sgjj8i3vvWt3MTjHwRSJJA9PDnvvPPkoosuwnxOUcCNtpn1d6PC0+38gTdrNgNhTgKsv3PSp+45CbD+zkmfuiEAAQhAAALhBJI3oMO7Tk4IQA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SRvQn/nMZzYsHV2HAAQgAAEIQAACEIAABCAAAQhAAAIQgAAEIBCfwGte85rgSjCgg9GREQIQgAAEIAABCEAAAhCAAAQgAAEIQAACEIDA+gls1oBev7T0EAIQgAAEIAABCEAAAhCAAAQgAAEIQAACEIBAugSSPgGdLnZaDgEIQAACEIAABCAAAQhAAAIQgAAEIAABCEBg/QQwoNevMT2EAAQgAAEIQAACEIAABCAAAQhAAAIQgAAEIDALAQzoWbBTKQQgAAEIQAACEIAABCAAAQhAAAIQgAAEIACB9RPAgF6/xvQQAhCAAAQgAAEIQAACEIAABCAAAQhAAAIQgMAsBDCgZ8FOpRCAAAQgAAEIQAACEIAABCAAAQhAAAIQgAAE1k8AA3r9GtNDCEAAAhCAAAQgAAEIQAACEIAABCAAAQhAAAKzEMCAngU7lUIAAhCAAAQgAAEIQAACEIAABCAAAQhAAAIQWD8BDOj1a0wPIQABCEAAAhCAAAQgAAEIQAACEIAABCAAAQjMQgADehbsVAoBCEAAAhCAAAQgAAEIQAACEIAABCAAAQhAYP0EMKDXrzE9hAAEIAABCEAAAhCAAAQgAAEIQAACEIAABCAwCwEM6FmwUykEIAABCEAAAhCAAAQgAAEIQAACEIAABCAAgfUTwIBev8b0EAIQgAAEIAABCEAAAhCAAAQgAAEIQAACEIDALAQwoGfBTqUQgAAEIAABCEAAAhCAAAQgAAEIQAACEIAABNZPAAN6/RrTQwhAAAIQgAAEIAABCEAAAhCAAAQgAAEIQAACsxDAgJ4FO5VCAAIQgAAEIAABCEAAAhCAAAQgAAEIDCHwr0/dJx/7k7+W737/ySHZNp326U89R970T35C/s2Ry60cYLr+4eEaA7sggAG9C8rUAQEIQAACEIAABCAAAQhAAAIQgAAEIBBMIDNK737gq/LdfU8X2feU4HI2l3HvB/L0ve/KVZdc2DKhYbqR0dAzBnZFAAN6V6SpBwIQgAAEIAABCEAAAhCAAAQgAAEIQCCIwGXX/57sPeM8zOcQens/kH3/8C359K0/r+WGaQjMRPN0jIFd9QYDelekqQcCEIAABCAAAQhAAAIQgAAEIAABCEAgiMCrfv2kPO3ZzwnKSyaR7337G/LZDxzVUMB0WyPDNgZ2RQADelekqQcCEIAABCAAAQhAAAIQgAAEIAABCEAgiABmaRC2OhMG9Dh+a8iNAb0GFekDBCAAAQhAAAIQgAAEIAABCEAAAhCAQBQCGNDjsGJAj+O3htwY0GtQkT5AAAIQgAAEIAABCEAAAhCAAAQgAAEIRCGAAT0OKwb0OH5ryI0BvQYV6QMEIAABCEAAAhCAAAQgAAEIQAACEIBAFAIY0OOwYkCP47eG3BjQa1CRPkAAAhCAAAQgAAEIQAACEIAABCAAAQhEIRBqQP9v1/6svONFT9Pa9O2/+kv5n27/6yjtXGqhUxrQKtMtslyqxq52YUC7CPE7BCAAAQhAAAIQgAAEIAABCEAAAhCAwGYJhBnQPyH/+7t/Si57hoHtH74h73/Pp+X/2hBNDOgNid3RVQxoxgAEIAABCEAAAhCAAAQgAAEIQAACEIAABDoIhBnQPy13nLhY9rfK/J58+mN/KP/iv9gry0/4PvtR+Sfv//Moerz7Hf+LXPntAaew/+ll8p/fdK7cc+On5D2BLZrXgA7TIbCrrWyDeY+pONfqOfLsVhnfkY+O0K/dpOLhynM/93/LNXf6NRgD2o8TqSAAAQhAAAIQgAAEIAABCEAAAhCAAAQ2SCDIgD50hfzJa55lpXX2M93GXWwDeg75lmBASw/zmEx2b0CfJ3/Z84Bjmr5iQHtxfPLJJ+VrP/iCvPyCA17pSQQBCEAAAhCAAAQgAAEIQAACEIAABCCwTQL+BnR12jY75fwlkSs7QnDcI3JtflK1fTJVM6AzE/uVT8inv/0cuex5GfvvyEc/9oRcWZ5yrWMg29KVJ15zA/TZ35NnP+NpkqW/59k/VZyA/svn5Seb//KvzpXL8jjVWZsflee+qTy1/bWHi1PY6gnovJ5z5dvPeJo8e0AokdEGdI+ZX4zIvlPlhSZdBrRuECvG6qPFyW+dT3NyPcv35lwTybkWcb2L/D8lBe/Hv/09+dFnFzHAqzR6XPCq3Xo+2wMKez5jPuZadRnQpmmccXm+fL0yq9XT06q2Kvv67xjQXishBrQXJhJBAAIQgAAEIAABCEAAAhCAAAQgAIHNExhuQItIZeBa6DXmpYcB/ZpnSWFIVjGlyzy5MShFaIXSJKxMzrx8KQzk/L+f3cSdrg3X3IB+jkhpnhZtKg1RUYzM/L/LEBx5Pef2hhCxDZbRBnRWaGd4if6QJiL9BnRhGr9Y5J4/lH/x/CvkP//Iw4WZXNVX6pgbwD/2rTx+t+Qfl3yiYF+m+7qq0bdL814k51+HPFE1K38rdPpOES9cyadx7MxnhGnpNaCzEjMW58uf3fgpOXvtz8qb/+YPyxAauhmtj5HK0C7HX97Gor2E4HAsjRjQm792AAACEIAABCAAAQhAAAIQgAAEIAABCHgRCDKgvUr2MaBLk9k0M82TyZUZXZu1hWksihmd/WQ3F0X00B+KIdkyoJv2eHUxO5/87W/IZz9wVEvuz1TJ1joJ7TKfK9PVEotbPeWbsbzyPJFnPNHEum6ZuQ2Tr1ymx9FuDP/CmP2przQxtvtCcDTM2/n62HaGaeky6dWHIdUpdvmW3F59DLM8QW9+HFM13fOPZtbpvib/FAPaPfwxoN2MSAEBCEAAAhCAAAQgAAEIQAACEIAABCAg4m+Wdn3wrouihwH9yifyU7eZAaiZma3QGE06NWxGZkCrHx3UDejm44LeBrTSHt+xMZkBXZmgZWztvljaTdtcJ6CLlC2juPXxxcqALkKrqCazaSSrJ4NtIT4ue4ZCLjeHXSeKq9PvZr6hJ6Cz/O3wGS2juaxGD/tR1Z2N2YflxzCg3cMfA9rNiBQQgAAEIAABCEAAAhCAAAQgAAEIQAACiRjQ6gloJWTD6gxoKU5rN+EjXCPUw4DOeP2PT8inn31eEYrjv1QhP5R4ysqJaNcJ6C4D2jR6+4xrtVfd+YYb0FlZ18q35OsvOjcPxfGeytS3PFjo/iAmMaBdoy7/HQPaCxOJIAABCEAAAhCAAAQgAAEIQAACEIDA5gkMPwHdPtmsQ6xOSk94ArqOFV2c5lVjQKd8Atp+Ctc+JJuPAaq/uwzoJi5yHs/5SilCU5ThLKoY2UNiQPsZ0OUY8DgBrRvQar6BBrTav9x0/6byocnGbK/Hz6d/SPuoYRNPnBAcXosiBrQXJhJBAAIQgAAEIAABCEAAAhCAAAQgAIHNEwgzoIswBVq4hYxkHnv47+XNJ7K4xBMa0K8UOSvPkv1ZeAclvrEZWiK1EBxTGdD7LaP47Gf+Ur7+Sv1jevWp39x8PVe+/rVnyf7nZZl1rZoPSYo0xndHeIsXPa1M8yy5I9e9LO8zIm/OTx67DF01tMt35KN1viI0S/2v90ONj8pz3/R8+frHyhPe1g8kPqsoSo2PrcXdrhhwAtprUcSA9sJEIghAAAIQgAAEIAABCEAAAhCAAAQgsHkC/ga0rxnYmICTwO34iNwkZU9QyJgY0OMN6MAOtGJAB5ZDtpyAbQzsCs3nHzsjz3vKS+Wcc84JqnLf448/vheSEwM6hBp5IAABCEAAAhCAAAQgAAEIQAACEIDA9ggEGdC7xLRiA3qXGLW6MKAnRY8BPSlOCoMABCAAAQhAAAIQgAAEIAABCEAAAhBYE4HFG9ALhz3mBPTCu0bzPAlgQHuCIhkEIAABCEAAAhCAAAQgAAEIQAACEIDA9ghgQI/THAN6HL815MaAXoOK9AECEIAABCAAAQhAAAIQgAAEIAABCEAgCgEM6HFYMaDH8VtDbgzoNahIHyAAAQhAAAIQgAAEIAABCEAAAhCAAASiEMCAHocVA3ocvzXkxoBeg4r0AQIQgAAEIAABCEAAAhCAAAQgAAEIQCAKAQzocVgxoMfxW0NuDOg1qEgfIAABCEAAAhCAAAQgAAEIQAACEIAABKIQwIAehxUDehy/NeTGgF6DivQBAhCAAAQgAAEIQAACEIAABCAAAQhAIAqBy67/Pdl7xnki+54SpfxVF7r3A9n3D9+ST9/681o3Ybpq1fXOdYyBXRH4/GNn5HlPeamcc845QVXue/zxx/dCcj755JPytR98QV5+wYGQ7OSBAAQgAAEIQAACEIAABCAAAQhAAAIQ2AiBf33qPrn7ga/Kd/c9HRN6iOZ7P5Cn731XrrrkQvk3Ry7XcsJ0CMiE0/aMgV31CgN6V6SpBwIQgAAEIAABCEAAAhCAAAQgAAEIQCCYQGaYfuxP/lq++/0ng8vYWsanP/UcedM/+YmW+VxxgOn6R4RrDOyCAAb0LihTBwQgAAEIQAACEIAABCAAAQhAAAIQgAAEIACBDRLAgN6g6HQZAhCAAAQgAAEIQAACEIAABCAAAQhAAAIQgMAuCGBA74IydUAAAhCAAAQgAAEIQAACEIAABCAAAQhAAAIQ2CABDOgNik6XIQABCEAAAhCAAAQgAAEIQAACEIAABCAAAQjsggAG9C4oUwcEIAABCEAAAhCAAAQgAAEIQAACEIAABCAAgQ0SwIDeoOh0GQIQgAAEIAABCEAAAhCAAAQgAAEIQAACEIDALghgQO+CMnVAAAIQgAAEIAABCEAAAhCAAAQgAAEIQAACENggAQzoDYpOlyEAAQhAAAIQgAAEIAABCEAAAhCAAAQgAAEI7IIABvQuKFMHBCAAAQhAAAIQgAAEIAABCEAAAhCAAAQgAIENEsCA3qDodBkCEIAABCAAAQhAAAIQgAAEIAABCEAAAhCAwC4IYEDvgjJ1QAACEIAABCAAAQhAAAIQgAAEIAABCEAAAhDYIAEM6A2KTpchAAEIQAACEIAABCAAAQhAAAIQgAAEIAABCOyCAAb0LihTBwQgAAEIQAACEIAABCAAAQhAAAIQgAAEIACBDRLAgN6g6HQZAhCAAAQgAAEIQAACEIAABCAAAQhAAAIQgMAuCGBA74IydUAAAhCAAAQgAAEIQAACEIAABCAAAQhAAAIQ2CCBpA3offv2bVAyugwBCEAAAhCAAAQgAAEIQAACEIAABCAAAQhAYHcE9vb2gitL3oD+3BfvDO48Gf0IvPIlhwTOfqzWkAq916Ciuw/o7GaUQgp0TEGloo1olY5WPi1FTx9KcdLAPg5Xn1Jh70Mp7TRonK5+aDePdnCfh7urVnRxEQr7PeOKAR3GjlyeBJi8nqBWkgy9VyKkoxvovA6d0TEdHdEqHa18WoqePpTipIF9HK4+pcLeh1LaadA4Xf3Qbh7t4D4Pd1et6OIiFPY7BjQnoMNGzoBcTN4BsFaQFL1XIKJHF9DZA1ICSdAxAZHKJqJVOlr5tBQ9fSjFSQP7OFx9SoW9D6W006Bxuvqh3TzawX0e7q5a0cVFKOx3DGgM6LCRMyAXk3cArBUkRe8ViOjRBXT2gJRAEnRMQCQM6HREGtBS5t4AWBMnhf3EQAcUB/sBsBJNisaJCkeor9mEY87Mhr63YnSJowsGNAZ0nJGllMrkjY54URWg96LkiNYYdI6GdqcFo+NOcY+qDK1G4VtcZvScTxLYw34+AuuvmfmVrsZoN492cJ+Hu6tWdHERCvsdAxoDOmzkDMjF5B0AawVJ0XsFInp0AZ09ICWQBB0TEKlsIlqlo5VPS9HTh1KcNLCPw9WnVNj7UEo7DRqnqx/azaMd3Ofh7qoVXVyEwn7HgMaADhs5A3IxeQfAWkFS9F6BiB5dQGcPSAkkWZSO//Uj8sq3nNKpvfE35JO/9VqR3/9Ned1v3Gf97bn5X78p/+nXflHe+fEqyeXym596p/yzC4u/3/36/1Pe/3PnN/m/+kfyjiselV/44lvkHyul/tcPHpKj7xf59Y/cKb+i/rAALRel1QJ4pN4E9JxPQdjDfj4C66+Z+ZWuxmg3j3Zwn4e7q1Z0cREK+x0DGgM6bOQMyMXkHQBrBUnRewUienQBnT0gJZBkUTrmBrTIScMUzjB+PTOg/+BAbkYXhrP670H57Ze8Sz7/PsVkzgzmEyLHfusS+WNvAzor56Mi7xD5gLxZPverL1uUgovSalFk0mwMes6nG+xhPx+B9dfM/EpXY7SbRzu4z8PdVSu6uAiF/Y4BjQEdNnIG5GLyDoC1gqTovQIRPbqAzh6QEkiyKB0DDej81LK8t8MwHnACOqv/9ufLJ28UOW45HT23nIvSam4YK6gfPecTEfawn4/A+mtmfqWrMdrNox3c5+HuqhVdXITCfseAxoAOGzkDcjF5B8BaQVL0XoGIHl1AZw9ICSRZlI5BBnRhMD98bVfIDH8DOjOyf/fHs1PUYg/bMbOei9JqZhZrqB4951MR9rCfj8D6a2Z+pasx2s2jHdzn4e6qFV1chMJ+x4DGgA4bOQNyMXkHwFpBUvRegYgeXUBnD0gJJFmUjpYY0FeVYTXyEBxGDOgiTnMRfkM6YzabsaFVUY404T7ymNBn5Ko8brQr5Mc8wi5Kq3kQrKpW9JxPTtjDfj4C66+Z+ZWuxmg3j3Zwn4e7q1Z0cREK+x0DGgM6bOQMyMXkHQBrBUnRewUienQBnT0gJZBkUToGnYD2M6BdHyFsxZg2DOklSLkorZYAJPE2oOd8AsIe9vMRWH/NzK90NUa7ebSD+zzcXbWii4tQ2O8Y0BjQYSNnQC4m7wBYK0iK3isQ0aML6OwBKYEki9IxyIAWGR8DuvuUdHUCewlSLkqrJQBJvA3oOZ+AsIf9fATWXzPzK12N0W4e7eA+D3dXrejiIhT2OwY0BnTYyBmQi8k7ANYKkqL3CkT06AI6e0BKIMmidAw0oCU/rfw+kTJcR449+9sJkWO/dYn88a/9ovSegM7r/Sv5zTL8RiVbEfbjRU2Yjpn1XJRWM7NYQ/XoOZ+KsIf9fATWXzPzK12N0W4e7eA+D3dXrejiIhT2OwY0BnTYyBmQi8k7ANYKkqL3CkT06AI6e0BKIMmidHQZ0EYMaHnjb8gnf+u18tzKcL7ifXJ3zfzy0lB2f4RQPnhIjsp75XO/+jJDMVd4j90KvCitdtv1VdaGnvPJCnvYz0dg/TUzv9LVGO3m0Q7u83B31YouLkJhv2NAY0CHjZwBuZi8A2CtICl6r0BEjy6gswekBJKgYwIilU1Eq3S08mkpevpQipMG9nG4+pQKex9KaadB43T1Q7t5tIP7PNxdtaKLi1DY7xjQEQzoPB7l+xtBfv0jd8qv/GOR4nXe+zSlqt+yP9p+r0945SfDThkqH9FfDa5Pj/3P8uVf+0V558dtg6I6FSYirTKV38LGkzXX5JPXxqI8CScZ4z840JyKK1uUs/3vby5OuJWva9+tnp7L0tlO31Vpq57Veewn40zttRN6dR2nRN6hn7ZrfQArr6+KS9rWxWssmRxS1VsK1h9QR5emneV3ESnmVhdDXb/Bc69vvA0cM53jsdZf7bg65wPH4ERze9y8tmtWNC3rY7GG1WETTKa1vmpnLHF8jXnW7rqZRz81q6+hKnt7zOAiXrDIf7Ksv2Ys4WbOXyCnzfFdN7Sp07m2BOo6TsfASskWRCCmVtX4UvckTSNjzJPz+/c86rU7v5YVoVRc+5rOfvjsoco6Y801U/SYelZ1DeFhi3fuZFFx9djTOMsyrvUx46/vgn1rkmtj0Lbf7tqvdLzF4bpv0BoQcn0MWqacmWZh72xVTwKvewZVo2IP0Ar7pN1n2O/TqjFvvycY04nd5o2hcf/64bpPKPrvXoM60uX70rfIP6411O/HrWtV17hR2tG1xlXtbP3eU+ZUCi9Cu3qP79I17D6o955vpnUzBnfpvKb23cOc3/hDpk9SbyxKT8rwRLT7dOU+TeddziXrnqysINtPXPFAy/fS5sOAPd2YuTG9Lp7s80ZX+wTXPXO2Ng3zjFr+VF7f7vYJGNCTGtClcC9TzcVs0DwgP/PFt8jFpjlqxJ3s3XBYzNHiAmUaymLEq7QvzsViIHrMy3Iy229Aw6fv5JPX9Zq2y4AuuV/1xvtEXp8ZRueXO45sQVX4WeKCZtyOyy/L+3/u0dwUlfLhQj1pRXklvN5kNBuXQmORqz5+n7y8zls+fDDbnW80HpWXv+OUfP7HlXZWNx1qesdYSlrv8gLaYl3Ps77X5IvfPv/Gy+VuUR9MWAxoy7gpdqzGuFCmQmvODhozRUHFw5EXya+//6/kYi0GbfumM5/zD1ZjzOx3uf44xmD4TNZzTjav83F+Rq7q67upQWutKi/Omgli59H0ohwbnnGDdfbdhkC1Fmg3n9VNg9I+63rfw+KdkXSdTMepBhbldBKIp1U2Fz4q8g6RD0j5oLZuRax5YrvuVZtf85ppPlTuWvN7+uGzh6o235HmmilsPD2rmgbwKNeoZl/idz3x29P4lNXeP//XD/6mfPkt75R/duH0i0J89kabW3wflN/+tcfkcBVCKEveuedzGNDa3qU9h2oTYtD1cXrmVYk7Zz+2K173DLpGXfdzzQdzn99tUtv2+GP7sOP802tszgFzTenYD9f3CT5rUAap3EvaDih96pLiEJN5LWnNbc+9vVwud3/c9o2JYt3+vHmP2nu/MJ3A82un9sWla9h9UHt+zr9uxuL+TsWTaq6pffcw1d6s7VVUymTr2O8+qN5X99yHm/fF2Xz5yAXyfiXknXW9dM2znnvz6WaDSCxdrA8ovfcJ5j1z3/7Bb6+9630CBvSEBrTriXX79/EmWLOZsVwU8xloWRQ6Lpa1GdZlxAXO6Mkn7xBDsGyzdgK6yv8RkaMtw7kyoPtMzTbX7o9V2TelJ19/Ro4qnG1jp25z9hTw9udrp7oHjaXU9baMYb3/bgNaPvJekbeoDwzGz732fBk2F+rJoAAAIABJREFUZoqhWYyPh6+9U37mU4fkd7UHDZYNgjb2LX2wfjCtf6MROK2nuyiHGNAlt+oCrpvDfZvX5jdt7WxBcLEfaEDX5kKzafA1oH3Xltl1DG0A+bwJTH4tre8mPlJcY24UOX7Fo/IL1Umv6iGqNT52s35pG2ltjfK5yTHNZR8jp2Otzeru6EfXg0R1HYg910yho+npoWubh4W7x/WkWsf69jT5m2nOsnpOjXrPEP+E0dmbTbFe5/RE3Xu+IQZ0e16GXB/9SQ5PuXP2w5uo5/C6ZzA0supdGIvFQYOQtXFsR3aXf3qNXXuy9jVB3WP5rUHlWzmue+DWPahNS5+9/Xvlqj94V77/z96Srv5V68BJeZf1nsB+vzCdtkvQrulNv67PNe4Pfa/hdr9G13HX6+ZOuNdg/daf/LpevT1e5S0flP5C5qHU3oTLgDYPR1qufda3ttV8RptXa0BbzGUVV8deYphnNP8+AQN6QgM6fyJknFRVx4z9tGQzuYaegM7LViegdTJaFoW+SRthQk++qE5lQJev+ddPB9VyqwVWuRHXl0uda5+Z1brBzRfZ4rX7z5enL7uexhYbE9cFuH1KVysvdb07TkA3poePAX2nHH5IvQmOYEAPHDP5eFLzeGxq9XEWNgan2qZONq9HG9B9xkXXJqu5OVA3/g2bdj6dfYABbZjmvga079oSqutkOoY2gHzeBGJp1exdzLkUc550vPljnP6zh9Wyr/nd/eh5k0VZd7s/Rlm+ut1pxHtLqCWMpWdVySAexjrsu+4061j3nubhzo986lwL8+C+MnxWGFPfXLHZt9thO2GnplLnmv1Un+3EVNd9Q/P3InSN9bSVcU3yZTc23e7Zj2xxvUaUYTOqE4WOh22tOVQ9IMtPvfsZQPVHdkd2YdfZp9d4qAFtMRM71m/fU+k1Q+vJTMM08tzbH5P/wwgb2TykeMFHDE+ht8zpFJ5fO7UvrrUw7D5oievm9Nyb0K7tN9s915/8UII+tut9xQv/H+VwnPs+/ANd4Ty63vhwzbMIfpVtFk2vi/v+8Z0fN0LsOg3ovv2Dz1579/sEDOjJDGj3KcNqc12PI2Mytn5X45x2TTTnBanDgDZO1NZtcppowy9yk0/e8vV7tSWuuGnWE9CZuazedH1VCbXgXNjaF72uhw9q3V3GsD08S/NwwtzIeo2l6mmituk19EtBb1sM6DouUtaf8pU5tWvWWN3qHNVDqLjnnj3em7fRn7etPRf7DGVbLCY9HlzYGBw+g+05JpvXIQa09kpXv0lmfzDoOq1emQVN33X27d+L2NVNHC7bDb/aliEGtM/aEqrrZDqGNoB83gSiaGXMP/+3S7Jmj5kn3Zvi/MF6uUfxNqB7+9FjQCvXwMyAjjnXTKGj6FlV4sXD+K6IsiftO1AxdE+TGdDeXJX93epiQGsxaI0Y0Mae0/eBZ+fBlXoOFTeW5inLapi4Ds54L04DEkYd9wPa4Z20dTilNGTUewaboWzRtJkHfXuInrXRu9HzJpxeY/Meu+RnhOJTY9CqppvfeiZGaEXj3qIKYdO6B22bRT57+2KPmN2LVKfiy+tUee0z183+MqfTewnaNfFp2/d3upkadh+0xHVzeu7lmLBeU/3XH30cKm9xZOufcQK6+1tNan3t+WLVwzXPeryg6WZDvBAc3d8YUmPVW74VYbtn7t0/+Oy1d79PwIDetQFdv2JQLJrVCdhssnAC2nPJmOwEdPFBifqinge8L03fAAP6qPPp+ssMjZsNlfkU3HpyQgkXYjMJOsfS6k5AV2bCX5UxzN1PXuv40TWLS+SPlRjeQXPPnLMDx4zbkLa9blT1uW1o+55Y85xlzmSTbZa8DWjVLFEvyu6nyW0z2M+ArvNphndjvA07Vaa3c4gB7bO2OAXrSDCZjqENIJ83gRhatcahNh9jzhOfUxmvFV8Dur8f2zsBHcJDfeV40Knlel9r39P4lqVNhDJ0mKgx+r1nijthjLnkrrVJUTz0br7D0r/n677GLfEkn4vD3Oxd7Wv93nVzr94zWE80q+unGn7DtYfAgG5rZDHMtJjmlrcalbA/fvvj7rjcnYeYqoewrW8/qSH/zDdouk5nF/VXD4t009x1gGXwqO7MMP38HKad3rB+Xc37KD+dzXtxY11WPno8bI8/ToPpuRvt0a6p/SGveg/LVSE5tMNtrr1i05Zco/frJnS3AV0dxDMfOPV/n2mcEnru6XVxH1itWmDuE/K/W+6Zh3lGyxnve3t7wVJ9/rEz8rynvFTOOeecoDL2Pf7440G1P/nkk/K1H3xBXn7BgaCKs0z79u2Tz01mQLs3DK0JZmxqQkwwbdBZDTDLotATi65v8Q4FPfnkDTBUezlVMZLfcUQ+8P4RMaCtccMcoR5KY+vXs48/PVjFwrSc6C3hV09+B42l1PW2xTHX/jbAgK43i0fk199/qv6IZMjcyyQZdlrQaKfl6W0hc/dJ2r4TEN198N8YDJnjk81rbwO6O4ZY57oVPPbbGwTfE2nWjxBaNg2+BnRsXSfTccjgIW0Qgem1sp2CKZpWnT7t3xOMmSddeyaPBzVdH6b9eBtrfYq2Y9+g9i/2XDNbN72eVQ1uXa0xsRVGrbey6sYP39PYHyJkBfZfm2LsR6tuxGPvO7VNc/Jdop0e0/Z8Qw1oz/ADHnGpfXszJN387Ie01mJ0WO8Z7BpVY/iTP/5RI9RCvwnRuycd2Pw5kk+vscu06Q/V4Lu2qw/hnquA6zagLYbQ0L29GlNXOWikGdDOMqdTeX7t1L7062peQ3x1tqebd92cnnt7TDTX1CEfQa3eMjW+pRRoQNsMVLcB3TXP+mNLTzErptfFtZb1jX+bAR3gGeVVzD/eMaCnGKF5GeUgaD2VfUB+5otvkfaG3rGRV9tluXlqPRnxNaDr1wCN1yBap/ymATP55O09aWrRwNxkd7K8TzH/qthJzQmVjEbG/Lj8cvnaVPujdh/QtC+fej/4G/UHBG2LbPE0UKR65ajrYxnqxqh9Q9c/lmxPHIsbUPVE7UL1tt2kam0fYkBXi/f75G4lxM00BvSQMWN5mqusIcVpdssTam3smv22rT/tMTiNyhO+ljSBAV1saN4n+mm5LsYlAVue7G8nRI79liUelsZ+6Knrtja+BrT9ujKdrpOvz1MNMMppEZhcq45rQLG3eFERUibaPLEb0Oa1yr422x7mta9lWj989lDWPdx0c80UdHI9qwp8dLXw0M0Xv+uJz56m+lBU7/6oXnuz+LjNfrp+e2ni9SAa+452NnvH84sUptlv+Uhjo0d3fMZu/sr+PuT6ODFvtbhdsx/dFa97ho49Qbm/kTfeJy/XPjaHAT1MF5dp074PsB0Qcd2j1fstW4hM9eSn+gF7zcgp9u31t4XqThbts+/tmweGatihxoD2KbNcV4ZBtaaefn4O165pmJ+uzXVi7HVrvnVzcu6919Rh60+xl7qv9inya7SnAZ2N4z++ovnQpu2a5WVAm2+ZON86nmAyyIT3unVz+h8oFx5Te59Qf6fUFl6td/9gf5Ow5QvteJ9ACI4JT0AXY6v9JKLz1KrtYzvZBFf/VRdB29NPM6D7AAM6q6JeUOr6eoKej5jHky+qzkXH1KA/1p6um+W1EFUTa2zhCo7rNaOOE1/lpL87L7snELyy6PzMp3/TOE2hl207cZSs3iExoGtz2W5OV6a/Njd75579KWvnhdQ1Zi7MDFP7l26bMm1jQb1w6XGsi1HoHoMjprKWdbJ5PYUB3bH2OmOIVnOv7lm1Vtg2COrfyhsC48RlUZ/9N/MjIP4GdFxdJ9NxqoFFOZ0Eptaq+4SpsW5GmSfnW/YgImI8xPUxoL36IdkD1+6Yxw30BNdQY8RMx8PNonsde58Ue5rKUPYsS7l2OtfvEWvF1HPJ3RSz/33XmrK0+tr4yyInflH0mJFF/nwvaO5djDnUdW8Sk28fj92zd6vTm6Ln3uoDzm8/VLqb91f2txS079kYus6lVwi96TUOMTHtp2e1eWSdK2oM1qr3yn2kbTxUf/vU8+V3Q/b2loeGtQF92QMe9wvVOhuilp5nLu3MN0CKPbPtHq799oj+oHL4tSYnMPO6OT33ts/TrCEe64/2Vrf6AEUxR/tiQBv34Y2+Q2JAG/fe6tyzvhUwvY81vS597M37R1cM6J510fSMFrZPwICe3IAev/ivrYTpJ+/aCK2rP+i9Lj27eoPO69AZHdPREa3S0cqnpejpQylOGtjH4epTKux9KKWdBo3T1Q/t5tEO7vNwd9WKLi5CYb9jQGNAh42cAbmYvANgrSApeq9ARI8uoLMHpASSxNOxespveYLfOrmgprHEMzPf9qnDSCmAba/MGk/8zVPoWW7zbYi6xAGnK+owSlVmS3unGArxtJqidZQxlAB6DiU2XXrYT8dyaEmwH0osvfRonJ5mVYvRbh7t4D4Pd1et6OIiFPY7BjQGdNjIGZCLyTsA1gqSovcKRPToAjp7QEogSTQdyw/rvPwdp+TzP56FJmliFJqv7evfM+h4bbb+ynxpbIv6en9lJDev37VCA1jj4mZ1fVQk+wisvFk+96svaxTripH7ftUs92vLVMMgmlZTNZByBhFAz0G4Jk0M+0lxDioM9oNwJZkYjZOULW802s2jHdzn4e6qFV1chMJ+x4DGgA4bOQNyMXkHwFpBUvRegYgeXUBnD0gJJImlY/3V+CsekFfWceIKIO24sf0x/dT0XR9pNb/o3F9HKUz1EZUbRY5f8aj8QvbRvUqzjm8NqPF1tY/caVq74lWGDYxYWoW1hlxjCaDnWILh+WEfzm5sTtiPJbj8/Gi8fI26Woh282gH93m4u2pFFxehsN8xoDGgw0bOgFxM3gGwVpAUvVcgokcX0NkDUgJJ4uhYGLAPX2v/iMwwA1o3c7s/sFaegpb35ieZ7Seg9Q+amF+Zv/v1ykntro/dKn+XDx6So2V9ptR97QwdFnG0Cm0N+cYSQM+xBMPzwz6c3dicsB9LcPn50Xj5GmFAL0sj5syy9Khagy5xdMGAxoCOM7KUUpm80REvqgL0XpQc0RqDztHQ7rTgKDoa5q1pxtpDcLxITuYnkNsxoNXYzY1p3IT0qIDVp64rA7rvq8/KF6L/2YWWU9ldBnQZWiQ7LZ0Z0L9rhBextWUqQaNoNVXjKGcwAfQcjGyyDLCfDOXggmA/GFlyGdA4OcnqBqPdPNrBfR7urlrRxUUo7HcMaAzosJEzIBeTdwCsFSRF7xWI6NEFdPaAlECSGDq2Tv8aZm4RuuI+hU4Tu1lKA1o+kp2eLo3h36jMaf2Us4m3FR7jDw7IJ3/rtfLcPGEZr7mMJd06IW0Y0sIJ6ARGb9pNjDH30iayu9bDfneszZpgPx/7XdWMxrsiPX09aDc9U58S4e5Dafdp0CUOcwxoDOg4I0splckbHfGiKkDvRckRrTHoHA3tTgueXsf2CeaqQ9VJ5nYIDrXL9o8QVuExuvPq+Wzpmr9dIn/8a78o7/x4G/VV7yvDcPjGgNZM7qo8sw/TSDq9VtO0i1LCCKBnGLcpcsF+CophZcA+jFtKudA4JbX0tqLdPNrBfR7urlrRxUUo7HcMaAzosJEzIBeTdwCsFSRF7xWI6NEFdPaAlECSqXXs+jBffjr5wd/ITyTnHxK0GrcZsLZ5q5vJpcH9jiLWc/VPLT878dw2oJUT0NmHEd/yV/Kbn3qnZOE3qn9a2y0GdPG7KPn82jLVMJhaq6naRTlhBNAzjNsUuWA/BcWwMmAfxi2lXGickloY0EtQizmzBBXabUCXOLpgQGNAxxlZSqlM3uiIF1UBei9KjmiNQedoaHda8LQ66h8M1DqihLj4mU8PM6DbpnRpJqsnmA1Duh3mQ0TKNN0fCFTMb/mIvPItp3Qt3lgY6EVIj+qfuy1TCTqtVlO1inJCCaBnKLnx+WA/nmFoCbAPJZdOPjRORyuzpWg3j3Zwn4e7q1Z0cREK+x0DGgM6bOQMyMXkHQBrBUnRewUienQBnT0gJZAEHRMQqWwiWqWjlU9L0dOHUpw0sI/D1adU2PtQSjsNGqerH9rNox3c5+HuqhVdXITCfseAxoAOGzkDcjF5B8BaQVL0XoGIHl1AZw9ICSRBxwREwoBOR6QBLWXuDYA1cVLYTwx0QHGwHwAr0aRonKhwIoJ282gH93m4u2pFFxehsN8xoDGgw0bOgFxM3gGwVpAUvVcgokcX0NkDUgJJ0DEBkTCg0xFpQEuZewNgTZwU9hMDHVAc7AfASjQpGicqHAb0bMIxZ2ZD31sxusTRBQMaAzrOyFJKZfJGR7yoCtB7UXJEaww6R0O704LRcae4R1WGVqPwLS4zes4nCexhPx+B9dfM/EpXY7SbRzu4z8PdVSu6uAiF/Y4BjQEdNnIG5GLyDoC1gqTovQIRPbqAzh6QEkiCjgmIVDYRrdLRyqel6OlDKU4a2Mfh6lMq7H0opZ0GjdPVD+3m0Q7u83B31YouLkJhv2/egA7DRi4IQAACEIAABCAAAQhAAAIQgAAEIAABCEAAAhDwIbC3t+eTzJrm84+dkec95aVyzjnnBJWx7/HHHw+q/cknn5Sv/eAL8vILDgRVnGXat2+fjOl8cMUbywjnbQmO3tvQG53XoTM6pqMjWqWjlU9L0dOHUpw0sI/D1adU2PtQSjsNGqerH9rNox3c5+HuqhVdXITCfh/LFQM6jPumco0dZJuCtYLOovcKRPToAjp7QEogCTomIFLZRLRKRyuflqKnD6U4aWAfh6tPqbD3oZR2GjROVz+0m0c7uM/D3VUrurgIhf0+lisGdBj3TeUaO8g2BWsFnUXvFYjo0QV09oCUQBJ0TEAkDOh0RBrQUubeAFgTJ4X9xEAHFAf7AbASTYrGiQrH2+G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qjbIHj4lh194VO6senjNSXnkw0fkwrrHX5VTb71Ijt5xSE4+dFqOXNyg+OqHDstFR+qc+Q/Hz+zJjZcXafLf7zpslFfmN+s18tb56/KPy717N8qBlhJn5MS+gyJKvXmS+07Ivlv3l3VXfdAzHzr1iJx+24VFO3v6ceY9++TgTXrfRIoyT19dlFH/q/rV4igyqJwJRxx6FzDXrvfYi8eEQ46iRhBAxxHwdpwVrXYMPHJ16BkZcE/xsIf9fATWXzPzK12N0W4e7eA+D3dXrejiIhT2+1iuGNBh3DeVqx5kmUl74H7NWM7M2OvktsZUzQ3Vs3Lpzcfk/pfoZmvLYDbK6zSg83THNLNaSuNWSlM4N5DVtmW//85+Of1u04L2N6BbZnGpen8/SqNZDsmdd1yqmOB2Azov64uXyvGb7pf9mmE/rJwpByR66zTXqvfYi8eUY46ywgmgYzi7XedEq10Tj1sfesbl21c67GE/H4H118z8SldjtJtHO7jPw91VK7q4CIX9PpYrBnQY903lKgbZvfaTwwaJwlC9Qfauukc5UVwkahvMuhlsN6CLNPdXRrNaX246S2Hyqv/dq04EA1rUMiuj+V45fNdB5cSzzYAu/nb2+j258u59cotm2A8pZ9rhiN4OA3oleo+9eEw76igtlAA6hpLbfT602j3zmDWiZ0y6/WXDHvbzEVh/zcyvdDVGu3m0g/s83F21oouLUNjvY7liQIdx31SufJA9dDI/2XyDNaxFhaMxVG+8vG302k+SlgZyVwiO/KTzaTlshPPIa9R+K+o7ZglloYsVwYDWzG/FaN5/u3Iq22JAl6fFc6YtA31AOROPRvR2GNAr0XvsxWPiYUdxgQTQMRDcDNnQagboEatEz4hwHUXDHvbzEVh/zcyvdDVGu3m0g/s83F21oouLUNjvY7liQIdx31SufJCdOd6cNu7qvWGi5jGM5V7ZK8NgtGInG2ax9QS0atK26s3M5FuU0BVq7Ob+GNDHbH2o22OLAd2U198P3WhuGOxvxYDW+ZjGuH85Uw9G9M6Irl/vsRePqccd5YURQMcwbnPkQqs5qMerEz3jsXWVDHsXoXi/wz4e26WUjMZLUWJ4O9BuOLMpcsB9CorTl4Eu0zPNShzLFQM6ji6rKtXXkDQN5yIuc9cJ53ZojW4D2ucEtI68+ICfzYSe+gS02Q/jpHN9Svs2kevVjxC226Hz8y1n+qGG3jpTfVyuR++xF4/pRx4lhhBAxxBq8+RBq3m4x6oVPWORdZcLezejWClgH4vscspF4+VoMbQlaDeU2DTp4T4Nx6lLQZepiRbljeWKAR1Hl1WVWgwyVwzoMgSGpefHz+zJjZdbYkD3GtRVQR2GcVfIjipbZ+iOqQ1oEd1ob4fayI3lB47LcTkm919dfpix/LBiG1dlmnuWE2GkoXefAb0evcdePCIMPYoMIICOAdBmyoJWM4GPVC16RgLrUSzsPSBFSgL7SGAXVCwaL0iMgU1Bu4HAJkoO94lATlwMukwMtCxuLFcM6Di6rKrUapAVoSdETirxmLO/XSe3yW1ynVx05NLig4BK7wvz9aQ88uEjIln+uw7n/31hnsbnI4SlcW3UW8R/PiqXluZ2Vs89VxVGd/bP/kHDdp11UzND+Nb9ZdtsHwxsOtX/MUVb3sacP5R/TFHycBxHL2nCkxSlq6drizSnK8Na+T0LH1KUU1Cc+h9660TXqvfYi8fU447ywgigYxi3OXKh1RzU49WJnvHYukqGvYtQvN9hH4/tUkpG46UoMbwdaDec2RQ54D4FxenLQJfpmWYljuWKAR1Hl1WVqg4ye/zjK+WelllaIlBOIl/5R6YBrRvFuUF95E6NXW20tk4MH9KM8Mq8bWI798eAltK4riuzGNBH79BlrNpiM7ebv9lZVNzyMl57T+eHFQeVE9mAznqP3hdaH2YM0mmheo+9eKxqkUu4M+iYjniL0eq+E3L47LXRHmKmo8i4lsbVM3uYfbvs/7D+UH9ci9eTG/bzaRmX/Xz9ouaGABqnOxrQbh7t4D4Pd1et6OIiFPb7WK4Y0GHcN5Vr7CDbFKwVdBa9VyCiRxem0rn7bQOPRpAkgID+8dWpdAxoCFkGEliKVtWbS7HeohmIJdnkcfXM5vk9cqXxVlmysCZuOOwnBjqguLjsBzSEpNEIoHE0tNELRrvoiK0VwH0e7q5a0cVFKOz3sVwxoEO4l+Ef7rymCC3RBEIowi8cvcM8nVvFjW3O59pDKHTkN0//3myGbgjphH+esYPMvyZSLoEAei9BhfhtaHSu1h2lTt81RntzwNHmfN08KzdgqIwUN74Bbb75UMXxrxpefOS1+r+e6506jpxx721YjG8LGNdcZzu0IvvLcvV5pGh59tnXVlODiqeHNv18+tnq7MboMKSeKRTrLyOOnu31uGv+aX93aWj7vWedH6N3unOph72Ln/G7tsd35TWG2TbZh89X/TqQlaO8AWmdF+XvXfdy2vdpLPsjJQxe6y3BrHbzDcusSVU7WnOu+zs34UTG54yztvm1Cz39OHWl2rV2Y9arrA+V3oOuZ7bO963B45B65d41d69GkWj+fbevBp3XCN8Cdptu7HjHgB6sV7EZOXvJcTn2QBUzuNpc3C8nzxyW0wdOy2ElTnKx8bi/CRlhxC+umpAv4l+8VI7fdL/sr/K3PqanxgmOEwPYRDJ2kA1GTIZZCaD3rPh3Vnmjs3kDVJo8via0b4sxoH1JOdJFNqAzna4Xua18uFrcXDTx/c0T7/rv5c36JffKvXJQDkr/w9L8xqMzjRlPvyl7790HipuW8vsC2ZXQbKcJUf9OgHEddfR5IuHm3Qi39hIZz+tEbj0tRy5u91DTxvhgsL6n6ddJL9mRdrJ6plKsv5wY18rWnMiY3H2lZGO++fbFvSIHDkorlJjR3F4N+7o2RofevNPpsnP2Zr+0rhin1c09f29eg8lG2YeNjHKvYh4GUudMH/tSp0PX3Cmifm/FYkDr32NpWtt6A8zUvkyazcVb5LjITWI8hMeAbmiiZ9g80HPFWBs729W7d3Jc72svJOB61mqQYw2eAqyjjJ1y30F/1lJFKrp0XyOWqcRYrhjQA3UtTOIbZO+qe5SP1imFtG7y7B/EywfaS5QPydXmzJVyz75bDANaPTXY/4G8gd3xSj52kHlVQqLFEEDvxUgRtSHdBrSxZpU3c7mheFPzAUz9lIoec1377ZqT8tmrT8ur1Pju1Q1jdQKp7GlzAqIyx26Qsy88KMW7I1kd18rZ/C2T7P8dceBbb6hUOMuN6kP75ZYXHpUi6rzefv1Eh1pPmfeMyMEDx0TyOvbL7fuqNuofCO0+GdLVPyXeq3aaw2xDc42IPl+1a1r5APb65oOv5sdka8q95rKUZprxsFYd8bYHFrUxUIyD9kdalWunY/b0mt+W6/gUkzG6Vn2NHGKCGf1v7VdE2YfkMe6NNxu66urV9EYRc18UWs8UYnmUMb2evvs7D9PKHMMD9B+jd6+GE363YufsB/BrrYkD8m6TvcdksyTxCv/lNKBF7s2v59J8RH2MAW18XL1odvXQ+DaR6y+Ssx7XzzAi0+Wafn6524aebkY+KebQrm6Xet0Ry1uP1vkYcD1zgvAo01nGsASzch/W1E2lTkOXvmvEMuUayxUDepCuysmzh08MM6CVE2T5dsS4OW82nWflhGpA16+nFAZJtrlXT30Nan5g4rGB4u18AAAgAElEQVSDLLBass1EAL1nAr/jagcZ0AeOifpKsXmj0Dppd6vydkjVr5b5ZDuxUN0EVq+9VsZw8xpsZVLrJ2DNN0P007I62vYpm76Tgnpf7Xm1h4llZa0TudrJqI7+XVKeGLadKrnrcBnyKfIJaHMcajcMet1FUrtp1n+6uX0NbA3/rF5zHNU3N8WN/NGKV32T7z4V2tfmug0DDKMh03betbUKX9H1gd6mJ7p2tocOin62h/FdBr6Hpro5E1jPEFFGpI2hp/bB4k7D1n1zbT1JnT00q/9ZQuco8zlMB5vB5jHXAzTYOXvtgWDW4C5+lodr3nnHzLW02Q8fAp4Pa3wM6OrBdnU9GWNA2+pT1r38Y+v1tTy/G5QT+3yvW8MpheaIMb/624KeoVqZ+XavndICdfz3Xu/VN6/cc8C1n2yxi3SIoE+jWblPNXhWWE4SuvReI5YpyliuGNADdNVOJtgW1qysjkXPjGl16JpDcuclNxSvVWpl2W7wmxhJvZveAX0ZknTsIBtSF2nnJ4De82uwixa4QnDcf6p8Q6O11lluklVzueMV1GJt7IkB7ThpW799kq2Z2T/XRrfzxtOyxipp2yf41PTtvGYoiKJxNiNBvcGSIpSTchKq9/RPjwkcd74aN4XW61uIAe2+4bDy0OqvDNVqthyS7FXqS7XTZR0zqddg9rwRDpikcbXya5C6F7F/i8LUxq5VdUP4yEtuMQyV7n1Qv6bF2w5mWImQevxIjE8VTU/tzRDbAwPX/HH9Xu0p/cv206Ffw3y/O9G/+dgXHSjmkf1hjsss6c47Zq6tgP2gsWFfp+pHLFUIsZb5r7ylpF4H1GtLdsCoPhFtiwHd6N6KAd3xbaD6bZ2OsIqucDqD0EyQONr86mwbek4gW17E7rWrWq7vndx7uCqf63rl+r1NzrUGT8VaLWc+7jF6s54yl6+Lz33W8vQYyxUD2ldT04QZaECb1TSLoxgnnk2Dw1h4yxsTqcwh3/aPSDd2kI2omqwzEEDvGaDPUKVpQGtn49T1pbXWmcZf1Xj7h3/qsBqdr9/bTuW1Ddw+A3p/61RRZYLZDG+LAV23TQ3xoYpSnXZzPSCsGHQbCcVp6bYBrT+IrGIaFwFCin9q2bsJwdHexHefgO48MWkxndo3JvqYyo3R/bd3nIDueojRML/ybuUjiaYh4DgZE/PGZVFra8deoq1N96nMfCwP0anzRFSmaTH3bONocD07Wk93oafdrOy/Ifd6lb0OC2DGAB+jt0PDRYfg6DAxOkzmJqyCzg/2O5p8HW/eZLVrewWvE9BF6Kt67c/e6jAMaL8Y0MW8rB/eZ42xxt5Xw0cNN9d2QXgXa5vej+4Hv+g5TPHda1e0z/rWjfUtNnMPN/R6ZtkvKtcWvzV4GFOf1HNx92nbltMsXhfnNWKZ6o3ligHtqat5grnJZryG5/Xah7LYSvakXTVglJJPPSK3yXWt00W7XlzHDjJPxCRbCAH0XogQkZvRfQLaqNjnBHRXW9XT0GY8OHOtXOwJaLVzdgO6StGchr5S7mmZaf0noDUD2rxpnuEEtP1kt+1GoceUt35g0POG2/Eqc+sTvD5hM0rT9dIzagzrRl97n6ebiEtbW+0PGMxTyDZjQDEp8z2MEj81w9X1gL5X02LO6EZPYD3TSdZb0k70tO4p++aQ5/zq3KuO0duh4eXTCTMf+7IPFn6uD6HWvYf9JAOha70ONSzrj3zefFyO3aSHA/MzoI03s+qP46oPksuu1w9GPefrJMT8C9nJ/DKag57++vSlXIx23nu4Ca5nJRDvNXga1Fopc3CP0I3VFbl0XVpv0VQKdH7HaBkSjeWKAR2qY/AJ6PJ1Lsk+XnVEWjfRxqmU9mLaF9s0tDP9+cYOsjitotRYBNA7FtlllRtuQJcnHR7oWsOUfqqnnh0fxSrWOpGTD2UnyoadgD7QMhaHxIDW0/ZvYPsNaPXGt3UzpYUmsZwy7IkBpp+C1Nsw/Xztv8aY/ep6INp1ktj/BsE8TdYTGsPnzaCu0DD5cN3NdXV6rfzXlIz7dXKbnK5PCrVP63VpY49nXhk0Dp0sYVOaE4KWV3bV72W0HryopwvjhUrxpTq9nhnLe+TKveZjpHZNum/YuzQ8857DcvbtzWldcx6r83WM3v15fcm60+2avfjw67gmwt6tZ1iK8iSkcaMebEBrhrH+/QlvA1qL6Ww5EZ11VNuvYEA32qNn2DzQc02/Nva1yr3X7rrem7rbwtD47xcH3JdMAdlSxm65R+rECotdti4+14hlijKWKwZ0qK62kBytk8zl6ej85N9RqZ+B9z7VaBscrdPXO34qMnaQhSIm3zwE0Hse7ruudYwBnbW1a13KP7JzpDnxU4fgUPOUa9jZPI5m2fObj8vxm+6X/SEGtHJTV9dcxYBsgS3X2FOXytEj5dsnthtYpQ9d4S9q4/KOqhI9JqjOSH1bpt+AvrAyRMtyD918XOQmkRtyYyqyAW2JmZn3ruZpxsRU+2yLl6nm7dhsdQ1+LRauWk47RIk9nnFVcEe7qg+J5TE/LW8idY6hsNk679qqv7aa9UBn1q9N91huDBXr3LO+6aDshwzGwfWESTIqVww926dhlPllzoey9c0a26OhOa+NNc98YDRGh968o4g3mXfOvo9fhy5SMYb9RKrbi2m/oapca63Xs3JOWd+aqdbJ9geQ1dqrtdP2ALb+2/Vn5SLz7ZCyED0M40HRrz7uD8VGBTprHGHL3lL94Cd6OqWPsTZ2VuraL/bs4aoHMeb7AV7XM7NBrjXYSW18gp1yH9/czZSwaF163tyMGQ5wCvHHcsWAnkKFlZcxdpCtHM/quofeq5PU2qHt6tx/ijk19berY2pKzflxoIZV+yR0XI7ZJrqIe95+3ytuzfFLjzf32ieho/bGFp8/aoXjC4f9eIahJcRjH9oi8k1NAI2nJrq78tBud6zVmuA+D3dXrejiIhT2+1iuGNBh3DeVKxtkJ68ROVqf8lO733fSwIiP3fc16qxIx+/WODlGHLXqFEHnaThXG6quVemMU3/ma3j6EyrLKbuO013qqdDqFGXrFb/qie4MJ97R2/5695r0HnvxSHcRxIBOV7u0W76EOZetYfdcZY+BPT3dHRup03egt8RoembX/utFbrOGaZu+k7t+KDFFD2A/BcWwMqKxD2sOuSIQQOMIUHdUJNrtCLRRDdzn4e6qFV1chMJ+H8sVAzqM+6Zy6YPMHq9Mj99a4ilN3NpsNV81MOO2On7v/vhiOwaVGXOvFszVhjJhfmpL1NfeK4P8/jJGrfl16/K1Pc1wNuN9l6amHJI777hU7q3jPNrNziKO3aVKWILdDDv0LuNvmjFjLbFMjyWs99iLx25GY4xaMKBjUKVMN4Htzjk3mxRToOd8qsEe9vMRWH/NzK90NUa7ebSD+zzcXbWii4tQ2O9juWJAh3HfVC6nIdn6AFiDRzONW7FuDOPV8bvLgO76SIgmlqsNeeLKoLpN5PqL5Oz11Wkx3ehWT8N2fb25KOugFB9XqPp7rxy+66A07e3/6vyVd+/2FWb03obeYy8em1oEF9xZdFywOEbT0CodrXxaip4+lOKkgX0crj6lwt6HUtpp0Dhd/dBuHu3gPg93V63o4iIU9vtYrhjQYdw3lctpSPYEUS/Cakhx2td6+vi0HM4/OladMC7TZoSNjxd1G9DNB6n00BYWmVxtyLIoH5jMP6h212F5pHoVtoqV+NB+ueWFVdvtJ5iL2tXfRE699aLCeN5/u+w7UJ2mtuRXYzL28Y0wEtF7G3qPvXhEGHoUGUAAHQOgzZQFrWYCH6la9IwE1qNY2HtAipQE9pHALqhYNF6QGAObgnYDgU2UHO4TgZy4GHSZGGhZ3FiuGNBxdFlVqV6G5K37G5NW7X3LSFW/9Wx86bkVn1n/3RYDWjOclfxDYkDXXypvGcYXtkzwLEn9xW0jPnRzUlqXv/kIk2JAv+3Cohy5V/bevb8xpssPNemxhu1hT2INMvRWHoqsWO+xF49Y449yhxFAx2G85kyNVnPSn75u9JyeqW+JsPclNX062E/PdGklovHSFPFvD9r5s5oyJdynpDldWegyHUu1pLFcMaDj6LKqUr0MyeqUs9nzzhPQ7bjN2mnp8uTw0Usyg/ZAYQ2bp5G7KJchQeTUI3K6NHTrpJbTxFr4DOPUtfUDga0vxgecgM7aVddVhPpoQnK0DWfdkI47vNBb1aI6iX9WbnDE7C5U6TjxvkC9x1484o5CSvclgI6+pOZPh1bzazBlC9BzSprDyoL9MF5Tpob9lDSXWRYaL1MXn1ahnQ+l6dPAfXqmU5SILlNQbJcxlisGdBxdVlWq05BsmbZN9zXj1BX+wvG7twFdnVrNTxcX5nX9zxbOQvnb/szkPnJnW79rTrbDcNSGZHkq2lafxqZtVBfm93E5Lsfk/iw0R2ZUtk6CV80xToxHGmXoLaKdim89cFiH3mMvHpGGH8UOJICOA4HNmBytZoQfoWr0jADVs0jYe4KKkAz2EaAurEg0XpggA5qDdgNgTZgU7hPCnLAodJkQplLUWK4Y0HF0WVWpTkOyDlNgC6lRxTm2xHjWTotWxqsSA9r4vdOAzgzC60Vuq+I0ax/+M6ToPQG9X27fd1DuN09Omx9ZtBiSxWnmo6KfujZPedtOShennbPAJEXYkCJMh3ryu+hBka7VtggjDb0LLS/NPxxpOwFd/S1tvcdePCIMPYoMIICOAdBmyoJWM4GPVC16RgLrUSzsPSBFSgL7SGAXVCwaL0iMgU1Bu4HAJkoO94lATlwMukwMtCxuLFcM6Di6rKpUH0My63A7RrPNkFYNZsOUDjmdXJ5Mzj8WqJxcDooB3fOxP+0kt82AVkxiNcq13g57qI6KW572tffI4frjhvowGnICfMwARG/jhPNK9R578Rgzxsg7HQF0nI5l7JLQKjbh3ZaPnrvlrdYGe9jPR2D9NTO/0tUY7ebRDu7zcHfVii4uQmG/j+WKAR3GfVO5xg6yTcFaQWfRewUienQBnT0gJZAEHRMQqWwiWqWjlU9L0dOHUpw0sI/D1adU2PtQSjsNGqerH9rNox3c5+HuqhVdXITCfh/LFQM6jPumco0dZJuCtYLOovcKRPToAjp7QEogCTomIBIGdDoiDWgpc28ArImTwn5ioAOKg/0AWIkmReNEhRMRtJtHO7jPw91VK7q4CIX9PpYrBnQY903lGjvINgVrBZ1F7xWI6NEFdPaAlEASdExAJAzodEQa0FLm3gBYEyeF/cRABxQH+wGwEk2KxokKhwE9m3DMmdnQ91aMLnF0GcsVAzqOLqsqdewgWxWMDXQGvTcgMpvU1YjMfE1HSrRKRyuflqKnD6U4aWAfh6tPqbD3oZR2GjROVz+0m0c7uM/D3VUrurgIhf0+lisGdBj3TeUaO8g2BWsFnUXvFYjo0QV09oCUQBJ0TECksololY5WPi1FTx9KcdLAPg5Xn1Jh70Mp7TRonK5+aDePdnCfh7urVnRxEQr7fSzX5A3oMGzkggAEIAABCEAAAhCAAAQgAAEIQAACEIAABCAAAR8Ce3t7PsmsaZI3oMd0PpjaxjKOfcqxMVzJdxe9k5fQqwPo7IVp8YnQcfES1Q1Eq3S08mkpevpQipMG9nG4+pQKex9KaadB43T1Q7t5tIP7PNxdtaKLi1DY72O5YkCHcd9UrrGDbFOwVtBZ9F6BiB5dQGcPSAkkQccERCqbiFbpaOXTUvT0oRQnDezjcPUpFfY+lNJOg8bp6od282gH93m4u2pFFxehsN/HcsWADuO+qVxjB9mmYK2gs+i9AhE9uoDOHpASSIKOCYiEAZ2OSANaytwbAGvipLCfGOiA4mA/AFaiSdE4UeH4wPhswjFnZkPfWzG6xNFlLFcM6Di6rKrUsYNsVTA20Bn03oDIbFJXIzLzNR0p0SodrXxaip4+lOKkgX0crj6lwt6HUtpp0Dhd/dBuHu3gPg93V63o4iIU9vtYrhjQYdw3lWvsINsUrBV0Fr1XIKJHF9DZA1ICSdAxAZHKJqJVOlr5tBQ9fSjFSQP7OFx9SoW9D6W006Bxuvqh3TzawX0e7q5a0cVFKOz3sVwxoMO4byrX2EG2KVgr6Cx6r0BEjy6gswekBJKgYwIiYUCnI9KAljL3BsCaOCnsJwY6oDjYD4CVaFI0TlQ43m6cTTjmzGzoeytGlzi6jOWKAR1Hl1WVWgyyR+TUWy+So3eoXTsu9+7dKAfUP913QvYdOKb85ZCcfOi0HLlYR3LmPfvk4E3N346f2ZMbLxf56ocOy0V3HZZHPnxELqx+fviUHH7hUblTKaJK3wb9VUs7RQ6dekROv+1CEa19atuafPay27/nbT2itkpErjlZtL3FQWmD2uiqb1W++reivtNXl+02/q7r0FG2iFScu3m1CaJ3xmT9eo+9eKxqkUu4M+iYjnholY5WPi1FTx9KcdLAPg5Xn1Jh70Mp7TRonK5+aDePdnCfh7urVnRxEQr7fSxXDOgw7pvKpRqSqiGam5sPlIZrZtnlhqzohnNpxDYGaGnsXXKv7L27sq7PyIl998iVezfKftOAbuUXkdK0lcpU1tToMm6bfJeWZrfIGTnx1rNybW52Z204KPdfc0juFMMAz8rP6zwtcs2dcun1PWZ51Za83dIY9GWbm7qLhDmzL14qx2+6X/ZrRn2/Aa0Z05WJfbPKNCs969MtIjeLHJMbFN79wxe9t6H32IvHphbBBXcWHRcsjtE0tEpHK5+WoqcPpThpYB+Hq0+psPehlHYaNE5XP7SbRzu4z8PdVSu6uAiF/T6WKwZ0GPdN5eoyJIvTxKXJ2mGw1iZreapZbCecFZr6CejSFLYZzabBW5fhMqBPy2HLiezCrD0ocuZekQO3GGZwcZL4lpfcK4fvOihnQwzo8kStfqK5aGtW3pV3Z+Wrp50HGNCKQa71LWN063555FaR6154Vm4wT6t3jGL03obeYy8em1oEF9xZdFywOBjQ6YgT0FLmXgC0ibLAfiKQAcXAPgBaYlnQODHBlOai3TzawX0e7q5a0cVFKOz3sVwxoMO4bypX74lYKU/ddhrCUoa9KIxqyY1cM6xEg1MzoMtTx1bDuPO3HgO6DqtgCR1SG9CFGXyw6ldt7mYG7rVytjSMO8OFVF2xnoA2zO+8D6Ux3OI30IC2GNyFaZ6xlo5wHvZhjN6VLuvWe+zFY1OL4II7i44LFgcDOh1xAlrK3AuANlEW2E8EMqAY2AdASywLGicmGAb07IIxZ2aXwNoAdImjy1iuGNBxdFlVqaohqcYeruMqZ72tTtuqsZsrCrXRWhh67bjGfQZ018ndIryEHrYiK8cWA1o3nJv402oM6OoE9J7ceLFiDNdhMrIQFvvrE8u1AW3EgK5DjbRiQLdN77wdtdGt1H9504+uGNA2ho3hfGEdMqQy762xtTtGKXpnYVHWr/fYi8eqFrmEO4OO6YiHVulo5dNS9PShFCcN7ONw9SkV9j6U0k6Dxunqh3bzaAf3ebi7akUXF6Gw38dyxYAO476pXNYTsbnBen8T79nrBHSIAd0RMiPoBLQumx6zWjWA1dPHZxWjuwmZMewEdFfc6yzkRxFPOvunG9LjTkC3DOe+0+TGaEbv6sHGuvUee/HY1CK44M6i44LFsa6te+k0mJb2EmDuzTdAYA/7+Qisv2bmV7oao9082sF9Hu6uWtHFRSjs97FcMaDDuG8ql9WQNA3THoNTNVZdJ3FtMaBVk7YC311OXwgOUzbVdDZOIJcnuu+9+rQcLONXX1ierg6KAW3yaZ2QrtpWnZQeaEBr5dtOgRfla6fWO0YxelcfoQw1oJuPGNbhYxao99iLx6YWwQV3Fh0XLA4GdDriBLSUuRcAbaIssJ8IZEAxsA+AllgWNE5MMKW5aDePdnCfh7urVnRxEQr7fSxXDOgw7pvK1WVIah8hrAzpm4xQE+ZJ6TLW8rGby9jROcnM/L1Hrty7UfYbHynUTymX2Hs+eFiF4LCFqMjKuk5uk9Nvu7AoSDu1bYbAKP7/mIjUYTXGGNBajOYiJvPRS1QGFYeDcn/+0cWuuM02Y7psa8W0xbzobsHy0jwW94GeEYze1an0EQZ0AnqPvXhsahFccGfRccHiYECnI05AS5l7AdAmygL7iUAGFAP7AGiJZUHjxATDgJ5dMObM7BJYG4AucXQZyxUDOo4uqyq105C0fPiuMDnvVPrf/cG/zNyt/lUmr/Vkc+v0qBq72URtP/1bnPwtjd87qjwdMaDLkBhtw9ZiSBoxoOWak/JIFgfbFpKk+ttD++WWF9pDizT9v1LuyUzquq1Zm7P23iZyvfl31SQ3Q3mofEyT3T5M0bsy6Net99iLx6oWuYQ7g47piIdW6Wjl01L09KEUJw3s43D1KRX2PpTSToPG6eqHdvNoB/d5uLtqRRcXobDfx3LFgA7jvqlcYwfZpmCtoLPovQIRPbqAzh6QEkiCjgmIVDYRrdLRyqel6OlDKU4a2Mfh6lMq7H0opZ0GjdPVD+3m0Q7u83B31YouLkJhv4/ligEdxn1TucYOsk3BWkFn0XsFInp0AZ09ICWQBB0TEAkDOh2RBrSUuTcA1sRJYT8x0AHFwX4ArESTonGiwokI2s2jHdzn4e6qFV1chMJ+H8sVAzqM+6ZyjR1km4K1gs6i9wpE9OgCOntASiAJOiYgEgZ0OiINaClzbwCsiZPCfmKgA4qD/QBYiSZF40SFw4CeTTjmzGzoeytGlzi6jOWKAR1Hl1WVOnaQrQrGBjqD3hsQmU3qakRmvqYjJVqlo5VPS9HTh1KcNLCPw9WnVNj7UEo7DRqnqx/azaMd3Ofh7qoVXVyEwn4fyxUDOoz7pnKNHWSbgrWCzqL3CkT06AI6e0BKIAk6JiBS2US0Skcrn5aipw+lOGlgH4erT6mw96GUdho0Tlc/tJtHO7jPw91VK7q4CIX9PpYrBnQY903lGjvINgVrBZ1F7xWI6NEFdPaAlEASdExAJAzodEQa0FLm3gBYEyeF/cRABxQH+wGwEk2KxokKx9uNswnHnJkNfW/F6BJHl7FcMaDj6LKqUscOslXB2EBn0HsDIrNJXY3IzNd0pESrdLTyaSl6+lCKkwb2cbj6lAp7H0ppp0HjdPVDu3m0g/s83F21oouLUNjvY7liQIdx31SusYNsU7BW0Fn0XoGIHl1AZw9ICSRBxwREKpuIVulo5dNS9PShFCcN7ONw9SkV9j6U0k6Dxunqh3bzaAf3ebi7akUXF6Gw38dyxYAO476pXGMH2aZgraCz6L0CET26gM4ekBJIgo4JiIQBnY5IA1rK3BsAa+KksJ8Y6IDiYD8AVqJJ0ThR4Xi7cTbhmDOzoe+tGF3i6DKWKwZ0HF1WVerYQbYqGBvoDHpvQGQ2qasRmfmajpSL0eq+E3L47LVy+m0XpgNvgS2Nq+dX5dRbb5f9H75RDiyw73M3CfbzKRCX/Xz9ouaGABqnOxrQbh7t4D4Pd1et6OIiFPb7WK4Y0GHcN5Vr7CDbFKwVdBa9VyCiRxem0vmrHzosF911WB758BHBzvIAPzrJGTmx7xbZ/9BpOXKxyFQ6jm4WBTgJLEWrbM5eJ7dhQDsV608QV89snt8jV+5hQNtUgP3IwTsie1z2IxpG1skIoPFkKHdeENrtHHleIdzn4e6qFV1chMJ+H8sVAzqE+8On5PALj8qd15w0TJfsxMpFcvSOQ3KyNAfq4u87IfsOHKv/99CpRyw3f935c5PnyJ11/uNn9uTGy0MaPzyPPsiym6KD0vRERG6+V/beXZzR6TKj8r9/8QbZe7e08ze9knv3rpR79h0UqfpncCuSHpd785syS1tUTSx5Ne49Zct79snBm9qsdsl9uFLT5EDvhuOa9W50rtYdZfwoc7p3VGVz6Nb9fuZzvm6elRswVEZO1PgGtOt6c0ZbH3uud+o4sq636npuw2Ks8cY119kOrcj+sqS6rld5fOfAADXHbtgGVGVPampQ8fTQpn9MONgO0GG6ekbTchYQR8/2emxeh6pxr/3dpaHt954xPkYH1/rhBOuRYOfsXfz69viuvEZ/t8neQ/SOJPp1wLim9N1DdN3L5XmkvM+w7I9EpLqXMLXKa7fdn1XtaM25Yu2s73nCMUyaM8788msievpx6kq1a+3GrFdZH4KuZ7bOe/ks49j25d4193g9WVfJyejSeY1Yph5juWJAD9a12IycveS4HHtAMV7ygXO/nDxzWE4fOC2HVQO6+q36W7npudTYpBQm7aVy/Kb769NtWfPmPmFYD7JycpjmeXbxuOeqwhB3G9DKy6Q5B4NVaSrrBnS1ETTFMjdu5UbxktIQ1zaRIpXBUHM3f+8bC0PSDh5Ty8qA3iKyAb2bi4c5j0ozaWoDDgN6ooke2YDOdLpe5LbyRHtxc3FpeTPeXuP135s1+F45KAeleThp63x+49GZpijr9NXVw1p9fc/zPtA8BDbb2bpaKNcpKa8z99cPgu1zoPl9GunGbthGtaJ1vc14Xidya3GS3sar1sZcD7U9Tb9OermOtJPVM4qUd+YYerbmRMbk7iuLh/z13vFekQNu00ora8g1bYwOvXm90ToT7px9Lz/jtLq554e9U8+wBOVexTwMpM6ZPvalToeuuVOkvs6Y+z9zzTJWNPMNMFP7Mnk2F2+R4yI3ifEQHgO6IYqeYfNAzxVjbexsV+9+0XG9H3M9a+9Y9DeGOubhFHy7ytgp95gdWVnZqejSfY1YpiBjuWJAD9S1Psl71T32k38WU9VmyuYD7SXKKejanMlOADevVxc3yur/D2zwBMmLQfaIYQbYC57XgDbMkdbG07gYet8ULHODOIG01iLQext6dxvQlnl095WSG4o3NSd/9FMq1VsJxZDSfrvmpHz26tPyKuUNDqluGI1Tp83Jococu0HOvrB64yKr41o5m79lkn4VPbsAACAASURBVNVinrz1PYVZmgUP7ZdbsjdZ8hbr7ddPdKj1lHnPiBzM3mjJ+7FfblfeClEf0HWfDOnqn/K6vXaaw2zDDkNwaNe08gHs9eobOPb50m8uVw8EzQeQypJke2BRr9nFOGjM6XzUDbpWtsw54yR/jAe/Yzdso9Z87+tdW5vWfkWUa+lr72m/2dBVV6+mN0r25pG2LwqtZxQo/8zT69lvdplGTe+pSXMvOkD/MXr3ajhhzPGdsx/Ar3rA5XeQQh9v22TvP+fUlF5rtNOAFrk3v54rB120PAMNaPMQTbEjKq9Nt4lcf5Gc9bh+hhGZLtf088vdNvR0M/JJMYd2dbvU645Y3nq0zkePey7rgbU+Gh5l+sAckGZW7gPaubWkaejSd41YpmJjuWJAD9JVucF9uOPV8y4DWjlBVhs0ysmvZtN5Vr+JzhbrWzN75Jgcy02XtlkyqAsBifNB9tBJy2nldmHzGtAOgznwhsxppAQwXXIW9O47lblk5Ya1bZABfeBY/cppVos5z11mXt6ylvlkOzVmvvZaGcPNa7CVSa2fgC02m82JVeNtCA1N+5RN30lBva/2vLppVlTWOpFrOTV69A6jf9XbG7ZTJXWc7cgnoM1hpN0w2Exe+w26a910/Z6/hWCGd6nX8OJG/mjFK2/zkBsOvc1NiCjlDZ1BhpPf3Bu7YfOrpStV9YBGf9hiS61rY3voUD5kyvYwtofxXTeLHprq5kxgPeNAeeeOoWf10Moepq1qmnusW09SK2Hg2g/wqrLH6G0z2BQNy1Bt3oB7Eu6cvfZAMGuYJfRQ1V7rXlMNXNeVd7vsh48Jz4c1PgZ09WDb+vbkQAPaVp+y7knrmxnuuTyczfgcMeZXf6vQc7xqRQm7105puTr+e6/36ptX7jng3C+a8AYb1uPpz8p9fPNXW0ISuvReI5YpzViuGNADdNVOJtgW1qysjkXPjGl16JpDcuclWUzkA8Xr/vWNtnGD33qNpM9YGdCZAUnzQXbmuBITrXpFrdlQV6ZQHANaizitGGHGiUcz9lrrhsG48W793pzurPFEMCEGoJ8lKXp3hXyZRY5olbpCcNRmbmuts9wkq+Zy16tvrhAcjpO2LZPQtdHtnLsWE1VJ2z7Bp6Zv5zVDQRSC2YwE9QZLilBOykmo3tM/PSbw2E3AoJtC6/UtxIB233BYeWj1m+v/Iclepb5UO13W0TtjbFhvbiKs/XG18lsq1L2I3eQ0tek/4f7IS25pf4S0Yx/Ur2nxtoN5qrfSZkg9fiTGp4qmp/ZmiO2BgWv+uH6v3lLxL9tPh34Nq2+FjCcf0WRxsi9aX8wj+8Mcl1nSnXfMXFsB+0EDw75O1XcLVQixvn2+usara1Z2wKg3BnSjeysGdMe3geq3dVpro3uuDsIyUeJoa1tn+9BzIulmNKAtD/bND5Rb9wauOeD6vU3OtQZPxVotZ/dzJkYv1lfm8nUx7qFmeHgSovpYrhjQvtRNE2agAW1W0yyO2Uf5ekJuWG6CvV5T8u2XR7r+E7G60RLHgPaLAW0/cWicqFRPzDkNhuEXPQ+ci0+C3rv7wOecg8E0oLXzWepHUltrXfvBT9EP5WZcuemrw2p0vn5vOxnWNnD7DOj9rVNFthPXFW2LAV23TQ3xoapTnViznQBWQ47oH0i1mWnFaem2AW2e+G1/3EgtezchONqb+O4T0J0nVy2nHtvXCX1M5cbo/ts7TkB3fciyWa+vvFv5iKxpCHS9pZR/JNc4Ae37gU3PiTx2w+ZZjV+y0mgT44PIbW26T2XmY3mITp0nojJNi7lnG0eD6/EjMDrVLvS0m5X9exO/PaJ9LbM/PCvWOLcODg0XHYKjw8ToMJm7Qv7AfvS08iyg+8SstlfwOgFdhL6qr3fZWx2GAa2He2qaaHtDSvt2QOt6Y7Z7mfcZu1jbdKHR03PgO5PtXruiSda3bqxvsZl7uKHXM8t+Ubm2+K3BToyDE8zFfXBDN5Zh8bo4rxHLFGwsVwxoT13NE8xNNuNVOq8nF8piK9mTdv2Eb1V2fhOex1fU42TuenEtBtm9xivuVSuNm9OOzZ71aaTPk9Bek9i8aE0bgmOOJ6iewzFqMvRWTKiopOctvC8Eh9YynxPQXV1RT0Ob8eDM+b/YE9Bq57pMG2UDnn8Y70q5p2Wm9Z+A1gxoc92b4QS0/WS37Uahx5S3fmDQ84bbtvZ3PfjN8DsfKFo+RFtKa7umWsNyjJyyYzdsI6tvZbc/YDBPIduMAeW6n+9hjIfEXTr1alrMGd3oCaxnalAd5e1ET599ktY+z/nVuVcdo7dDw8unE2Y+9mUfuh5kGeH2rD2G/SQDwX6NKsNfVQ8UBxjQ9Uc+bz4ux27SD6/4GdDt61D7QXLZ9frBqOd8nYSYfyE7mV9Gc9DTX5++lIvRznsP1zcHhs2P1kG0aZB6lTIHd6+GbTzR0nVxXyOWKeBYrhjQoboGn4AuQ2hIZlIckQvbt4SWE9FqbNNiMdaesIf2wTNfPcjKU436a7vm6ajyyWT1+ltWR9dm2+fGapABPeFHCH3MDE9+qSVD79QUC2tvuAFdnnTIjVbbGqa0Rz31bI2L2RhXxUVY5ORDWWy4YSegD5SnOS89U51eHxIDWk/bv4HtN6BV07J1M6Wa8Zb+qQa0GSdSPwWpt2HsJqA9evrDPJn96nog2vUAz/8GwbzW9cSI7DjNq/VN42/0ujV+ht30+M7A6bXyrbm4Nl4nt8np+qRQey/RpU3/20UOnSxhU8xY7ZW5M6oefxSTpZxez4zlPXLlXvMxUrsm3eOzS8Mz7zksZ9/exN0057E6X8fo0J93MvQRXjPvZy8+/DquibCfTne9pPJ+w3jLJfQEdFZ2Ywbo32fwNqC1bxF03K9p15s415qxxKdf23xahJ4+lFxpdqude6/ddb1v+jH8emZj0PUAw8Vrqt93y32qVq+/nGXr4nONWKZGY7liQIfqagvJ0TrJXJ6Ozk/+HZU7q7paMcLURlgMDi0mnSVOcWgfPPPpg0x/9SUvotUfM03HB1e8DWjzhHjfa+7m6XLLyazqtJYlNlwVRiCLA3vwpjag/g8DeQJdeDL0bgRas95jDOiMUOutkHIdyM3TI/VqJ3UIDjVPmfasOs9uPi7Hb7pf9ocY0FmDjHVS1Idg2pwr19hTl8rRI+XaYruBVfrQhBcx1+dy893xgVidkboOWsIaaNcUvdxDNx8XuUnkhtyYimxAW9dFkYZnX5/N30rwtRYDH6D2aGqeGuifqx3tUj8kZvQ7xtwfu2Ebd+loX7v1PvZr0z2WHXPP+qaDsh8y5mlwPePgBOWOoWd36B0L57LVzRrbo6E5r401z3xgNEaH3rxBpNuZds6+j5+5Tpl7fdhPpLq9mPYbqsq1tmeff8B60KRaJ9sfQFZrr9bOzrdnsti315+Vi8y3Q8pC9DCMB0W/y3F/KDYq0Jk/ZIee49SNsTZ2tsi1X+zbl3esm17XM7NBrjV4HFKv3Dvl7tUiEmUEFq1Lz2HHpb+FP5YrBjTz00lg7CBzVkCCRRFA70XJEa0x29W5/xRzNOCRCt6ujpGARix2CVq1T0JH7HD50KmIe95+3ytuzfFLj6dn+zRu1N7Y4vNHrXB84bAfzzC0hHjsQ1tEvqkJoPHURHdXHtrtjrVaE9zn4e6qFV1chMJ+H8sVAzqM+6ZyjR1km4K1gs6i9wpE9OjCdnXGgPYYHiSJQGAJcy47VXHPVbv60OqOjdQImvUVGU3PzBC+XuQ2V4ijifq764cSUzQb9lNQDCsjGvuw5pArAgE0jgB1R0Wi3Y5AG9XAfR7urlrRxUUo7PexXDGgw7hvKtfYQbYpWCvoLHqvQESPLmxXZwxoj+FBkggEtjvnIsBcQJHoOZ8IsIf9fATWXzPzK12N0W4e7eA+D3dXrejiIhT2+1iuGNBh3DeVa+wg2xSsFXQWvVcgokcX0NkDUgJJ0DEBkcomolU6Wvm0FD19KMVJA/s4XH1Khb0PpbTToHG6+qHdPNrBfR7urlrRxUUo7PexXDGgw7hvKtfYQbYpWCvoLHqvQESPLqCzB6QEkqBjAiJhQKcj0oCWMvcGwJo4KewnBjqgONgPgJVoUjROVLilf3QtXazOljNnnIhmSYAucbCP5YoBHUeXVZU6dpCtCsYGOoPeGxCZTepqRGa+piMlWqWjlU9L0dOHUpw0sI/D1adU2PtQSjsNGqerH9rNox3c5+HuqhVdXITCfh/LFQM6jPumco0dZJuCtYLOovcKRPToAjp7QEogCTomIFLZRLRKRyuflqKnD6U4aWAfh6tPqbD3oZR2GjROVz+0m0c7uM/D3VUrurgIhf0+lisGdBj3TeUaO8g2BWsFnUXvFYjo0QV09oCUQBJ0TEAkDOh0RBrQUubeAFgTJ4X9xEAHFAf7AbASTYrGiQrH242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ajHIHpFTb71Ijt6hd+3QqUfk9NsuLP748Ck5/MKjcmeV5JqT8siHj8iFckZO7DsocmZPbrxcyX/fCdl36/4yzVc7y7/hixfJQblX9t59QK88r++0HH7otBx5+ITsO3DM4H5c7t27UQ5k9Ri/ae32+l2KstQaqnw3W9qW8AhA72y8rF/vsRePhIf4qpqOjunIiVbpaOXTUvT0oRQnDezjcPUpFfY+lNJOg8bp6od282gH93m4u2pFFxehsN/HcsWADuO+qVyqIXn6asVwbpmx98vJzAy+uPjhqx86LNfJbXL6bWe9DWhr+bnR2zYEs/IvuutwYWB3pMkbYv5WGuWXVob40N/Lfp95zz65RY6L3CRyg2lOJzxC0Ns+3tam99iLR8JDfFVNR8d05ESrdLTyaSl6+lCKkwb2cbj6lAp7H0ppp0HjdPVDu3m0g/s83F21oouLUNjvY7liQIdx31QutyHZccK5puR/AtpucNvyFyemz15fnqoeYkBLkbeuq5XX9XvWsaxNt8j+h24TuV5pxwpGBnrbDOj16T324rGCob6KLqBjOjKiVTpa+bQUPX0oxUkD+zhcfUqFvQ+ltNOgcbr6od082sF9Hu6uWtHFRSjs97FcMaDDuG8ql9OQzE8Un+05BTzWgC5OU9ennTP6Zp1DDGg1dEd2Wtt6AroM7WH7PatfCR8iZtsSHx3obTGgV6j32ItH4sN8Nc1Hx3SkRKt0tPJpKXr6UIqTBvZxuPqUCnsfSmmnQeN09UO7ebSD+zzcXbWii4tQ2O9juWJAh3HfVC7VkNRjQKsxli0xc2tKhQFtRmjOf67jRNtiQJfl14ZzYwrnhvQXb2jiQvfFcW79ppRbmclajGjb72r/jBPSpqGd+OhAb9OAXqfeYy8eiQ/z1TQfHdOREq3S0cqnpejpQylOGtjH4epTKux9KKWdBo3T1Q/t5tEO7vNwd9WKLi5CYb+P5YoBHcZ9U7mcJ2L7Th/npMafgBYtbIbo4TdqE7nDBNfaVxrdlygfDhz0e3X6WjkhbYb0SHx0oLdhQLceMBiGdKJ6j714JNrt1TUbHdORFK3S0cqnpejpQylOGtjH4epTKux9KKWdBo3T1Q/t5tEO7vNwd9WKLi5CYb+P5YoBHcZ9U7mchmSXwVxTmsKAVsJwXH9WLjI/SrjDEBz56esjd7bHQH2aO+3hgd66Ab1WvcdePNIe5etpPTqmoyVapaOVT0vR04dSnDSwj8PVp1TY+1BKOw0ap6sf2s2jHdzn4e6qFV1chMJ+H8sVAzqM+6ZyuQ3J0hw+InLyodNyJIubLMXfrpPb5PTbzuYhOORM+cHAip4SV/dCr1PExYfg7r/mTpGrH5H/n723ae3jZtvGz3yLBNqFodvwgBcPteHeBPoBYpNC7dVFl9mF7OIa/qmzC91lGa5VckGC3Q9Q8OYCuzwLw022BS9ScL+F/8yLZvQujTQajTSHV8lv9HLqOKSRdMypU+c/PRx5mCJAR11C2InpNx+l+lsv2WPaldtYYE8B37wAXS/fsZNHgV27SpPBYzm0gqtyuPKxFHz6oJQmDbBPg6tPqcDeB6Wy04DjcvkDd3m4A+55cHfVCl5cCIU9j8UVAnQY7pvKxQuSYgxoogNOiFU8RQePYH8PaFv5DejXvz6g/dMDQehuydDEgCayxKjmBWudeG16bhG6W9uIC+1RaC8B35wAXTHfsZNHod27OrPBYzmUgqtyuPKxFHz6oJQmDbBPg6tPqcDeB6Wy04DjcvkDd3m4A+55cHfVCl5cCIU9j8UVAnQY7pvKFdvJNgVWBY0F3xWQ6NEE8OwBUgFJwGMBJPUmgqtyuPKxFHz6oJQmDbBPg6tPqcDeB6Wy04DjcvkDd3m4A+55cHfVCl5cCIU9j8UVAnQY7pvKFdvJNgVWBY0F3xWQ6NEE8OwBUgFJwGMBJEGALoekCZZi7E0Aa+akwH5mQCcUB+wngFVoUnBcKHFEBO7ycAfc8+DuqhW8uBAKex6LKwToMNw3lSu2k20KrAoaC74rINGjCeDZA6QCkoDHAkiCAF0OSRMsxdibANbMSYH9zIBOKA7YTwCr0KTguFDiIEBnIw5jJhv01orBSxpeYnGFAJ2Gl6pKje1kVYGxgcaA7w2QjEVqNSRjvJZDJbgqhysfS8GnD0pp0gD7NLj6lArsfVAqOw04Lpc/cJeHO+CeB3dXreDFhVDY81hcIUCH4b6pXLGdbFNgVdBY8F0BiR5NAM8eIBWQBDwWQFJvIrgqhysfS8GnD0pp0gD7NLj6lArsfVAqOw04Lpc/cJeHO+CeB3dXreDFhVDY81hcixegw2BDLiAABIAAEAACQAAIAAEgAASAABAAAkAACAABIAAEgAAQ8EHg/v7eJ5k2TfECdEzjg1HbWMbYrxwbg6v45oLv4in0agB49oJp9YnA4+opGgwEV+Vw5WMp+PRBKU0aYJ8GV59Sgb0PSmWnAcfl8gfu8nAH3PPg7qoVvLgQCnseiysE6DDcN5UrtpNtCqwKGgu+KyDRowng2QOkApKAxwJI6k0EV+Vw5WMp+PRBKU0aYJ8GV59Sgb0PSmWnAcfl8gfu8nAH3PPg7qoVvLgQCnseiysE6DDcN5UrtpNtCqwKGgu+KyDRowng2QOkApKAxwJIggBdDkkTLMXYmwDWzEmB/cyATigO2E8Aq9Ck4LhQ4nDBeDbiMGayQW+tGLyk4SUWVwjQaXipqtTYTlYVGBtoDPjeAMlYpFZDMsZrOVSCq3K48rEUfPqglCYNsE+Dq0+pwN4HpbLTgONy+QN3ebgD7nlwd9UKXlwIhT2PxRUCdBjum8oV28k2BVYFjQXfFZDo0QTw7AFSAUnAYwEk9SaCq3K48rEUfPqglCYNsE+Dq0+pwN4HpbLTgONy+QN3ebgD7nlwd9UKXlwIhT2PxRUCdBjum8oV28k2BVYFjQXfFZDo0QTw7AFSAUnAYwEkQYAuh6QJlmLsTQBr5qTAfmZAJxQH7CeAVWhScFwocTjdmI04jJls0FsrBi9peInFFQJ0Gl6qKpV1sutfH9D+KdHBxzs6/+mh0kbj878/0uG3x3Tx7APdfTqiMec/9PHHR3T8mS/qjK7uX9Ee/9Ofb+jB3sn4y+sruv9lTMHqHRIo9WjoMNpExMo7u76nV9+zvJ2t50/7tss2tckk2zVpBOysZUjYSG1O2cHAd4Nu/XzHTh4p+yDK9kcAPPpjlTsluMrNwLz1g8958ZxSGrCfgta8aYH9vHiusTRwvEZW/GwCd344zZ0KuM+N6DzlgZd5cJRLicUVAnQaXqoqtetkd50ASwd08XlXFYnpmt48eEs3zy6ImEjbo/DPfw7p0V+7dHZ6Qztfz+noG4OoS734+2UUqtu8R2J9jUB8+UMjDvciLYnCdicga4RsjhWnTUo7dYIkCTh09R7QB9bGVmDm0vSi9y4TtuXnnH1tWRIO73fOOUE8XRcD3yYBui6+YyePdD0QJU9BADxOQStvWnCVF/+5awefcyPqXx6w98dq7pTAfm5E11ceOF4fJ74WgTtfpOZNB9znxXOu0sDLXEiK5cTiCgE6DS9VlSoIkk+v6PD3fbp9wXsHE3WC7ku6on16+x3vId0Jt036J3880D4bvIob1HhRthVsz+lQEK1HaHXidPdUEosVNnxs6to52uYWoJtqWuGYeg9tRWD2K0MpZ+HeBL4bH30/rkrmO3byWLhbojoDAuCxnK4BrsrhysdS8OmDUpo0wD4Nrj6lAnsflMpOA47L5Q/c5eEOuOfB3VUreHEhFPY8FlcI0GG4byqXKEje0Tt6To9+P+TCaXTez413886/JZG5FZFv6WUTVsMlyOoE3N92pLAdI/SC+CcxYntGvjbtvKcHeze9R7OfICkI6FoPaE5Qt3hAd+WcGMOdpOyA4Lvx0q+f79jJI2UfRNn+CIBHf6xypwRXuRmYt37wOS+eU0oD9lPQmjctsJ8XzzWWBo7XyIqfTeDOD6e5UwH3uRGdpzzwMg+OcimxuEKATsNLVaXKguT5T7eD4NyG02jE0l4ovv1VFKBFIbgRqveJhtjKagxoPkZy6+EsCN0irE3Zorf1+Jx5ZPOxotlTH5uY5/OYdkcTA1oMydCWr4jbXOzqqTGiWZzqptzFY0D3IVfacCrgW/iwwHfDgvmOnTyqeskV3BjwWA554KocrnwsBZ8+KKVJA+zT4OpTKrD3QansNOC4XP7AXR7ugHse3F21ghcXQmHPY3GFAB2G+6ZyqQL0Qy7URCfMspAcoigsC85SiAptmAPmcdyH9XAI0EO4C4kRswf0RJuGMCDviF7IlxBqBGjeq1nwcO7F9sfcBYo2D2ihPZ3NJwuJ0OC78VKvn+/YyWNTL8EVNxY8rpgcyTRwVQ5XPpaCTx+U0qQB9mlw9SkV2PugVHYacFwuf+AuD3fAPQ/urlrBiwuhsOexuEKADsN9U7l0guTg6XtNtM9dtCcI0H0YCRUsdkGgGqtZEI59YkBrBWpVZB5sCLXpyxmd0QndsAsWDeKxNSaw3B5vAdotxs/ZIcF3cwFk/XzHTh5z9jmUFY4AeAzHbumc4GppxNPWBz7T4msrHdgD+3wI1F8zxle5HIO7PNwB9zy4u2oFLy6Ewp7H4goBOgz3TeXSCpK99/LxZxLiFI8CNLWe0ce8x2+LWicO33xsQjt0aYyXELKY0KdMsO5gb+q4/KG5BFHvGdyKwF8+aGJHa7yQfWzqbW6CaQwhQjTicXcpIvUxo6ULFdt6POMKt/Vd0pMmbrYuX+LeB777flU537GTR+JuiOI9EQCPnkCtIBm4WgEJM5oAPmcEc2JRwH4iYDMmB/YzgrnSosDxSonxMAvceYCUIAlwTwDqDEWClxlA1BQRiysE6DS8VFWqXpBkAusYMoOJw21c5v+5pMNvuQv3OETG2M5P6FIWoGWRdhChuQKEUBRqHGljvGSLR7Xdpt4D+ehCEqD5+M5E9EwSvXUezkqIDqkMFida9tReKPxGgzL43gbfsZNHVS+5ghsDHsshbzVc/fmGDm9/pvOfHpYD3gotTctns7Z5Tzuf2IfoFQKQ0SRgnw/8tNjnaxdqHhEAx+X2BnCXhzvgngd3V63gxYVQ2PNYXCFAh+G+qVyxnWxTYFXQWPBdAYkeTZiLZ9dloR6mIMkkBBoP/be08/Wcmktg5+JxkglIHITAWrhqxuxzegcBOojFpUQa+SRUpLGVZU87loC9rbukxb6yjlpoc8BxocQNTkT35TagUMsxZtZJHHhJw0ssrhCgQ3hpPWmP6UL2eB3CUhyMYRhY+ZJH6xDKQaifefPy+cdwAGNSMSRFSBOm5IntZFPqQtr8CIDv/BwsYcHI84RTBLJhzXvttx1NuBtNC9r35i29HELLLNHKGutIL0B34YQuBvDOrpuQRyOWbZijU/Z/y3zHn9xwxt/XcSXNf9Kc67RDKVI3x/aJFjh1kv3dKrdRe2pnPJXDr1PsfcLOk0iDPe189aQf+2n4VN/H4/iTn8lrwRhsRbxieHC9P+ZgZnns1fef+F4E9nPwGlKGOA80JXDjQjvv9M9NezndBeKfRcvYu1Hu623t0nzZ5mR2KKcZLXfWhIAxU54048vPOPDph5Mp1dLcxcwVTRsY38K4CVkveukscdjaci+Ne7qW1FVyMbwY54h18hGLKwToybx2G4Dbx2d08oUTXtqOc0Mfrg/pfE8KPcGe9R5r3QV+x7QrLVLal/hfu3R2ejN4t7GYyaRb0Ey2PSxDbCcLqxW5ciEAvnMhv2y9I8/yBkgfWz3aOgjQ0RB2BSQWoBueXhC9+3RETYCGbnOxS1f9hwPZ4118PsbZv6J92qcruv+li2Sv+xMubVUSyJfUijH85Vj/sp1KcbY5WgnPxN9VMF+YiqzvVqWNDZ7PiX7rPOk7gYQGngX85GfCmsbOk8iDI+1s9cw01BzFpOBTGRMNJn88aceR6Lku32kRg63U0BgerHnn42Vp7AfL24+ujcR5QvSCfZgD9vMxO6Wkfq2i+5DWjxn3e+2GDp5dELELxpvqNQK0cFcNZ6JyAkze7/Vp2/tx6IzolKSP8BCgRzjB55Teb0qb4t1otMu6XnS8Fwct5Ipob59cOod9vSidWjGMwznwXQXuKRtSWdmLjocI7MxzREShCbPG4goBeiI5nUj8ku5/uNR72sQd3AAAIABJREFU/mniDOuOqI+X9fWb20GceUKX3PFqCNATCULyaARiXyrRBqCARRAwC9C96Pj7YefZ3AsgraB4Ol7EKXqpqBeFDh6yzz7Q/z49p//DedQO8dKZB1LfYtHTrxHHXtLtt/vNVr/3avqZbpvLTVtvJNnz1tcLs1+oft2ht81JlqHsMdaq6NEhn0i5pCfXRPt7J33c9x16/4DZKF7KavYMYeKf3D4u3qvgzSHbsGAIDmFO6z/ADsJLA55+A23fLBB1H2L19wS0lOg+WAzCQNcPRFFAFOatGya5XqUueeM0z5DM+m61Ccz96a1bgVdOFmjEk+ZuhyFmNIdPe9+DdLLBVJeV01dEc9UzD13OUubnc1q/E9aWMdhKscCV9Sl/N4eDbyuHM8Ycz4M9e8e8I3rxiIbxAuydYyVFAq/wXz4f1tr5nPv4FiNAa+dDQ79pQYEAzfoG+JxnlMz/bpxgF7+uI82pR+149BgDrvWiYqJHmROa5ZM0K+4+Bm40TRm82OaIdRIXiysE6Em8chvcvw1Hz00CNOdB1i45miPMnHfYuOC/FeJ7ssUJf1WdPnzHpIZMShzbySZVhsTZEQDf2SlYxIBJAvTeyXgBJ/OKZQK1/D4zheVQNuk6jwW2CWRHzZmwPR49ZyK16AEre6zK3oE8pKqXjfA+lhbI4qZIn1cU57q6FI9cjdfo8WepfY97j2GdV8mAd2IPaLn3CXjoRF69aOYSoF3PWy80ObzLML92AtAxw2vKRt6wkek+qHR8NCLa/hfpUtkZRmXedyv7QKMJ4dWPzd3XJ3SihFbRfXTg1jC6j/GmzaIHp7IIPvSTKfXMwJVPESn4ZB+tfNZ5ynvLMV6M2AqnFGL4loTZHkTnWPcBW0qTA/vBAeWXne4kJPtgE9OvgX0A++0M23Jg8kweCvURoO/7D9tsPokRoHX1cf2DGicmbu0EAZoxBT4DB4KSLcW70ds2vv9b34v9ySvPtdvkOWSyYO3dQmPCrLjHm19tCUXwYp0j1klNLK4QoCfwKniFWEUW1atLjml18OyALh6/7I4nC2U5vLh6rzhtjLEJbZmSNLaTTakLafMjAL7zc7CEBa4QHDcfe49H5V2nESh4cdl09M0VgsPhaTtu/vuQDq6FrnHjqXnHcmlVDz4+vZpXDgXRy8+iQNFJ0tyGmZTnVu8fiwicdrxKm0Ltoj5EgHZ7p2jxEOqXPN7poD1KvWvw4h3GlGVjMs7TmrjWMwzKtFz5GcivRQaRczgKO8b6Hvt15+EvH49lG8K7795KgorZu93OaXcaYI56/JCIT5WMT+FkiOHOD6kfx2Arhsmxn2iw823n0BaOZyobi2MvzF/iHAjsp7I3R3q5n0rzAYu1LJwk6uod3nv8vMqPp8bBaPCIVmOy8zGmlRjQhruBBqFcmX/cc+EcaE0tI9n4MhoCPqdyZEq/PHfMEnEt6F7DsXyuMeB6riIxWbCeAfx8uM9gfMVFrJ8Xn33W+giKxRUCtC+nsggzUYCWqxlfjqTxeB6PV+vMU49H+jYiLF1sJwurFblyIQC+cyG/bL2yAG08ZaG862Thj9mtv/hn+FhmPKYs1Nxf4KqK3DYBekfxKjKEcGhN1QjQg218iA+eDyZI6j8QjqIew8As4nTe0qoALXv8qpcb8WUvE4JDXcSbPaD9vCs7TNWNidinWoFg573BA9p0keWI+ZM/uEsSZUFAK0BLfPUCILGPMDMNzVW9W/k2tmEVdHdXNCcSujGh47fty1N4MnpENZzOWM9MfLmKWYJP3jN/jKaueb/EYCuExjB7QLv5dnC46hAcBhGjPRUht0vCCNi7hkqC52aPWWGt4OUB3YW+Ek5bSAK0Xwxo+SSW7mOcbPd0cS0BmEqRS7zbxErB51y8Ls9dZ7myXrS+F7lwc44wNF7rRW5u8QrlMhfYXDm5cE/QlKqKXD0vyp7E8zRIZpZicYUA7Umg7ME8ZpM8pbyOfXALDmq+tPMCDFeydvO7fMeM7WSeECPZShAA3yshIrEZthAcQtU+HtAmW3lvaDkenPyuXK0HNN84+wmV0Wv0CV0qop3dA1oQoOVNcwYPaL1nt26zbBHltZcQem64HUeZlasBbUIDT6EpTJZwLFonkscPyLW9W8UP4ZL38YCnLt42J8C1axjp8kLTB3orp92YEYWewHriqfIqYRE+DR6TwwkVZmkMtt/zzdWtMX15cHAo1OMFsTHRotj/v0M6/7/svgDJpMbTtgkPYxwDUzAB9lN6hX6O6t/dzV097ISp7+Wq7CTI67M2FFF38a59z6W/hHB8H6ofkvsWDh9GPefDKcDMkHaR8SXZCT5nII6IVsOd9xrONgamjQ/nZdTzQKwtJQfuCZtTTdFr58U9R6yTilhcIUCH8hrsAd0f5yJTfElpM//nGzq8/Xm8/Md0vD20HR75YjuZRxVIsiIEwPeKyEhoSrgA3Xs6+MTI5b2eZSFFWpx2kzAFeUDvKSEEpsSAFtPaF7B2AZr3vFI2U8K7W+NlyM0pcpxI0QtStGH+8WrDTuXe5G1iOgLpv0GQvcksQsAUj2WTAC3c02DHIHRYzs+VvyUN7s/pHXeRII9v55E/xtR2jAnlg8g+jYKo7TihnVN93HQm5kzoD/6wRKWcn8+mjZf0pBW+uj8BE02olLEBMdiK3msxPNjzRsEtZF4ce6F2+f0N7OdjdkpJ/ckZ6ZRLqAf0ON6aq4nF+xn8PKCbEnjBTOMR3SQRxvE0gW0KOjFp5x9fPtaATx+UXGmW5c691jauDYaGmMeA/3pxwr7EBWDg82VxDzRyg9nWzYvPHLFO0mJxhQAdyqsuJIfiydx7R7eef5z3hBIjjDdCFjjEo8lEaWJT2mCI7WShECNfHgTAdx7cl641RoBut1ntpW2c1f17rRVPj5oNXPfHx6sf8vRpb/kyXp/R2ekN7XxtLieZFoKjFWuEuKlExGJAKsD279iPu3R81J8+0W1guTaMm1H5/SzHhxTjtYoY8e9uuwD9sPe6Ov7cGX/w+ozolOhlK0wlFqA1MTNbIwY8bW2Wn/XgD3kNiy1T57dwKnsNOC9t07Zr5MTUnxVP64iBmvfdKq8luFiobZuk59L4Mfdlx9jTnnTg1kNz1RPBS2jWFHyaQ+9o3rnyO9bxDrRxKH8wCuZbmRvSrFmXxl7sI5r3N7APHUbR+dQTqlyf0773+3lae2qGvQfVC5B5Q9l8o/sAO/z24pYeGbyv5dMn4jlYQ9z3aKT8C0gxvnxrB5++SOnTLcqda71oey/Kz5Q9w4T1oqEssuotcTjLuRfFfV7Tqy5t1bxYTm7miGM+pSPE4goBegraG00b28k2CluxzQbfxVI3yfDt8mz3Yp4E4goSb5fHFYA/0YQ1cKV6Qk9sxMTkS99ZMdG8qOTp+FQ9oaMMdWXWxed35cn8HNjnIyAd9vnahJpFBMBxuT0C3OXhDrjnwd1VK3hxIRT2PBZXCNBhuG8qV9PJrl4T7evieXLeTU/+e0iP+jiarWejI/3RNw2MzGNO4yUjfFk1e9Ho4ufwXpcdWRrPPMst2QPBQ3w/OU63eNmY8FTzxXUJ77q5OiX4buI51s937OQxV39bvhwI0MtjjhobBNYw5pq56PKHe3o1YzxeM7sLC6kLd7NkfDbrqhdE7z4d0Zwe+CZ4lv4oMQdNwH4OFMPKSIZ9mDnIlQABcJwA1IWKBHcLAS1VA9zz4O6qFby4EAp7HosrBOgw3DeVq+1k12fqJSssPmEvOgtxSw3HCpTjar3nze7rE7r57m6MT6nEOrymNz/e0s+aDZn+EpCbPpZsQ1V/pE446quPxa2NZ2q93EqOXSXHw9LXo7/Zfh3dCnxrLtUaqKmH79jJYx29NcQKCNAhqCFPPALbHXPx2K2xBPCZjxVgD+zzIVB/zRhf5XIM7vJwB9zz4O6qFby4EAp7HosrBOgw3DeVq+tkV/TmwT7RNe85JcbBE8Vb3aUClriuzS3iv+3QHROYNRdFmUBXRWOxbtPNyuJlIV3p8QK0WEYXD3e3v02bb4H9Zu2cHQx8TxGgy+U7dvLI2UdR94gAeCynN4CrcrjysRR8+qCUJg2wT4OrT6nA3gelstOA43L5A3d5uAPueXB31QpeXAiFPY/FFQJ0GO6bysU6mcl7ubsYSxVvXelZWIzbF42obfAs/ey+jEPvAU296GsTetVn8QK0WKYtiPxaA8yD7ykCdLl8x04em3oJrrix4HHF5EimgatyuPKxFHz6oJQmDbBPg6tPqcDeB6Wy04DjcvkDd3m4A+55cHfVCl5cCIU9j8UVAnQY7pvKNXQyySu5FWv/ekn3vzTys8Z72JGepNAWOkF2jJ08LQY0DeE2NLeVc+zJFySZBWgxJjC7AXsI78GVyceftl3AJOO3lk4FvhsBun6+YyePtfTXrdsBHsvpAeCqHK58LAWfPiilSQPs0+DqUyqw90Gp7DTguFz+wF0e7oB7HtxdtYIXF0Jhz2NxhQAdhvumco2djPf2JPr44yPqvJc7OFTx1p5eEZwtsZa7iwaJi+s8UmCq9/jxFd3/stPaef6Uiy89ZJ3fA7qzcwy5UbIHNPNQ77AD3123ET31S+Y7dvLY1EtwxY0FjysmRzINXJXDlY+l4NMHpTRpgH0aXH1KBfY+KJWdBhyXyx+4y8MdcM+Du6tW8OJCKOx5LK4QoMNw31QuvpMNYu+LW3q0x8JcmARoTpRW0vcXA2qQ5D2Ix8e6mNIe9X46ottfH9A+NWJ056k9/GniTM8dgkNbnkbIXFOHAt/hIThK4jt28lhTn92yLeCxHPbBVTlc+VgKPn1QSpMG2KfB1adUYO+DUtlpwHG5/IG7PNwB9zy4u2oFLy6Ewp7H4goBOgz3TeUSO1kjBL+lm2cXRJJXsV5806eXPUcZoOzCwP99ek7/H72j858edo9c3tG/H44XGFLn2dx5QO8RtULzMdFH3gtaStMbEC9Ay57gvdA+hATpKjJfjJi/a4HvKQJ0uXzHTh75eyosaBAAj+X0A3BVDlc+loJPH5TSpAH2aXD1KRXY+6BUdhpwXC5/4C4Pd8A9D+6uWsGLC6Gw57G4QoAOw31TueRO1sVlVmMym7w/1fSWiwEHr+R3RC8e0fFnBnVoDOhB2qY3D/aJj+w7xnEe6fSNAU3ELkfUeWabLlTkuo0kSK+pQ4FvNQZ0jXzHTh5r6rNbtgU8lsM+uCqHKx9LwacPSmnSAPs0uPqUCux9UCo7DTgulz9wl4c74J4Hd1et4MWFUNjzWFwhQIfhvqlcsZ1sU2BV0FjwXQGJHk0Azx4gFZAEPBZAUm8iuCqHKx9LwacPSmnSAPs0uPqUCux9UCo7DTgulz9wl4c74J4Hd1et4MWFUNjzWFwhQIfhvqlcsZ1sU2BV0FjwXQGJHk0Azx4gFZAEPBZAEgTockiaYCnG3gSwZk4K7GcGdEJxwH4CWIUmBceFEoewbNmIw5jJBr21YvCShpdYXCFAp+GlqlJjO1lVYGygMeB7AyRjkVoNyRiv5VAJrsrhysdS8OmDUpo0wD4Nrj6lAnsflMpOA47L5Q/c5eEOuOfB3VUreHEhFPY8FlcI0GG4bypXbCfbFFgVNBZ8V0CiRxPAswdIBSQBjwWQ1JsIrsrhysdS8OmDUpo0wD4Nrj6lAnsflMpOA47L5Q/c5eEOuOfB3VUreHEhFPY8FlcI0GG4bypXbCfbFFgVNBZ8V0CiRxPAswdIBSQBjwWQBAG6HJImWIqxNwGsmZMC+5kBnVAcsJ8AVqFJwXGhxOF0YzbiMGayQW+tGLyk4SUW1+IF6DSwolQgAASAABAAAkAACAABIAAEgAAQAAJAAAgAASAABIAAEGgQuL+/DwaieAE6pvHBqG0sY+xXjo3BVXxzwXfxFHo1ADx7wbT6ROBx9RQNBoKrcrjysRR8+qCUJg2wT4OrT6nA3gelstOA43L5A3d5uAPueXB31QpeXAiFPY/FFQJ0GO6byhXbyTYFVgWNBd8VkOjRBPDsAVIBScBjAST1JoKrcrjysRR8+qCUJg2wT4OrT6nA3gelstOA43L5A3d5uAPueXB31QpeXAiFPY/FFQJ0GO6byhXbyTYFVgWNBd8VkOjRBPDsAVIBScBjASRBgC6HpAmWYuxNAGvmpMB+ZkAnFAfsJ4BVaFJwXChxiAGdjTiMmWzQWysGL2l4icUVAnQaXqoqNbaTVQXGBhoDvjdAMhap1ZCM8VoOleCqHK58LAWfPiilSQPs0+DqUyqw90Gp7DTguFz+wF0e7oB7HtxdtYIXF0Jhz2NxhQAdhvumcsV2sk2BVUFjwXcFJHo0ATx7gFRAEvBYAEm9ieCqHK58LAWfPiilSQPs0+DqUyqw90Gp7DTguFz+wF0e7oB7HtxdtYIXF0Jhz2NxhQAdhvumcsV2sk2BVUFjwXcFJHo0ATx7gFRAEvBYAEkQoMshaYKlGHsTwJo5KbCfGdAJxQH7CWAVmhQcF0ocTjdmIw5jJhv01orBSxpeYnGFAJ2Gl6pKlTvZ9a8PaP+U6Oz6nl59zzX17490+O0xXTz7QHefjughe/TnG3qwR3R1/4r2huTX9ObBPp3wSL2+ovtfuhT//OeQHh1diDj25VLz7PdDsY4mpbaef+jjj4/o+DMr6oA+fD2no2/Goo3tEWofy1Ha3Vk81KM8b+06IeLa1xWtwUDArntOvjjP1OvAt4PPSviOnTxm6m4oJhIB8BgJ4ILZwdWCYC9QFfhcAGRDFcAe2OdDoP6aMb7K5Rjc5eEOuOfB3VUreHEhFPY8FlcI0GG4byqX2MkaUfQt0WuiE3o5CMYtIK3QekMHzy6Int7R+U+9BC0Lw70ge/CRS9PIsb8+oMsfOlG7FaB1IjMTp70E6E7AveHraUTyF0TvBoHc0h6B5b6sZwd0QRrxuxXfz4meXdDuC1GYb9r1ls6IToleakT4UWDuRezHTIjXC9AtNn/t0tnpDe1IYvocHRN8jx8HbirmO3bymKOvoYx4BMBjPIZLlQCulkJ6mXrA5zI462oB9sA+HwL114zxVS7H4C4Pd8A9D+6uWsGLC6Gw57G4QoAOw31TuYRO1ojHv+3Q3W9Ez7+9FQVVJjRfE+3zHs+CAN2JrOe8QK1Bcw4BuvVsptGrWkuarT0aAZqur4j23irCbysyf3dFh7/v060gQHcC987Xd0QvHmmeiR7OYrt1AnSHX1PHkz+aOkURf46OCb5HAbpmvmMnjzn6GsqIRwA8xmO4VAngaimkl6kHfC6DMwTofDgD+3Vhv5Q1eLcthfT89YC7+TH1KRG4+6C0fBrwkgbzWFwhQKfhpapS+U7WCa2N6EmqkDwIzT/TbRP2gnny8gJ07yl86PDcjRegR6FWCBMiMWNtj1aA7oRfQdhu29SI8V27BQGaCdyfjkgNHSILzLI4rxGgh7pe0Z425Eh81wPfvABdL9+xk0d8T0MJcyAAHudAcZkywNUyOC9VC/hcCmm1HmAP7PMhUH/NGF/lcgzu8nAH3PPg7qoVvLgQCnseiysE6DDcN5Vr6GSSeKyIxCah+W8uBrQhHAcDlMVP1sWAFp45Q3AY4ifzzLnaYxCgX33DBOcupnUXEqMJR7IzeCd3orckKCviuxoDWowfrbZB9Or2aGNATwXfogBdK9+xk0dA10KWBAiAxwSgJioSXCUCNlOx4DMT8LhoKx/wwD4r9ktVjnfbUkjPXw+4mx9TnxKBuw9Ky6cBL2kwj8UVAnQaXqoqlXUyRXCWBVVJXB7E0h8ux0sIjR7QosdyvAe0W5x1tsckQH/PC8u3fYiN5mJDyetaaavdw7kT3Xe5yxrlNrgE6Xm6HfiWBOhK+Y6dPObpbSglFgHwGIvgcvnB1XJYL1ET+FwCZX0dwB7Y50Og/poxvsrlGNzl4Q6458HdVSt4cSEU9jwWVwjQYbhvKlfXye5a797jz2rTh8sEZe/mVoA9pt3XZ3RySr2wqrkYsC1ybgG6u9TQHAO6v/DP1h6jAN1fuPjbDl09Paf9wRtb04ajCxWwZx/orr0EcWIIjv7yRrXAM060ju+a4FsWoOvkO3byiO9pKGEOBMDjHCguUwa4WgbnpWoBn0shrdYD7IF9PgTqrxnjq1yOwV0e7oB7HtxdtYIXF0Jhz2NxhQAdhvumcrWd7PqMHuzd0AcpdrPgtauJSTyG0uBE0l5IHYTrRAI09QI4feQu6mt+e0H07sUtPXK1xyZA9+LxCRGNYTN4AdogtDNR/vqeXn2vejSbLyHsBXMWV3uwzSToh3dR8K0RoCvkO3byCO9hyDknAuBxTjTTlgWu0uK7dOngc2nEx/qAPbDPh0D9NWN8lcsxuMvDHXDPg7urVvDiQijseSyuEKDDcN9UrqaTXb0mgzcxJ6ISF+tZEkhPSPbSVeMf0+AZ3MdVlr2H++ftZX7Ss1bM3nk/hvpg9feC7+iHfNCK6Dv/NnlHm0J3GMRiIWQGJ0BrseiMGj2zid482CdqxWhmMF8P9+827vQ56S5vtIUrCemo4FsnQLM+yYdIKZvv2MkjpG8hz/wIgMf5MU1VIrhKhWyecsFnHtybWoE9sM+HQP01Y3yVyzG4y8MdcM+Du6tW8OJCKOx5LK4QoMNw31Su2E62KbAqaCz4roBEjyaAZw+QCkgCHgsgqTcRXJXDlY+l4NMHpTRpgH0aXH1KBfY+KJWdBhyXyx+4y8MdcM+Du6tW8OJCKOx5LK4QoMNw31Su2E62KbAqaCz4roBEjyaAZw+QCkgCHgsgCQJ0OSRNsBRjbwJYMycF9jMDOqE4YD8BrEKTguNCicPpkGzEYcxkg95aMXhJw0ssrhCg0/BSVamxnawqMDbQGPC9AZKxSK2GZIzXcqgEV+Vw5WMp+PRBKU0aYJ8GV59Sgb0PSmWnAcfl8gfu8nAH3PPg7qoVvLgQCnseiysE6DDcN5UrtpNtCqwKGgu+KyDRowng2QOkApKAxwJI6k0EV+Vw5WMp+PRBKU0aYJ8GV59Sgb0PSmWnAcfl8gfu8nAH3PPg7qoVvLgQCnseiysE6DDcN5UrtpNtCqwKGgu+KyDRowng2QOkApKAxwJIggBdDkkTLMXYmwDWzEmB/cyATigO2E8Aq9Ck4LhQ4nC6MRtxGDPZoLdWDF7S8BKLKwToNLxUVWpsJ6sKjA00BnxvgGQsUqshGeO1HCrBVTlc+VgKPn1QSpMG2KfB1adUYO+DUtlpwHG5/IG7PNwB9zy4u2oFLy6Ewp7H4goBOgz3TeWK7WSbAquCxoLvCkj0aAJ49gCpgCTgsQCSehPBVTlc+VgKPn1QSpMG2KfB1adUYO+DUtlpwHG5/IG7PNwB9zy4u2oFLy6Ewp7H4goBOgz3TeWK7WSbAquCxoLvCkj0aAJ49gCpgCTgsQCSIECXQ9IESzH2JoA1c1JgPzOgE4oD9hPAKjQpOC6UOJxuzEYcxkw26K0Vg5c0vMTiCgE6DS9VlRrbyaoCYwONAd8bIBmL1GpIxngth0pwVQ5XPpaCTx+U0qQB9mlw9SkV2PugVHYacFwuf+AuD3fAPQ/urlrBiwuhsOexuEKADsN9U7liO9mmwKqgseC7AhI9mgCePUAqIAl4LICk3sTVcPXnGzq8/ZnOf3pYDngrtDQtn//Qxx/f086nV7S3wrbnNgnY52MgLfb52oWaRwTAcbm9Adzl4Q6458HdVSt4cSEU9jwWVwjQYbhvKldsJ9sUWBU0FnxXQKJHE+bi+Z//HNKj3w/p7tMRQc7yAD46yTW9efCWdr6e09E3RHPxGG0WCnAisBaumjH7nN5BgHYyZk+Qls9mnF/Sk3sI0DoWgH1k543Inhb7CMOQdTYEwPFsUC5eELhbHPK2QuCeB3dXreDFhVDY81hcIUCH4P73Rzr89pgunn2QRJfGY+URHX8+oA+9ODAU/+cberB3Mvz34OMdt/lrNhr7NDyVy5Xy0usruv9lOZ+YrpPd9W3jATujq2FzxNouAtq1kzR5iUQMWD5NOUJ7TRh3GNL1Pb36nqgVxY4uRGMUvprHrvpCOkjZecB32fz5Wj9OHhFjoHk3/bbjJz63781beglBxZciQ7r0ArT8/jzr36vMoOtfH9D+KfufZb7j393yPDa0jp9H5Cbb50anHVJxpvTa+aLJq50zwumLXbCF19znlDlg7fPgxt4nHGsYwXB72vnqiUbLWUAaPtX3sWn8Cb+7ONQ9t6wlY3hwvT+cwHokWBx7F362Nb4rr9TebWLvQbppRhTmoyYRN6dox0X/3LSXa/NQv7+x7W0eavca8nhtzWZ2KGNO3LuEozBvzjTjy89GcZ4Gn36ojamW5i7mfdVYzfieNJ/pQLHqLFNRnJ5+adynW7jNHMXwYpwj1slbLK4QoCfz2i1Gbh+f0ckXTnhpO84Nfbg+pPO9czrkBWj2jP3WL3p2+0198/K9/KETTom6xcgNE6jbtHx50vPJ9k/PwAuS509H4bydNL4wEb7DhX8+1qR5xhZ+wmKs35jqBGdi9fTtf3ZAF8R7XWoEaMErky0iebHDp77peJWeA3yXzqCf/ePkIW+AdOPCr0xrKgjQM4DI5oiEHtANTy+I3vUe7d3mYnf42Ch7vIvP+/fs4yu6on3aJ/vH0nYOMaaR542x7OYDrDj/sI+Oo50y2Ha7ldSW+SycxtgFW3jNRKSsJRo8nxP91nnSy38CN4Igw8SUm/5Du50nsVxH2tnqiULKO3MKPpUx0WDyx5PO6WBYO14R7Y0f3E0GWzm0tTKGB2teb2idCRfHXm6XYKHkrS6v+a15paZuFHsn4doE/VpF57TDxowN+56ng2cXRNzephOLRQFav7fp5x1+ryFz39vdjMW3dEZ0StJHeAjQI7XgM2wciLlSvBuNdlnXi475PmY+U1cs4okhwzicA19TGYvinrIhlZVdCi/mOWKdhMTiCgF6Iq/tJvavl3T/w6Xe80/Z5GlusVgCAAAgAElEQVQWKP0Xv7ff8V7Q3BTcLFTYM0W0sQm9ExvjmdwkSPov0gw2S1jJgoK8KOm8m9liTd6AuQTopjTRDr/6PEGqKBn4rohMS1PMArT0zuoFkFZQPB1PLoheKqIXq/Ds2Qf636fn9H/4Ewlsw8g+RPV2jh4QTBx7SbffstMhTR0/0217yqTJIHve+nph9mLB1x1625xkaesW7Rc9Ovh6+rzXRPvNiZa2HTv0njvBwp/sMHuGmNrHHbcXvDlkGxIK0HKfEd7T/QfYF+yDaZNYv4G2i8s6QVSqWPfBYhAGun4gigKiZ7hYmr/dbb4pgtGE10Xsgm1CVWrSKW3SzM3ieoWbS//nUj3ZYKrLyukrIn7t07YgsJ4ooPwzz8+n7/rOQ7SS16IT+G83QsL61J8HK4czxhxfHPsJ+CnvxAl5t4m9/5jjU3qF/3IK0ERX7XzOBGf5/W8fk6oNurHJ5qZ3RC8e0a3H/BmGyHy55h9fbtvApxsjnxQ5uBvs4ucd0px61I7HgPnMCYRHmc4ypiXIivs0UzeVugxebHPEOumKxRUC9CReuQ3u34aj5yYBmvMga7fsJs8vTf5OzOkEkmZxP3odTzI+OLHVI3bwXpvoAS1vLvswHW4P6tsh1MbPt7xnno8AzQtrT+hyisd2MHrlZQTf5XEWYvEkAXrvRAiZI28UFE87XVgORXzSeY3Jx16ZMDweg2UitfgBST4ZInrLivioXjY2T0Gxrfq8uo+JsudwJ2qKXqPHn6X2Pe49hnVeJYOXlSi0xi4CnH1H2DDoRF79u98lQLuet3jJ/WiYH7uN/DHDq22EbcPhb7f8odKJz4QEybmy2sI+0NhCnnQFiNzoxHsuje5jvGYd0xbswakozgTWM4GTmKQp+GQfrfQhypi17s211pOaCwOnfsBjZcfwrRPYLOvdCPAXx174INgYrgk9xNqjFf/HEHzAPoL4IavnxxofAZp92GbzSbQHNCdmS+89Uu7McI/lOdCaWkaK8WW3AXxO5ciUfnnuOEv4sWOd7/mTV+4x4FwvymCY1iBzgawpJyvuCdtVetFF8MKNFXWOWCcDsbhCgJ7Aq+CZoHuxNmUZXnpyTKuDJoTE45d9LGfRc08XP2zMb1n0TmjLlKS8INl5HnZ/4gZJFydNFFd04vKIaRcnWt58DtutwSNnFKBffc8vWPjf9V7nbVkDb50A7a5ve9eqge8po6PctGYBWhJzlXedRqDgxWXT0TdXCA6Hp+1w+oTFv3ctdI0bT40YyaVVPfj49Gpe/UkKnYjDv6/U953V+8ciAscuAiZtCrXzW4gA7d5waPEQ6pc83umAmqPUu4J3Wd+6CXab5vA5Rnparvws5NciepFT5sbu4X733Vv1ElLDOsjOaXfagd3jwM/9TZiWKfX4IRGfKhmfwskQ3QcD1/hxPWdxN/3LZgKAnQc7h3PeXZIP+67f8I4h8o0sLrHEnDdmrFWA/aQhqX9PDTI/C+WnfDjg9i78vMq/sxoHI2sM6HHcKPcHGO4GGvY/yrvRPVYnwTJT4mTjy2gf+JyJuoyX4YlrQfcabpjlhTucVBymjxHXO3gurPlylh8zKVpRX5nr50XaQ2X4eBLCeiyuEKB9UZdFmIkCtFyN+eXYC7lSzONhU9ZvTEi4xNC3EWHptB6xisi0vAd0GzN7WEA+oUv5EkIhBnTX9nFChAe0qTeA77BxUlouWYAW/LP494vyrpOFP9Zy/cU/wwc14/F7nWeYKuDaBOgdxauIfQzUXXqoEaAH2/gQHzyj7MOfzpN2vERlDOVhFhI6b2nNBzcJZ/ViPIbvch7Q6jxl9iQ2eq5qLsw1HVtmPaEVRnfeGzygTRdZjpg/+YO7JHEIkzKGLelnA+1Hz5Qbl9gF26zvGMNaQuXG7BHb9uUpPBk9ohpOu7Gn60eT65kVKHNhS/CpFyvtG3Kvo+ztiQF5TLSrJOO4cPPg4HDVITg0sgd3+lC99luPH7BfaPBJIfX4WoW1gpcHdBf6anj3N6c6gmJASx/vG6MUMUHeK00X15ZAeIl3m9gO8x4SfE5jfHnuOvu0p260p9jkNdzU+Uzcg8gf0v3ewdMw9UmdC3cf27acZvW8OOeIdbIXiysEaE9eZQ/mMZvkkez15cKx4OAWTDphZemXa7KQDJo4k9oLqTReb6OXFDtqf0ZnpyeD95QeI3GBMyUMimc3qSIZ+K6CRmcjzB7QUlYfD2hTbfyHKjkenPyuXK0HNN84k2jDLcDbi1l1JyzsHtBCeAJ505zBA1rv2a2buyyivPaCQc8Nt044MH34beC3CQ3a8BymDxHSJcLOkeSfIHbB5l+TX0r9BwbZC1knDHAiJfHegn29Jp6snOo+CgfW49f86FSL8KldU9rGkOf4Mq5VY/h2cNhetD3PXz7se/s1+Clhl0xNBfazdAL9HNU7mjR39TQfPycI0MMln6/P6OQ05hLCMQSH+iG5b/rgKe05XmdBzL+QRcaXZA749OfHlnI13Hmv4WaYz3pAvN/B80AtlJID9wTNqK7ItfPiniPWSUksrhCgQ3kN9oCWPZyb/7+nnU/j5VP8JNzGghHiR9tim4Y2xp7PJEjGXULYf8Fkx+QaE7QeWXJ7NRMVd1yVeVvqBGjFk8irvjSYrrlU8L1mduazLVyA7j0dWqH1iKxBanivZ3nTLS1Ou0mY6MPXJjbcNA/ovX4s77YXlTYY2d6T/btn2ACKae0LWLsAzXvqKJsp4dSIxsuQm1PkGGDiuyu1B7R9jpHbZfogavrA579BkL3JLKdsPE4G+dht2gDPNepiF2wxdjS4P6d3dD54oareeiZu9PHMmcji4EnzAflmOGGhObLLr3eUDy/7ZMobg01o3vn5bLC8pCf343pQz4l5w27i8PrXQ7r91xh3U+7r/HiN4dueNxRpNd/S2JMPfoY5EdjPx7tYkjyXd09DPWaHvO2Fye4QgkN64bQlPzY1HtHcXqdbr0CAHjkFn3OMlPnfjTar3Gtt95w9fT7TWZR6/ebiZlncXdbgOUNg3bz4zBHr5DIWVwjQobzqQnIIF7w0Bffe0a3n3zE1S5r2T44RJscok54r3tdKjLHQRvjlMwqSwhG47kg5HyO6RaDdaOqf6WJds4ukjOEADBdNMYwEAbpdRHJ/vNg9/Cwe5Rlt3l7sZ/FlfdfyKcbtVj04wbffGFpjqhgBummP6b3UfTQbxx4/zoc8/Tvstj3i3KPzujnFcEM7IQI0t6kbataO99by7uj5x106PurfNNI71Tf8xSB0D7HxxZiqIkb8aRm7AP2QCeh9uQevz4hOiV62wlRiAVoTM7NlaMCz33Bo2yw/Y9z2lyv27+9xQ+IYGUIsXN6GXmTg+pn90ramHpvd4wfQ8SPG/KM2dsEWZ5FrrjMshPtKzX15xE479rQnHbj1kDROg+uJAycodwo+ze8eDc691eM71sKhzzqTO7EQw4M1bxDSaqbFsbfhJ7+nmLlsXgH2M7GuL0Y9ocrNtdr5rJ+ntd7R7D2pXoDM187mG90H2OG3F7f0aAjlIdo+fvChNv4tv+cZxe+ksFkLTzG+fFsDPn2R0qdblDvXetGyhmNOZ9JOnbzmM7nprndwHKReuRfF3csiJGoQWDUvlhM6xlP6K6E1FlcI0Cshcs1mxHayNbcNti2zsQPO60Ngu+Pa7sW8PqbsFm2Xx9KYWsdCWPWETotjs4ju4p7X91E33dhTPaGTsqSLz5+0wvjCgX08hqElpMM+1CLkmxsBcDw3osuVB+6Ww5qvCbjnwd1VK3hxIRT2PBZXCNBhuG8qV2wn2xRYFTQWfFdAokcTtsszBGiP7oEkCRBYw5hrBOHLH1iomgSNFIpcWEhN3Ryp/GR8NoLwC6J3rhBHM7V36Y8Sc5gN7OdAMayMZNiHmYNcCRAAxwlAXahIcLcQ0EutB/I0p5paMR7SUBmLKwToNLxUVWpsJ6sKjA00BnxvgOS1H0tKSgEE6KTwonAjAni31tU5wGc+PoE9sM+HQP01Y3yVyzG4y8MdcM+Du6tW8OJCKOx5LK4QoMNw31Su2E62KbAqaCz4roBEjyaAZw+QCkgCHgsgqTcRXJXDlY+l4NMHpTRpgH0aXH1KBfY+KJWdBhyXyx+4y8MdcM+Du6tW8OJCKOx5LK4QoMNw31Su2E62KbAqaCz4roBEjyaAZw+QCkgCHgsgCQJ0OSRNsBRjbwJYMycF9jMDOqE4YD8BrEKTguNCidv06ca8nGHM5MXfVDt4ScNLLK4QoNPwUlWpsZ2sKjA20BjwvQGSsUithmSM13KoBFflcOVjKfj0QSlNGmCfBlefUoG9D0plpwHH5fIH7vJwB9zz4O6qFby4EAp7HosrBOgw3DeVK7aTbQqsChoLvisg0aMJ4NkDpAKSgMcCSOpNBFflcOVjKfj0QSlNGmCfBlefUoG9D0plpwHH5fIH7vJwB9zz4O6qFby4EAp7HosrBOgw3DeVK7aTbQqsChoLvisg0aMJ4NkDpAKSgMcCSIIAXQ5JEyzF2JsA1sxJgf3MgE4oDthPAKvQpOC4UOJwujEbcRgz2aC3Vgxe0vASiysE6DS8VFVqbCerCowNNAZ8b4BkLFKrIRnjtRwqwVU5XPlYCj59UEqTBtinwdWnVGDvg1LZacBxufyBuzzcAfc8uLtqBS8uhMKex+IKAToM903liu1kmwKrgsaC7wpI9GgCePYAqYAk4LEAknoTwVU5XPlYCj59UEqTBtinwdWnVGDvg1LZacBxufyBuzzcAfc8uLtqBS8uhMKex+IKAToM903liu1kmwKrgsaC7wpI9GgCePYAqYAk4LEAkiBAl0PSBEsx9iaANXNSYD8zoBOKA/YTwCo0KTgulDicbsxGHMZMNuitFYOXNLzE4goBOg0vVZUqdLK/P9Lht8d0wbXw7PqeXn3PfrimNw/2iYTfmmfN729p5+s5HX1D9M9/DunR74d09+mIHjZPf31A+6dEYln/0McfH9H50zs633lPD/ZO9Li+vqL7Hy41z8/o6v4V7bV175OQ+9mHoe7B8t6GoRJNmqqINTQGfG+BZaLYyWMbKK2/leBx/RwxC8FVOVz5WAo+fVBKkwbYp8HVp1Rg74NS2WnAcbn8gbs83AH3PLi7agUvLoTCnsfiCgE6DPdN5Ro62Z9vWpFXEIl7QZo+3tH5T62UHCBA90IzHdDF591eNG4g5gTotuzuTxav2x9b24jLy1Mk29SVe/z4iu5/2RvqOSZRlO5EcSZib4dy8N18tKj/L3byqB+hMloIHsvgqbESXJXDlY+l4NMHpTRpgH0aXH1KBfY+KJWdBhyXyx+4y8MdcM+Du6tW8OJCKOx5LK4QoMNw31SurpNdtcLyzSA0cxAI4m+EAP30ig5/3+88nlvBOZUALYrY1HhjH/HC9yB1jx7YnABeO/ngm/W/upmOnTzqRqec1oFHcFUOAnVZirGXj09gD+zzIVB/zRhf5XIM7vJwB9zz4O6qFby4EAp7HosrBOgw3DeVq+1kXz/Q4bfndNiH0BAAaL2g2bMYAZqF2rihD209qQRosdzW05mYN7RIre1ZrZ0AfOv7Qm18x04eteFRanvAYznMgatyuPKxFHz6oJQmDbBPg6tPqcDeB6Wy04DjcvkDd3m4A+55cHfVCl5cCIU9j8UVAnQY7pvKNQqSt/Syjaks//HxnSMF6J8edvGgW0F4R+uBbA7BIcaIPpDCgvBP+TAiTX1vv9N7vbZ1/fWyD9WxDdrB9zb4jp08tjEa1t9K8Lh+jpiF4KocrnwsBZ8+KKVJA+zT4OpTKrD3QansNOC4XP7AXR7ugHse3F21ghcXQmHPY3GFAB2G+6ZyLeoR24S6GDyq3xG96C8hnDEGdCsqcyE34AEtdmfwDQ/oTb3gCm9s7CKg8OYXZT64Kooup7Hg0wlRsgTAPhm0zoKBvROi4hOA43IpBHd5uAPueXB31QpeXAiFPY/FFQJ0GO6bytV1si4GNF3f06vvxeaLgq4+bMYoKjehNeSLBNU8rSj85YzO6IRuhpjQXb1zXULIYk1ry2trMnlz100/+Fb7eI2Mx04eNWJSYpvAYzmsgatyuPKxFHz6oJQmDbBPg6tPqcDeB6Wy04DjcvkDd3m4A+55cHfVCl5cCIU9j8UVAnQY7pvKxTpZJzRTH5+5h6D1Vj6mXU6Y1qWTvYxF0VcnWnfibxM2YwylMZcALYvYfV2vRc/XTgT/QHefjqi5EnErf+B7G3zHTh5bGQ9rbyd4XDtDo33gqhyufCwFnz4opUkD7NPg6lMqsPdBqew04Lhc/sBdHu6Aex7cXbWCFxdCYc9jcYUAHYb7pnIJnezPN/RgT4y13IFxRldcfOhOhL4YcZLEXbcA3YvERxcTBGjZLmaTzpNZ/q0TwY8/c9RKNm+FdPC9DaZjJ49toLT+VoLH9XPELARX5XDlYyn49EEpTRpgnwZXn1KBvQ9KZacBx+XyB+7ycAfc8+DuqhW8uBAKex6LKwToMNw3lcurk/XCtOytvCmgKmks+K6ESEczvHjeBhRFtxI8lkMfuCqHKx9LwacPSmnSAPs0uPqUCux9UCo7DTgulz9wl4c74J4Hd1et4MWFUNjzWFwhQIfhvqlcsZ1sU2BV0FjwXQGJHk0Azx4gFZAEPBZAUm8iuCqHKx9LwacPSmnSAPs0uPqUCux9UCo7DTgulz9wl4c74J4Hd1et4MWFUNjzWFwhQIfhvqlcsZ1sU2BV0FjwXQGJHk0Azx4gFZAEPBZAEgTockiaYCnG3gSwZk4K7GcGdEJxwH4CWIUmBceFEkdE4C4Pd8A9D+6uWsGLC6Gw57G4QoAOw31TuWI72abAqqCx4LsCEj2aAJ49QCogCXgsgCQI0OWQNMFSjL0JYM2cFNjPDOiE4oD9BLAKTQqOCyUOAnQ24jBmskFvrRi8pOElFlcI0Gl4qarU2E5WFRgbaAz43gDJWKRWQzLGazlU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Dve7ZCMOYyYb9NaKwUsaXmJxhQCdhpeqSo3tZFWBsYHGgO8NkIxFajUkY7yWQyW4KocrH0vBpw9KadIA+zS4+pQK7H1QKjsNOC6XP3CXhzvgngd3V63gxYVQ2PNYXCFAh+G+qVyxnWxTYFXQWPBdAYkeTQDPHiAVkAQ8FkBSbyK4KocrH0vBpw9KadIA+zS4+pQK7H1QKjsNOC6XP3CXhzvgngd3V63gxYVQ2PNYXCFAh+G+qVyxnWxTYFXQWPBdAYkeTQDPHiBNSPLPfw7p0e+HdPfpiB5OyBebFDzGIrhcfnC1HNZL1AQ+l0BZXwewB/b5EKi/5irG198f6fAF0buF12RJekfTlm/P6fDrOR19Y6+hCu6SgJi2UOCeFt/Q0sFLKHJp3zMQoNPwUlWpbPBe//qA9k+JDj7e0flPqsRifN5OnMd08eyDJM78Qx9/fETHn3m4zujq/hXttT91z8+fyvWxfAf0wTQZWybr1k66ovtfiN482Ce6vqdX3482sHawX86u7+nn20N6dHSh5XXAg7WTS9XkHcu+bus74UsRMOmey/aQEb803Qx8b4PvVJOybvzw4ytNr1VLbe34Mr5zmv+//U7/7vK2qR+Lu9I7g/58Qw9+21lcfG7sTsWjNyZI6I0AuPKGqoiE4DMfTcAe2OdDoP6ax/El7UtM+5FmDbRH3P6NaNi7cHCN+0fT/o6o/Zgv77eGvZK4jzLtR5sqtWu+1k5uF/a62Qt2O87wv8amt7TjIQ4H1wEBOhi6pTJiTloK6Wn1gJdpePmmjsUVArQv0htO13Wyu04MpgO6+LwrLjJabLoJ+ObZBZEkGLeLib926ez0Rpqg1QWIKBoZFijtRHxLu69P6MYoKJkWN/xiShZ8e2H7Mb8gadJc0pNBFO8WNZ2AzS1a+kWNIDj3CzUaBHtXfXoB2oxfmk4JvrfBd+zkofY+v/GTpte6S51FgHZXs3iK+XlcvAmbqRBc1UU1+MzHJ7AH9vkQqL9mowDd7nVu6EDe60kCNBORRSecZo34nOi3xovXIUBrT5Opa8zrXw/p9l86r2BVFO5sEvevzbrw8gfRCWk6uxCgp2NWXw7MSevkFLyk4SUWVwjQaXipqlRBkHx6RYe/79PtC3HC7kTSl3RF+5KXYbdgaNI/+UP2QNQsQIRFjH6Bwuq6/+HS6nWoPRIveCqKgq/vEXpVgO7KudF5hgvtUQVmsU6dAG3DL003A98irrXyHTt5yL3PZ/wI3tG8938zTv54QnffvR09X3jPFOl0gbip6T8KnfYW9fmG90R/0oE/ecDyG+1pzl/wXjiC9w3v6SKf4uBPcPQfr77u0NvmBEhjnnIKJH4Mz81jvEUowYQAuKqrb4DPfHwCe2CfD4H6a7YL0ERX10T7vMezY6+jIhYuQKunYjV8yB7ZHh7Eouc1f8KWCecv6fZbdoq1X+vJHtXU/b7zn0N6Ti/b/XJzypetOWXvbnktO7ZEXFueffxAN0d8CA7pRC23Xsa7Mc/4BO55cHfVCl5cCIU9j8UVAnQY7pvKJQqSd/SOnkuxTsevvzv/lkTm3lv5ZeNBrBzRMnhAD97FugXKKMi++t4QsmJgR30uekGKz309JBVB0rawEZ7pPaDHxZSmPVb80nRD8O0QoCvhO3bykHufa/w0C+/n9K4P3yON7X4RPx6nlE8qcF7pOk8bzluGecQ8+W/3UYydVJDtc9szHidt0r7fOafuncMEaJ03Dh/2o98gSEdHtR+qIoby3DxGmIKsDgTAVV1dBHzm4xPYA/t8CNRfs1OAvv+ZbpsQiuzEKL8u04XjUCALEaBHxwCzcNtVpDhEuMKkWdeVTAxmDgby2s/kbX0xCM+DTbwHdu9NrgslKdovh52UsRP3jng35hmfwD0P7q5awYsLobDnsbhCgA7DfVO5ZEHy/KdbMd4VN7HfSnFWRbHWEIKCiwEtxvNyeUgbwmFw7Kj1896LvD3mxZBOaBNCcPAisdIz+IWJ9MWaxq/iXTa9YD7W5RLc5+mW4NtHgL6l9qNKwXzHTh5i0/3HD8snjE3N5kAb6qbJLHwA4D9ISRb1pzJMArRtXJvFdG48UxcKSOgHygcnMS6gsU0RQ3deHiMMQVYnAuDKCVFRCcBnPrqAPbDPh0D9NbsF6Fe0x693/h5jQDfev/yFzHrP4mkxoAXBmfM6tt5JxIVKdJ3QU9d8qrMBf/JXPb0qrvXGE3hsl6Bbq5ow0KTlsdasPfn68G7MMz6Bex7cXbWCFxdCYc9jcYUAHYb7pnKpguRDLg7yzhBio7lozOZh3EqsQvxknRfkDXexoMtDmqi9/Eu++IJnR/4qL1wUNqcAbbid2OIBrcYjkwVmlyCdphuCbx8Buny+YyeP6QK0HK6CiNixQY0ALSzglWOO7Hik+aOMvAFQNxgme7p3mv6YJ7cp4TZc44cI+YOTa1MSP4bn5THeHpRgRgBc1dU7wGc+PoE9sM+HQP01ewnQ/J6uCYnI9mLGfZkq6urWWS6xeEBfuWdn5EX+2G8vU7MWbIti60yNIKyEc3St9fRrVb2zg+k0bL/vaNeewnX2XcP79TTejXnGJ3DPg7urVvDiQijseSyuEKDDcN9ULp0g2Xkh3tJLKQ6YMJkqohGDTTzGxC9ArAJ17yGsmXaFY06SfNjGZ6brO9r5TRaVxEned9FjiglM1+pFFvYYz/ZjVJ24rm2t5hLI+bok+HYI0BpPdZajJL5jJw+5x7nGjzxuvD2g/3VLh99ygv9MHtA2e1J5QKteMfHjdm4e4y1CCSYEwFVdfQN85uMT2AP7fAjUX7OvAN3tBY9p9/UZnZz2YcvYb8qeaGYBWnFqMgvQ4sk5lT97CLk5BOi0HtB8i/BuzDM+gXse3F21ghcXQmHPY3GFAB2G+6ZyaQVJGr8Y80egxkmcWi/CIT7YgFgn+nZxULs0whdwyyWEuhuMm2JbIenLB7r7dEQPNcx0whjRweddKWyC3uP4hL/8rBUbufizhgVPZxtx3tssVMAx7Q6LMPWrtlmwVOPLdk3j8dO1Nr5rgu9t8B07eWiW8O3Y1o+fLl6gHO98SCvHgOY3MCSecpDHmjz+bTGgx3A2+o8/zB75XaOPAa2ORdEWQ1xALi51/Gglmp/HOaxCGToEwFVd/QJ85uMT2AP7fAjUX7O3AC1c2DxewszCboixmiMF6GZd+ILo3bDXc5yA4+4GGfaKp/xF0d3+8fKHe/r5ttnD7Rqce3wE6MbRaXRC0jkbKHtVSwxoMa0cA9q+D8S7Mc/4BO55cHfVCl5cCIU9j8UVAnQY7pvKpRckWfgLPmQGF4Ljfy5Fr0UOsVF0fUKXylF3XhjiBWqNWM3KdN1u3ItZF4KwPIq5oueyK06zJe60MUwAM1S3WOJ/4/79TeNVoA/z4PI0je2c4Fv0ZDfG7S2c79jJQ9/PLOOHjcM24wGdvSY6of6SwP4444fHx3R82pUsf9ja73+n12d0dnpDO1/P6eibJqV0fLIf58oGgKu/3RS1Y+yYLnT2sA9NrE7hIkE1jvxwTmFIxykEiTcAACAASURBVN4vrmOZsaMVAnQ8gsuVkGbMBdj/5xs6vP25vxA0ID+ytAgsymfz/vr3Dp3/ot48sEU60mLfzCnvaeeT7p6HLaIttjkt9sB3DQhMEaCZY8wJieIu847u1lj937AP04W96EJetBdIHwm5iPq1FbXOPuMzUwxoU3jGdj3P1nWNSdy+UIxV3TwUT+vyMaDb8rmQjmPeLk8bB1vjbCDWz0J86Bjn8WnSvaTbby1rT27NjPGZZwQB9zy4u2oFLy6Ewp7H4goBOgz3TeWK7WSbAquCxoLvCkj0aMKqeHbdUO7Rnq0mWRWPWyXBs91r4arZLD+ndxCgPXkzJVuUz+Yd+ccTYpeqRppefPa02Ksn34oHbMYGpMV+RkNRVDAC5XOsnkALBqOwjOVzVxjgvbnAfZ28gZc0vMTiCgE6hBfmSSd4uzUFycdkuMIlb0nxq63kNah40e2TGAlY+soc0oYJeWI72YSqkHQFCIDvFZCwgAmr4hkCdDDjKXiUPYHEY7T9KZDBi0jjxcPmO/7USVBMe9vcKNtBlrsAGnjtZckx942eVcFMLewxq7NT5kBew2jXNqYLmrhTCtb1DW+I2eutO81AZO97Dg4juAnJmmLsKXYIJ0eap+oxdz4P67eqN1+fSlm39r/LfUMJRcatQ11lKKfNQtC150mDvdo/Te8++ffWWtPeQPfus2Ik2yGt+a3jzZF3BirSYB9imCGUllSUGgZCDJfQzg6yZ6zcxxnmrr4/ZV8ozUkp5pwQVJs86+E4tAXcidyf0oQrDLcsbc6luYuds9nYE8ZpyHpRnisXmId4JpfGPW0vqqf0YnjR7ZtWTEMsrhCgJ5Pbx4J6fEYnX3bGuMMsltP1IZ3vSaET5DhP0gUNLAbVq+/HTXIXI7mZNM0xriabHpghtpMFVotsmRAA35mAX7jaVfEMATqY/dl5lOIs6uJhP+JiK4rPx9j1V7RPY8xtffOM4W3a5LK4IMbFV0IRWeIpMoGhifWonWcdc3QwOVLG2bmaYpgSqqrB8znRb10oGxZz8urpOe1LsTOVaoSyJG9RKw8yp1LJwh0Qcpgve3+YAsVcadPzqa7/+PXitHBcFuyVviHGGLWvURmancch8aGV5gJaU04K7JX3Ee91Pqzbr4j2DALmlw+kHT9yv7biMnGMCGU58s7ERwrsw0xzXOTdFCrfL6Hsqfp5hcR7ZDpRTPrY094lc8Hd6zJa3d5/8+WALuhQvI+mv7B99/UJ3XzH9nXj/Mbfk8Pur2Af48IwmSfXejiOaI8SMzqirIKyLsqddb3omLMd71QZcut6Ubn4Mv19SbJ9i+JeUH/MbWopvLRzCJ0RnZJ0X1luBPX1x+IKAXoir0Nc0R8uhfhPQzGaeMS6TYLtxl3xGQToiRQheSQCsS+VyOqRfSEEwPNCQCeuJjmPwpymu8ldP0fZxWXmLaiPc99C1m/cX95zcVg5IUeJsei6C0Digbdv6hwdSmlyrmyGeYpgPqKmnVvb0We7QKaui7j07b0St+LC3LNNoXy58iXn09Gnfbga2mDDShlrU3kavQ3f0XNt7FMXllOfz4+9r3hrX5NrOZnST60fY3XvXw65hT7kzo/9VPZZeg8Bukkq4C/yZ7rcXP4AynhtPzDIsX3Z+Lkm2ufiAjdVm/eMvv0tFJu4fOvhOK4dW8ydlTt+zqLmnhWfOdtD53Ct7zTvWN1FkCn7Q1bcUzas8LLL4IWtm98RvXhEQrz5leIfiysE6EnEchurv8ULCIZiTAK0dLuucQNn8EThQ3AsfUwrtpNNghiJsyMAvrNTsIgB4HkRmJNXkpxHZfMuXqyoeip3TXYJ0K7n8iU/baGK5+0+nbTHLInePNin8eSQC3Zx868TIZz2uarQPE/OldUmFr7CHsLLKWpGiaKaEBzSpVTywnvgQffR37UpDeBoSpb0fFrCumnClfDhOcR2uMUu3uOTGu/PL6JHqG2Ny38sMl2+NQVXn7QpsGdHye1r7FABWljFt5et6TxdRy+ok/6CXO6iNM6b9kQTAsma1wdUzzQpsPesWkrmKUALXs8if7b3vPYj5W9Ez6ULwocPZzvvJcck/oOB2m9Yf9OGcwkDZLZc6+F4tiZtpqCs3PHrRd0HMe2c7Ragnesxzckr51pm5h6RFfeZ21JTcUXwwo2V9qJV1ynEFRAUiysE6AkkCt45Jk8Dw4ZIji928OyALh6/7C+UEeMaWhcj/XGyJRcssZ1sAsRIugIEwPcKSFjABPC8AMgLVJGWR2mDr53f9OKW20tWPcbOw6XdPNg+0Jpic+o40HjL2OfoeYhMy5WfjXw7dUKba9Nm9vBkAtuEOyr6Y7PUhhy7bT8i0DULk9K1h/Wju+/eqovy6gXoDgMhxqYxrqU+lEBbgCdOY9+Q47rb1qiiV+5SXmfJxlLfJy9a4HR9OUCAloamHN6Bf9w+48V//mj5N41H4bEQAoJPf2vL24b4m+cvGfaTzfMVoM1CsO00Kt+X+fdeg/PbIZyGxTFJmme0cyIX63Zp5yIb3OvheHKn2HyGfNxpPuzLQlqQAO0WqJV5kohanUUOiZOwd+TDPWGjKih6/bz47LPWR0QsrhCgfTmVBeeJArRcjXlzbtlE9IXYFky+zZmSLraTTakLafMjAL7zc7CEBeB5CZTT15GSR3We0oVX0B8LtwnQqogpClztRlzxJpPCckib+06ko9azcOffTfzOHnvtRXuW0B/cPOuKYT2V3ZRcTbWFXZjWib/jJU12AdpjIyiIyu7Ln0aRZ4c+/qgePTR7FxrCtEwGIjzD8nz248QkQuvC1nicRlDuGrFyKK5RW28dLiRB8QI01x30QnG8AN3hLZ8k6SpW35tyGBrdHTNEV/evqPVcp+ZEyF7fCrfne0jvX77fm6z0FaB5ziI9oD8d0UNTKChpX6hw6QyDc0zy+ziEnznyrIfjOVqzrTJycaft71JIGm1oNcddV17rRc1Fk66P6XP3ily4z92O2spbPS/KR5k08/bcvMbiCgHakxHZO2rMJnmKeHmaODZx1nhxy3fM2E7mCTGSrQQB8L0SIhKbAZ4TA7xQ8al4VDzxOnlE46WqF1PMArSHiNlUpZsHhw3+E7r88RGdP1UvdRJ/k0hQLqoxkeRp40SOU3E10YwhuY4j26bNd0PnPC4ri3ytaNYJ0DpO27Ac9IYe7HVCG5PXtGFaQsEIyJeDTysHujHjsSbVlelXz890++MjOv6sA2+CJ/xasQ/w1vMaIxZO1Pz8ml9zSkAWQwWPwzT7hRz9Xt9FPAVoVwxo7XFnTazoIR376CpdSCkI0OJHVd5+0wnWKe/NgCEzKct6OJ5kNhITUQ7utOtF6xruiMbP07b1VuhaLM27z9bBcuCODu9GYO28CCfc+OZMOdXphmH2FLG4QoAOpSTYA1r2cG7+/552Po2bKuFF/ucbOrz9efRQ0sQ5Cm2Cb77YTuZbD9KtAwHwvQ4eUlsBnlMjvEz58/PYz1GPeU+6sS3yRsMkuJg20+ZLn2S8uo3HGNeZ31BQK1Ye8za6xGXvudN9CimU2fm58rekwf05veO8nWV8u7LMApo+fevR9O8dOh+8LqV08qVEfFqJM6VvaIQjfX9we1r7I+WfMjmfTfv/eKJ4tHb9vhHs+bWjftzqPySJH3jauM3CPSV8WXI9vZeuIUZ0uR7QTb+9pCfcBw79u2q6B/T1r4d0+68x5rPMifCulN9Twv9ljqX/W/P692tXyuT93mXA8NxDgFa8+WX+9KcKXPPcIBrwIoEcx1O6+6cxeyi3iSX9guhd41HdtidUaPMGa1LC9XA8yWwkXlyAtq0XbWs4fs42933/9aJIvS3MUapOgjGTCtm4ctfNi2VdLYXbikNh/tyxuEKADuVEF5Jjj79kpCm4945ub4I9Hi8Ukb9qcDHAWnOE5/JXdDk2X2gD/PPFdjL/mpByDQiA7zWwkN4G8Jwe4yVqmJ1HeT5ijZAuixu9HnlPx34zIntEDnkNiy0TUEI8Vu4yLm7D7ndBr8Eu3zl6JiJn52qSXapHHh9zVHvKi1uL2DaCcl4hlqng7anyIHsDimXpTphxayljPORJwAQnTs+npt9ybVY8Z2Q8bB9ldPFph4vtpHWodY0qwleuAC3F2m6bxb3b5HdR32zWf63jx4Gf/LFO5NUej5skzu15g7u6kDF9v/e1Uy9AizsxPX5irHn7OGusMYUBEC6+tZ7Q6dvEvQ+f/Lf58NNFG2/+EAPal3eksyGw6Ph0rRdtazjHO5V9lPG7XFpe36Q9gaPDf1HcMQS8EVg1L5aIB2s6EZOiv0OA9u7C20246sG7XVqStRx8J4N2VQWD51XREWwMeAyGbvGMa+BK9YROC8PSd1akbY1Y+mJ8Kp7Qsa3Ux22PLXXJ/OmwVz2hk7bLELc7aZ2RhafDPtIwZJ8NgTVz7BXmZjYkphW0hvluzdxNQ7Os1MB9nXyBlzS8xOIKAToNL1WVKnQyzRdL0YPJdJRGjBMqLyCY94hYFufd0FxIpXiY9zA3HiA/XGqesy+gmlhsmtg6igeLR/wdOc9gv+arMO/dYFpA8d5Dprjjpvhxc3U68G1Gsia+YyePufrbWM4079ilPO3mb+e8Ja6Px3nbV1Npa+CqeYdd/nBPr75fAtmFxbwlmsTVsRSfs380aNZxwvH/hYGbobpk2C+MzezczoCtq4hk2LsqxvPFEMjJsUtgFp67Qm8thlhf0cLvD13zcnK3NNxrqg+4r4mN0RbwkoaXWFwhQKfhpapSh07Wi6qCAOqMr8agsAnQvdBMB3TxeZe7ZEh/iYB2cWK9uFEWxQ1x9OgD3Q3x2PpYbaemYzy6uFfcZlu2RxfrUnPxiVVUs7Zxvi4HvrlLrgZY6+M7dvKYr8eFlQQBusOtdB7D2C8zF7gqkzeT1eAzH5/AHtjnQ6D+mnOOr0kC9Oqo0F/KvKSZOblbsp1rqwu4r40R7JFSMhLb3yFAp2SnkrK7TnYlXQjFNc5yw/SYykOAfnpFh7/v0/nTu/6ipFQCtBjPjZQLeJjV5lt0XQskUsRisSwfD2ix+yx3QQn4Zv1vZKBGvmMnj/lfb9Kx8P7Y+d13b4c4id0pgv4COi7O8HC6QDqhMZ46aMp+TvTikM73mhiy3Yel5vKt5mK2l389ov0+/qnuAxuL0pj69EEIpuvjMaQV28gDruriGXzm4xPYA/t8CNRfc87xpay3hXXdGX34eEPHgwOPLPjK8bx5J6LeSejrDr1l9zK1J1136P2Dfepih4tOR8KpR8v9TPJ9Cm+/U/cRS/WanNwt1cY11gPc18gKnHRSsRLb3yFAp2KmonLbTvb1Ax1+e06HX8ebvIcmCpcMhYTgkENt3NCHtp5UArRYri3Qu+mZM86X1gN6xG+qAL1kMHrwfUX3v+wJI7hGvmMnj/lfcRoBeu9kvJinHVPs3dB/RPrrJceV9O7RXn4mbi7YhU1MWBYvWpPCByx0AmEqruvjcWoLtpMeXNXFNfjMxyewB/b5EKi/5pzjS9wfSftAJkYPYjAvQKsnFdu90xd2urUPxyjkbYRndlGlmF8Mj6PuG00ic+7TeTm5q39kmFsI3NfJPnhJw0ssrhCg0/BSVamjIHlLL+914Qn4BUCkAP3TQxrF1h36+OMjziO6g9UcgkO6+7r1lnxI7CZd/invyWgTF/ULCbNn9EC8EgNaI3z5huBYWPgC37yo2fY4bT8UBnmBfMdOHvO/5DQC9G87XFgc8d2ijM3hBvojakZ98zeO7c5r+vaFGPtWKUMQraUW2p7ND4Z3ievj0dv0zSUEV3VRDj7z8QnsgX0+BOqvOef4UmM8i3tPcQ/I7T/pIx1+K+1TFQept7TDOVLJ+z/baUfeEUgUtqX+oFmLLtljcnK3ZDvXVhdwXxsjnT3gJQ0vsbhCgE7DS1WlLuoR2wjGw4LhHdGLKQI0cfGjeQo0wtXRGGt6uge0ryDJ7FG/yvt7QC8XeoMhBr5lD+g6+Y6dPOZ/ybkEaPG5LB4zb2bZLj5sh1OAJuk4p/JhgXnKzN/60BLXx2NoS+rPB67q4hh85uMT2AP7fAjUX3PO8SXsjzQOOEYB+u/mlJy8D5QdpKYI0HI4DyJqLr3vT0iO4Tmku4IgQNc/QDQtzDlmNgm4Z6PBiydQE5PF4goBeiLgW0zedbIuBjRdix6EDR7isXWDWCd5D1qPWPWei/tfzuiMTuhmiAndoT/XJYQs1rT5i7dZ/J0cE1j2njR4Ncti+JKhNwQBGnwLQ71GvmMnj/nfhXECdBt3XfCY5i2Uyu4fqSccZG8aLuwQPKDnp3xjJa5vzG2MgJmbCz5nBnRCccB+AlgzJwX2MwO6wuJycrwWD+jbJnwHSYIz939Gm+INDQF6hT06vUk5x0z61pVbA3hJw10srhCg0/BSVamsk3VCM/Xxmfsm9vG4djlhWpdOFlJdAjQfNoO/3GEeAVoWsfu4YNyX7aYe6xGr1lNyn06EPFzMWMclhEP7+PyeInXqzgW+xxAOI9b18R07eczfDwMEaD6MjeZdNNoYIEBL3jTa99/8IEwucX08Tm7CZjKAq7qoBp/5+AT2wD4fAvXXnHN8qR7O+3TDQipaY0B36/QhrbKPky8s5MO0dYHbxrqf0KUQAlK/TxzycPeRIAZ0/eND18KcY2abiPu1Grz44TQ1VSyuEKCnIr7B9EInU46kM0D0l3sNcEnirluAZp7VF+MlZH1hvjGgx9uMdZ7M8m/2o1Z62vsFCfdwiC2t83BWfpPzi8f7hduXuTpkQX7uLgm+TYjWxXfs5DF3v2OxtocwGYoXiSwij3wMY0K4Lb2zsBuTAQL0N/1HqNO+pa/P6Oz0RogfOD8G00tcH4/T27CVHOCqLqbBZz4+gT2wz4dA/TXnHF/KHo9f1zUXCL64pUfDaTdZVJbW6cOFgw1nUwToI3oorCcP6Ow10Qk1d8R09xMdf9bvf52XlifuPjm5S9y0VRcP3NdJD3hJw0ssrhCg0/BSValenawXplOLo1UBu9LGgO+VEjOzWV48z1wnipsfAfA4P6apSgRXqZDNUy74zIN7UyuwB/b5EKi/ZoyvUI6Xv7dHthTchXIXlw+4x+GXKjd4SYNsLK4QoNPwUlWpsZ2sKjA20BjwvQGSsYGvhmSM13KoBFflcOVjKfj0QSlNGmCfBlefUoG9D0plpwHHgfwZ7vcJLC0oG7gLgi06E3CPhjBJAeAlCazRTgAQoNPwUlWpGLxV0elsDPh2QlRFAvBcBY3Ri4A6UCijFRhzZfDkayX49EVq/nTAfn5MfUsE9r5IlZsOHIdxlzv8RmM1uAvjLjYXcI9FME1+8LJOXCFAp+GlqlIxeKui09kY8O2EqIoE4LkKGrHZKIhGjLmCyPIwFXx6gJQoCbBPBKxHscDeA6TCk4DjcgkEd3m4A+55cHfVCl5cCIU9j8UVAnQY7pvKFdvJNgVWBY0F3xWQ6NEE8OwBUgFJwGMBJPUm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jggXU2eiDmMmE/COasFLGl5icYUAnYaXqkqN7WRVgbGBxoDvDZCMRWo1JGO8lkMluCqHKx9LwacPSmnSAPs0uPqUCux9UCo7DTgulz9wl4c74J4Hd1et4MWFUNjzWFwhQIfhvqlcsZ1sU2BV0FjwXQGJHk0Azx4gFZAEPBZAUm8iuCqHKx9LwacPSmnSAPs0uPqUCux9UCo7DTgulz9wl4c74J4Hd1et4MWFUNjzWFwhQIfhvqlcsZ1sU2BV0FjwXQGJHk0Azx4gFZAEPBZAEgTockiaYCnG3gSwZk4K7GcGdEJxwH4CWIUmBcfTifvnP4f06PdDuvt0RA+nZ58tB7ibDcpJBQH3SXAtlhi8pIE6FlcI0Gl4qarU2E5WFRgbaAz43gDJCMFRDckYr+VQCa7K4crHUvDpg1KaNMA+Da4+pQJ7H5TKThPF8d8f6fDbY7p49kEUY/98Qw/2iK7uX9HeiuC5/vUB7Z+OBp1d39Or76cbKAjQPQa7gWVNr33MEcVdTMUbzwvc19kBwEsaXmJxhQCdhpeqSo3tZFWBsYHGgO8NkAwBuhqSMV7LoRJclcOVj6Xg0welNGmAfRpcfUoF9j4olZ0miuNWaL6hg2cXRE/v6Pyn3h94dQL0P/Txx0d0/PiK7n9hkvg1vXlwSU8CRHJ4QJfd52OtjxozsZUjvxEB8JKmc8TiCgE6DS9VlRrbyaoCYwONAd8bIBkCdDUkY7yWQyW4KocrH0vBpw9KadIA+zS4+pQK7H1QKjtNFMdMaL4m2uc9ngUBuhF694k4D2FFwGWe1D2UBx8bMZta0ficF7ZJLKst5+hiIMDk0ewjGFvLEuw7ow8fb+h4CMHR2PSWdr6e09E3RNS2/UTsFK+Z8N3ZPzyVPccndqUo7ibWheQjAsB9nb0BvKThJRZXCNBpeKmq1NhOVhUYG2gM+N4AyRCgqyEZ47UcKsFVOVz5WAo+fVBKkwbYp8HVp1Rg74NS2WmiOB6E5p/plvcwniRASwJ1K/ae0+HXc3ryXynWMlfuTis+745hPnpv7A9MCOZoaUJvvP2O89CWKOvEZ1NZnff0IIQrYUd4AVoUo9ty/3rZe1137bxpxfXGU1znlT2tL0VxN60qpOYQAO7r7A7gJQ0vsbhCgE7DS1WlxnayqsDYQGPA9wZIhgBdDckYr+VQCa7K4crHUvDpg1KaNMA+Da4+pQJ7H5TKThPFMS80c8Lx0d98DGiHB3RTxm87QgzpQTD+n8tBjG68i9sYztR4E++0ovDtCz6GsyQUD7SYfmcJuufGslobbuklF6pD9KjmRGdqxHMuLd82TTs7b+nwWNlR3JXdbbNaD9yzwm+sHLyk4SUWVwjQaXipqtTYTlYVGBtoDPjeAMkQoKshGeO1HCrBVTlc+VgKPn1QSpMG2KfB1adUYO+DUtlpojiWBNRBIP7hkhNW7QI0SWE0GJpqGI5bLtSFWmaTT+/p7BKgHWXtvFdEYqMA/Y3oAT0K5nukDQPSivaiuD2lN0VxN6UipBUQAO7r7BDgJQ0vsbhCgE7DS1WlxnayqsDYQGPA9wZIhgBdDckYr+VQCa7K4crHUvDpg1KaNMA+Da4+pQJ7H5TKThPFsezB24en2H19RienzLN3uge0gCjzHH5xS48GT2mH1zK7DLEvyB4Dem4P6GPiolKLIUIkT294QJc5dqLGTJlNLsJq8JKGplhcIUCn4aWqUmM7WVVgbKAx4HsDJEOAroZkjNdyqARX5XDlYyn49EEpTRpgnwZXn1KBvQ9KZaeJ4lgTQmK8zO+sF1+lWMdyDGUmWnOXFIqIdl7FN88uiLgLCVvv4i8fxtAdlhjQ1F9eeDJcBtjU0JR7SU/uXxFZy5JiN9tiQDehR/540sd8lvqF0k7EgC515ESNmVIbXYDd4CUNSbG4QoBOw0tVpcZ2sqrA2EBjwPcGSIYAXQ3JGK/lUAmuyuHKx1Lw6YNSmjTAPg2uPqUCex+Uyk4TxbE2hnEn2J4QE6CJiIm2LVRndHVNtM97AwvPOzzPOEG6FZtPD0i+YLD7neGvPleF7Mau8U+tw1AWb9+zD3QneGNrwm4MNhFRk/7TETXXDoo4EJEgiE/vR1HcTa8OOXoEgPs6uwJ4ScNLLK4QoNPwUlWpsZ2sKjA20BjwvQGSIUDPTrL9OOfs1Q0FYrymw3buksHV3IjmLQ985sMf2AP7fAjUXzPG13wc69aG+rjU89QJ7ubBcWopwH0qYsukBy9pcI7FFQJ0Gl6qKpV1MvZVubsEov1uK/wZnytHk1i2/qjRZ74Y7us4+7n9ms59n5a+Dotfu6Uvy7KRclnN8/5LdHvpxe+H/VdpnW1EYtvtaXIJUrGdD3yPCNbMd+zkYepn8njkvUli++aU/PJRzFkW/KZjobqbzKcYG5E2FY8RJiGrAQFwVVfXAJ/5+AT2JWDvv44+H8IoaPLwa36td61lT2HYL6Tdx8h7hd4+h0dvk2oMVdH8T7Mfaoti3sRiHxDXWj5pzH0I42u+8cVfOtiV6roAMa5ucBeHX2hu4B6KXNp84CUNvrG4QoBOw0tVpXad7I4+/viIzumALj7vjhcoDC3Vx+MaFlR/7dLZ6Q3tfD2no2/ExeK48OxuK+bjd3WLMbG+Js3lD/f06vt+oUrcUab+xuP9U8PCzbJ4FQVjzQKBLR6HBa19EVG2AA2+h2NxlfIdO3moLzld7Loxnt5e5rfiLAJ05jboqp+fxxU2shKTwFUlRPbNAJ/5+AT2JWAfso6WL6frhVS2DjOu4aV0nNB3POwRensS72PUtSNRd7HciRBCgqUj5tQjxytu9hz/3qHzX+TVk3qBHyt/FNY1aSZ0GYyvCWA5k6ofVUwfQJxFeSQAdx4gJUgC3BOAOkOR4GUGEDVFxOIKAToNL1WVKgjQT6/o8Pd9un3RCMBjM1ux9a+XdEX79PY73kN6vEn4yR8PtM94AVq4/bcVfM/pUBCtpTolcbp7ahGGYwTopmjBpg0I0OCb64N18R07ecgvOZ8PLoJ3NB8Dl7yFWwAAIABJREFUrxmXfzyhu+/e0qOj/q5w3nNJ8hySvaqFcvt87J10/wv1sQdHi1l+oz2yJ9JgqxjXj71rjodTHPyHr158/7pDb7/tb0Dn2zzTLDE3jzOZhWISLNgA6roQwNjLxwewLwF7w5rJuo5WhVNhbWFYwyuXzw3w8OUxexLvY5S9gnRhHU8d3x6rdzefySAuC/khQOcbIXlrxrsxD/7APQ/urlrBiwuhsOexuEKADsN9U7lEAfqO3tFzLlRFA8Uoyuz8WxKZ24XmLb28f0V7yuJKXZwKR5Ucx9rVY00jLcZnsQK0IG5T5xXO3cDMdwwfQW6NHQl88+Fl+D5aF9+xk4fcd10exs14eE7v+vA90tjvvYP03juSF7U0huVxdv3rId3+65ye/Lf7KHbfew/J9rntoeGkR5P2/c45vfqeF6BVj29xE9x7ZAni9T7dGEIYhb4L5uYx1A7kcyMArtwYlZQCfOZjC9iXgL3po71tXRUiQNucA/R1pdzHdMxw9f7PpdmZRhDj5TWDiWOTuMz/DgE63wjJWzPejXnwB+55cHfVCl5cCIU9j8UVAnQY7pvKJQuS5z/d0psHb8dwGpxQfPurKECLQrC8ILIfS3IJuDbBa/R+lI6uaWJAM9HLGYKjZ32stxMkR+/HJsHoAemyf62dCHyL8c1r5Tt28hD77/SYdq6PTcaPSBrvKflERrv9609lmARonYC+T1etYG1+t3ACNHEf11hhymaSe0+y8EB9HXON/3l5nMsqlKNDAFzV1S/AZz4+gX0J2JvXBfK6anTk0IfgGD7cap1IxpOW/MlMhpC+rnn3MTpHlKHeVoDuHXEU2mynquwxoOlaPInKRO9uPaSJAT3hBBbGV77xFVszuItFMCw/cA/DLXUu8JIG4VhcIUCn4aWqUlVB8mEXq7kVUnZaEZYJQKJwo36BF0UlnRfkDX3oQ264BFx4QKfpZuAbHtDTe5aPAG25XEhz2kEQkJUPRwf9e8Ls5eMWoE32dO80/ckGbrP4dxPTcfSS7jDjN5PyxlIVxafjrOaIXQTMYQPK8EMAXPnhVEoq8JmPKWBfAvbhHtDctePi5d8WAVo/Z5u9rZPsYwZaQjygRU67EGE6ERoe0Pl6//prxrsxD0fAPQ/urlrBiwuhsOexuEKADsN9U7l0gmQXC/mWXl4T7XMijCBAa7yNO+DYgsoRgsMnBvTvh3T36Ygkn9U25qvqHcAuApFFo84qLw/ozcWA7uN5g286+gYxoG0vvqkfjLw9oP91Kx5fnckDWv6Axf8/lQe08WRGxIwSuwiIqBpZJyIAriYCtvLk4DMfQcC+BOzniQEttNQWA1p3usi2Zk+0rm3t1YTW0O1JrOsm4x4IMaDz9f7114x3Yx6OgHse3F21ghcXQmHPY3GFAB2G+6ZyaQXoPr5ZE36Cv81XCVfwuDvSPv7xl3FoYupKi0udB0Dz2+UP3BEz/rIydsz9yweNMB0rQMu3bNclSDKOwDf7nFE337GTh/oSlPFqUrD4zT/TreBVLKWVY0D3lw7uNkdMSfQ0bjdsRzSclJAvH7LFgGYhNtSLSkV7ujp2HTGg1YuF1BjQYggOCNCbmjqVxs4/5raNZ+7Wg898DAD7ErDXrZFd6ypH7GLTPS79moGEOxbkexpke8ZTULPuY9p1zz6dcHsTed0yitTH1K5zvqf2ZGm3t+m4NYvTGoyU9iMGdL4RkrdmvBvz4A/c8+DuqhW8uBAKex6LKwToMNw3lUsvSDIxdwyZ0cpNLAa05dKNcVH1hC6Vo+4Gr+hTDnJBcLYc69exNPESQjG+M9GZEHNNUzeNgny34LwQrOAXuWvtROB7ZKZmvmMnD33/VeMODhj2G6RuRBzQ2WuiE+ovCexDcHx4fEzH/ViXN4T77B3w+ozOTm/GGPTcx7C26P79oIi9XP2tTd80pziOSWsP+5DF6hQuEuRFZam9QoxFhOBY6zsul11pxpytNc0c9Z52Pr0i6TaEXBBUVW9aPsGdrbMA+3xDyR97/RpZt64yx4CW2qk7WTnsCdT1h7jm1gjibXnx+xj7XqFvgzGUGGujbL89BjQfpqRZU7HwhV1pmhjQzflTJW60vh/5c5yvH6JmcLemPoAxsyY2RlvASxpeYnGFAJ2Gl6pKje1kVYGxgcaA7w2QTESr4lkTA3obLMS3clU8xjen6hKW54qdQIAAnaJjpeUT3OUToIF9PuxTjFSUORWBtO+2qdbkSz/l1JrtXiKxBapzwpwtBHdzoulfFnD3x2rJlOAlDdqxuEKADuGFedIpNwqzr/3yl2jmLTx+rxa/ypu96HRetK3JE24zDmkinye2k8XWj/zLIgC+l8U7V22r4hkCdHA3SMGjPO/IXlNdaCRmsmW+40+rOO8E0EFg8zDvTtyMdri8u+xlkWRfitMqKbjSdxzV89DEoZdHHMPGdfpI8MKTbTB5840tYHyqNtm5c/XX4MHlyJiGTxt3DkyFUybmdaIZZ9ZgD+6046ULqyZ7gzalzj2elsVe78mrtMvyDvF7V3nUY31PefA2w2BIg/0MhqGI2RBIzrH8rkrwjpgDDAjQbhTt869j3cWdNhTm/ZD14gJrOBsayceMmwqk0CBQDC/adfZ6KY3FFQL0ZG67Bd7t4zM6+bIzxhlmx7iuD+l875wOv57T0Td94fIRLz6+qRL3S40rKppojzs8uTkeGWI7mUcVSLIiBMD3ishIaMqqeIYAHcz07Dw289MLonf95a66eNiPuMtfxedjzM0r2qcx5ra+eXaPIUO8zv5eASU+puYoNV+rGF9Tmmcdc3QwOVLG2bkyGKbg2rTvjyfdfQzD+uOKaM9wWe9Qro1P9x0Iz+kdnf/UxNSXY7FKhlttsveD7sMBd7Gwox/MxWVTTgo+bdw1fd6MqRzz1YB5+65troI+IXoxxpvlcbHXY79LQ8HXcZl0KB9LY+9sl3d4N334OiMOymV2l/Tkvj/RIPV1J2+hYGd6j81kLooJQCDF+GJmMMFSDcXynOg3bu8cYPfcWSBAOxC1rhcdc/ektUjvcKC7aLQ1UTq1suA6gCGUcszM3a+3VF4pvLQhbOmM6JToJZvjV0xULK4QoCeSO0xGP1zSg984AZqVo1ls6y6SGC/rYxeejYbYnimbrYn2hySP7WQhdSJPPgTAdz7sl6wZPC+Jdrq6kvMozGn9B1hBuNJfduQ8juoSptrnt+JCjBN5dpoY+3/1McQbeF3lSRTw9k2do0PZTM5Va5jvR+ppl1SpfPrW06Hlt5E3Xa5l7gfE7p1ohe4p7Q9lccw3P58xmKrHulXOWJp3RC8e0a1BgJaREbnTvQPMWDrfA4E05MZebJcdE/19BJKjigEHO372o/x+Y246AfNjP90G5EiLQDqOfecdyXNWutCx+RD38q9HwwkoUcx25X1Jh7/vtyc1unzSyQH58kh+ncHDznvcPvtA7R0mnEAqegbzJ8UqDsHBr8PIvoYb76Xw6BMT13csBjp5xjyfYzSlGzNzWLfdMsrgJWxtlpPVWFwhQE9ij5s0/m68SCYI0Ee7dMV90TAuKq0v2Wmbk0lNsySO7WRz2YFylkEAfC+Dc+5awHNuBuapPzmPgmefbuOkn5dcwpPrefuxVZ5jFW/AfTppN4tEbx7s083Hu97j1oWtaLPs5d3kdtrnqkLzPDlXfZ1s42sPe+Cx6ePaYBKghXALQogOHgDfujTprP1AL6Sm4E5Hdwo+/bhre2jb5/kNdpeX2svInvy3+be47hwFyZ3uJJ+XAC3V038Y2n19Qie2MDyNiZNFA/9BlRV7uV1OTHpBbOq7yoGf7sPZiKDvmPPHnKVMgf10K5AjJQLJOLacFBjbI68pxL4se1DrTmGZLrXUeV/rTkex96r5I440vuTj81I7xbFasQDNt9u5hmOMu99Vk+f0hHOPadwlGzMpB/oGyi6CF26sULOO406ZrpWiWFwhQE9gVvBMNh0ZN7z05PhvB88O6OIx894Sv9YaYzJmeKE28MR2sgkQI+kKEADfKyBhARPA8wIgL1BFWh6ljaB2DgoRoN0bDq24otTPzZ1T7kXQbILtc/Q8RKblSrJRiLGpi7/s5kCQkJt428bjr0xsPCYaPgKIXmV+MYANoqq8GB/6wUu6/VYNIzJ5sxpIbzI+jdy5MeW97oS1pHCiwOXFbKlHCiHXSuFN3/jyYQxJ1+NpF0gDQe+zLY89J4/JG0QvTKa/q7T4CXFO5XHt7h9xqHe5k2E/h3EoYxYEUnEs92mtl7DGc5YXgq0nCqbmVdDSfJzWeUBrNAB+3lFPMvOic60CtAY749zNh1pxrUVcz9Uuv9QagK851ZiZZUBvuJD18+Kzz1ofgbG4QoD25VSebCYK0HI15pdjv4AkdTGf44WKxaZvB6knXexLpR4k6m4JeK6D35Q8mo/w85sHvZhlm69UYUX8CNuKlTvvDR7QfTgGnYdR7/2582/uckJZmPb8kJtivk3Jla03d+K6LFZN29T54GE78q+3QVkZKV69Zk/4ph/8TLcaT15rGLMZh/0SfNpwE5/pvQa7EwKyx7NLgBZBEurRjR+tV+O0/jWVlnzYa9rlwsTyrhruilEA8MCvF77Hjz4W3qYCbEm/BPYzmouiAhBIxrHRA1o6Ybx3olrdn7BR55mYvE014vqj+YV9MDXNaaawXd1H2u59q17GysJw1ClAK2sEowe0FFJLc5qHJ99rvTiE4OrDfWXwIE02ZgLGL7KMCKyeF2X9kCfawdQ+E4srBGhPxGXvqDEbH9fJ98ihY2Gpm6A9N82ezZmULLaTTaoMibMjAL6zU7CIAeB5EZiTV5KKR71Xo27u0m+mzIKlh7DSoKabB4cNzRO6/PERjcdsmwweizaNp6KeIE8bJ7KbiiunGdr1w7Q2+gjQ1jReaxiNTYH9wC+8hBM5a4JF+LThxj9rwsLxlzHyY+jrDr399pgudK0xhk3hEmtC3wixNTUcpfR+bizLhb2+XbZ+230kmfqu8sUvfsxNHwOLYD/dLOSYEYFkHBvnYG4doYsdzLXNKkBPzqu/KI+NV+NH1cke0Dw59QnQ2vWide4+ovEGLNtaZNo6RRdObcZhkX89sFRjKqon2btsJozEUyBcoVNOdc5ky5RiYnGFAD0FbT5tsAe07OHc/P897Xzqb7U2HGc0HXEMNX9KvthONqUupM2PAPjOz8ESFoDnJVBOX8f8PPZz1OPGk2e8Joa1RJ6LTEKJSRjx3yB0G48xrjO/UaTOw4i30SUue9+Kbj6FFMvm/FzpLGpwu6Qn3J0Tesz1GzsTb8rvDd7/3qFz1kck/K9/PaTbf42e8rIN+npMHzhM/eBhd7khH+vYK8ZoLJNd/vn5tHNHNkw1/du8blQ9oMXj4zbu5PeD7n0hj9158OZLWRr77k1oapcNk94b0vKu0p800cS0l8ecZI9rzM3FwvzYz2UZypkLgZQc6+Iwd2PrLe18beYM+/vDKkAH5eXCOEmnCowCtLzekGJA29c5NQnQtvWibQ03ys+2CwP914vmUFBzjQlXOSnHjKtuPDcjsG5eDO86135mBYTH4goBOpREXUgO5chQ7x3dfpHlvE/krxpCTDci0h4ZPqbdBW9zTbvQDwUd+ZZAIPalsoSNqCMeAfAcj+EaSpidR3k+Yo0cPCWlG+OJD+0gP+szD3knClNCLFwiErw1zcdmVV4MdpHnHD0T0bNzZbBL9ajgOJIx7ctg8YJFMczGp3rMWI05zHvdiiFAhHocNnWX2XFlSV674gk16VTaTNzpiknB5zTuREyteYUG2AVoBW9hjI9C7HBIXuJjimgQSs/i2DdnLOSPHYLx0vtowrtKFqBt9cinMYXY6so40sV+D0V8zJcC+3irUMKcCCTnWPfO9xwzdgFa835yhdSQ4qqfvT6hm++6C41tYaW6U1r9W/D1Fd1995YecfGize/jigRo13rRNne75n3jBz9NTzeUpegpcw4SqazkYyah7TUXvWpeLA4TPqcOc/IWiysE6JzsFVJ3bCcrpJkws0cAfG+jK4DnOngGj+XwuCxXqjetEynhojpn6vAES9UTbqFXznR8BnDnZbEhUYF8APsYwuPypsM+zi7kng8BcDwflkuXBO6WRryrD7jnwd1VK3hxIRT2PBZXCNBhuG8ql9DJNF8ZBa8n42UC4hdf+dg28+oQy+KOXDcXUukupWiYaL6a/3Cpec68P1RPOd1XUSXOt0/8HYaHklbnOeb2FBy8WaTjXKzD6Y+7s7o0nl/C12k/zzDwbRneFfEdO3nM/xKc5h1r9UyZ37jVlrg+HlcLVXbDFuWqeVe9IHr3iY+1aIegGVPP6V3r+ZXyb6l6UrYh6YYzgLuYtpbIR7KxBOydXcmOvWk9ajs501QprdNd62/F89K2vh3rFvcYw8p6uDROeW5Yizc5RQ9Xk7e5IYat8YI2MVa7bn8lXM+nxSl+T5BsfDl7FxLEIgDuYhEMyw/cw3BLnQu8pEE4FlcI0Gl4qarUoZP1CzHdMdvxFm7ThQE2AboXmumALj7v0tUQu1J/qZRWhLXGfZRtMsTrow90x23WbbfPC4LwX7t0dnrTxy4TF7T8xTNiPEb7hVldG4kOPl8IoVe0be+9l3a5Y2OtFUoMoWt68+Mt/ewQJMD3GI9dHsid6FkH37GTR+6XHATojoHSeczdj5asH1wtiXb6usBneoxNNQD7FWLP4pBfH9L53jkdtvF8OzvFjxz6Nfi4XrbfQ9AJv0QfuPJZOAS9wNx/3H52QBd0KKzzx7XyOdGzC9p9cU+vvh+xbdbtb+mM6JToJRdXv6vvZrRBic/NyvAUoIP2VwacZtgTYHzlG1+xNYO7WATD8gP3MNxS5wIvaRCOxRUCdBpeqiq162RX0oVQXBMF8TdCgH56RYe/73O3hacSoHvPhd+7hSgZ4/rZRWKiMY7ikz8e0Ns+Zli/3G49KoSbzwWcfAToQ7p6ek77vZ2NT5pOgB6EuMYL/LedcXEt3Fzv3yXBdxf7Tf2ri+/YycO/R/mmlOKSNuPljyddXL2ji7aQ7oRAfwHd57Hc4eSAdEJjjI/ZlP2c6EWzMW48jDpvpZ3e4/PlX49o/7QrzxbHVr+59W1fmnTr4zFNO2soFVzVwOLYBvCZj09gv2LsPdaewlpWFwLG5FRiuZxJf0KwwYntS66I9thFdyN+rcj8Xbf/uBUEaOY4847oxSPxmfdlpz4CtOX0l2N/lWpPgPGVb3zF1gzuYhEMyw/cw3BLnQu8pEE4FlcI0Gl4qarUtpN9/UCH34oeDUMjhcVmjAB9R+dtqA3mVZBKgBbLtQV6twaB5xfNymJUtV13uZMgUHO9ZlxU7tD7B+Nt6OpikxftDJ7en6ddRAO+r+j+l+7Oe+GvMr5jJ4/5X3IaAXrvpBedH5LscaS/iEa+zZy9s9iRVP2lXUxYFi9/kuKwem8450fGVuL6eFy2/SXVBq5KYsttK/h0Y5QqBbBPhay7XCf2HgK0sB42hqPQ7Dls87Dx2bg2bpxF9olb4w3rup/p9keNyNw7dbSOKpwzyBAyxBUqxBSWkG+zDS/r/kq3R5pnT+Dk2N1NkCITAuAuD/DAPQ/urlrBiwuhsOexuEKADsN9U7lGQfJWPII2oMCH14gUoH96SOPCdEf1IjZ4AQu3Efd2jd6Pagxo3pOx837Qe73ajvmLgrJJ/B27inBbee89fcx5cRJ307wgNHOL6sZjU1gESwtunWA+xraeEAO6/eAAvvmBXhvfsZPH/C9BjQDNe/RLGzllbGo2sePY7rymRe+m/kQBd2t5F7bG50Pb/K0PLXF9PIa2pP584KoujsFnPj6B/YqxdwnQ0nNzaDmDAC2sCzgcjJdpcuvzb5o5flzbjuuIbr8xrhEkcVfbJj6utT0GtBC3mZnMxGvrJaDq/oovSx+zmoZQhqF7AoyvfOMrtmZwF4tgWH7gHoZb6lzgJQ3CsbhCgE7DS1WlLuoR24Q+GBZ63bE32Us4Nga06OVInOCter2aPaBVod3q4SzHi+sFaLcHdHOB1LgQfkfPBQFasc/iHaKNm6fpqeBb5wFdH9+xk8f8LzmXAC0+lwVo8UIg+cOPpwDditzcEd1JFx3Nj4hPievj0cfqbaYBV3XxDj7z8QnsV4y9VYDWOKkYPaA1ThCRHtCvvueF5VtuvpfWH0ob7GHzzHfGeITg8P7wLZYl72WaHjHXngDjK9/4iq0Z3MUiGJYfuIfhljoXeEmDcCyuEKDT8FJVqV0n62JA07V4QUfTUHERZFikWT0eDOEqvpzRGZ3QzVPROzlWgGaxm5n4644bp7ZZ53Hdkc68IOYKwdEI0DSEHzh7TXTyhV2ionp2s45nu4hFxyHfYcH3NviOnTzmf8nFCdDtmDR5RnHx2vkLhvRhPHoBmiRvaJdX1/yAeJW4Ph69zN5kInBVF+3gMx+fwH7F2BvnSkOsY52obJrPLfOwt8NIX7Z4x4rmA3d/94SAtCnkhqPNyrpbaJ/p5Kh874v+pOXoyDLfngDjK9/4iq0Z3MUiGJYfuIfhljoXeEmDcCyuEKDT8FJVqayTaT1oNReC6NLJC0NR9NWJ1uNCSgxdob+IrxOEx2NnIgHq4k6sv6/rtej5+v+3dz8vklyHHcDfrjC2g42TtJTIQYEsCRM5whehg1dEewjkHDYih0jXueUmAjooEdjoIjC++bbBJ/tiVkP+AR3GQboYQTBKnIGggEKUZDVKjE1sY7QT6ld3VXV19+vuedtd9T4CYWu3ul69z7d6Zvfbb16V1/yj7y4/MbvZPuOr/ZWy7T9cVysu930IYfGQxOZxePOtNOo/AK96eGJz3f949374evj24oF6kXvYynthXt1Hq57IPu689/3mcf1f5HYooNt7Mq55OFH7gaHRBfS/d7+mxP4EwfW7rD/j8eX4qAXGM56sxpNVzJXKM0YpzTHs07jGnHWj/VAZu/b7c7+Y3mG18dJPGbZn0v87wOLvF4vFGst7J79XPvS49UDq1hyKvaTf/tPFYoWtF7L0Cva4v1+t/7vMdf6dYGPGMTeKYw4iILuDsAfuh3HfNKpcNgnt9vv7uiqgd3PP6lWdm2zpR9IbiuGHe82heuXu5gK6WVn91uIhZPXJVq+A7u+y1lzT0OqCzXs2h941z+eyZgXG4tr+JLzdL6A7225UBXV3D+gwn+vqPfFeDm+VBfTQ+esr7G1hshhjiz2gr66qk8m7tSXM/fDSU923/pjz3vebx/V/EdyugJ4/BCgs3jfV9j0vh7daF1f9BbN37vbXkvYe0L0tOBb7p4cQvvFGeOP198KtD5fvg+u3iD/j8eUYf+25HSmraSUuz8Plyf4I7Qf/vFj9ufPWd26E519fvuZ5Adz/3r3qz9/t792dFcrrHra9orh96dn5XsmdD6nD6gUti8U0ofyp0MXfOtbvAb1+BXQ9qY1bfq37u8xH4da3lrcsLM+8w98JvL8O9/7ad2TZ7Su42+u57+aW+lVySSO8r6sCOk0ukzpr1E1W/8Gpv1p5UhCZTEbeeQQdlXMeFKOepRzHE5+sxpNVzJXKM0YpzTHs07jGnJV9jNK4j5HxePOT3WGy434Y902jymWT0G6/v6+rAno396xete9NlhXWBCYr7wmEGDEFOUcgjeAQOY4gpPoSZTWerGKuVJ4xSmmOYZ/GNeas7GOUxn3MUWS88ifaxm2b+uqPIrvUkzzC83M/wlBCsDVKolj2vd8V0ImCmdJp973JpmSRw1zknUPKvilPJWXv1/EkKavxZBVzpfKMUUpzDPs0rjFnZR+jNO5jjiLj/nNr6p+0HX7I+ri9r/PqjyK765zQSM7F/TiDkkuaXPZ1VUCnyWVSZ933JpsURgaTkXcGIftUeDIhe7+OJ0pZjSermCuVZ4xSmmPYp3GNOSv7GKVxH3MUGS89OL39cMriOTp/FcIrL4b7t4vnfjR7cNcPDf9+47/m+UT1A93Lx0z2Vlu3t5OsHhDZPFmkfb7FwyzL0drnO2D8R5HdAed/qKG5H0p+/bhySZPLvq4K6DS5TOqs+95kk8LIYDLyziBkBfRkQvZ+HU+UshpPVjFXKs8YpTTHsE/jGnNW9jFK4z7mKDLeWEAXD3JvF8J1+fzVd8LV394uAygfGvmj4sHtL4Une+criuW/u3U/vPa13sMd2w+aD8WDrT8If331WqjO2PxTvea9730U7v9lUWEvj32oO+AosjvU5A84LvcD4q8ZWi5pctnXVQGdJpdJnXXfm2xSGBlMRt4ZhKyAnkzI3q/jiVJW48kq5krlGaOU5hj2aVxjzso+RmncxxxFxoNbcLwXvvvh/fDSU1Xh+8ErV+G1r9XWZXHcK4tbZfKt79wI3/yDpjBu5VOM861bVUld/3JRXJfHvvB2ePF3Xw7Pvtsapzhm4DXlr90O4Z2lsvrR3gtHkd2jnfJRjMb9KGJYugi5pMllX1cFdJpcJnXWfW+ySWFkMBl5ZxCyAnoyIXu/jidKWY0nq5grlWeMUppj2KdxjTkr+xilcR9zFBnXez4vJP+8Lp+LXxkooAcL4GKl8jfDrQ+/HcIrXw737y4X0N0tNlqjNaubW9tzNFtzlK85e7FTWlfbeAytln6098JRZPdop3wUo3E/ihgU0I8ohn3vdwX0IwpqzMPse5ONee45Xru880hdztPIWY7jyVFW48kq5krlGaOU5hj2aVxjzso+RmncxxxFxmtXFKddAT2YXl1El6uhw/KqaSugx33P73v1R/Ge2XcSE3y9XNKEuq+rAjpNLpM667432aQwMpiMvDMI2QroyYTs/TqeKGU1nqxirlSeMUppjmGfxjXmrOxjlMZ9zFFkvG0BHfr7Mnf3gA7lwwSfnW+RMd8D+qli5fLANhtLETarqe+Hl8q9oduvsQf0uO/4/a/+KN4z+09jcmeQS5pI93VVQKfJZVJn3fcmmxRGBpORdwZodQ0yAAAapklEQVQhK6AnE7L363iilNV4soq5UnnGKKU5hn0a15izso9RGvcxR5Hx1gV0YV6V0H/T8P9F/QDC+r/LhxK+Xv9H+/da22w0L32jWel8e3620GzBUR7Tf803Fg8/PGT6R5HdIQEONDb3A8FvGFYuaXLZ11UBnSaXSZ1135tsUhgZTEbeGYSsgJ5MyN6v44lSVuPJKuZK5RmjlOYY9mlcY87KPkZp3MfIeLz5ye4w2XE/jPumUeWySWi339/XVQG9m3tWr9r3JssKawKTlfcEQoyYgpwjkEZwiBxHEFJ9ibIaT1YxVyrPGKU0x7BP4xpzVvYxSuM+RsbjzU92h8mO+2HcN40ql01Cu/3+vq4K6N3cs3rVvjdZVlgTmKy8JxBixBTkHIE0gkPkOIKQFNDjCWmLK/Xe2wLrmg9lf82gW5yO/RZYIz1UxiMNzk83Hiw475mD0a8dWC5pctnXVQGdJpdJnXXfm2xSGBlMRt4ZhOwPqZMJ2ft1PFHKajxZxVypPGOU0hzDPo1rzFnZxyiN+xgZjzc/2R0mO+6Hcd80qlw2Ce32+/u6KqB3c8/qVfveZFlhTWCy8p5AiBFTkHME0ggOkeMIQqovUVbjySrmSuUZo5TmGPZpXGPOyj5GadzHyHi8+cnuMNlxP4z7plHlsklot9/f13X0BfRubF5FgAABAgQIECBAgAABAgQIECBAgAABAjECV1dXMYcNHjPqAnrnWXshAQ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lw0AL644f/Gk6eeC7cvPFYnvpmTYAAAQIECBAgQIAAAQIECBAgQIAAgYkKPLz6NFw8+GF4/Obvh8ce260DvvHJJ59c7eLz6aefhp9c/Uf4zS/8VviNzz+5yym8hgABAgQIECBAgAABAgQIECBAgAABAgSOVOB/fv6f4ZOf/Xf40o3fefQF9MOHD8MvfvWz8NObH4Xf/uLvhS997gkroY/0RnFZBAgQIECAAAECBAgQIECAAAECBAgQiBUoVj7/5BcPwn/99N/CFx9+OXzuM18IN2/ejH1557idV0BfXV2FYhX0Lz/9v/DLm/8bfhV+Hq7CToupd7pwLyJAgAABAgQIECBAgAABAgQIECBAgACB6xe4EW6Ez4TPh88+/PXw2cd+rVz9fOPGjZ0G2rmALkZrSuiiiC7+f/GvfwgQIECAAAECBAgQIECAAAECBAgQIEBgvAJF2Vz8WxTP+5TPhcBeBXRTQiufx3szuXICBAgQIECAAAECBAgQIECAAAECBAj0BZoSeteVz8359i6gRUOAAAECBAgQIECAAAECBAgQIECAAAECBIYEFNDuCwIECBAgQIAAAQIECBAgQIAAAQIECBBIIqCATsLqpAQIECBAgAABAgQIECBAgAABAgQIECCggHYPECBAgAABAgQIECBAgAABAgQIECBAgEASAQV0ElYnJUCAAAECBAgQIECAAAECBAgQIECAAAEFtHuAAAECBAgQIECAAAECBAgQIECAAAECBJIIKKCTsDopAQIECBAgQIAAAQIECBAgQIAAAQIEQggXZ+HNsxDuvno3nGQIooDOMHRTJkCAAAECBAgQIECAAAECBLYRuAhnb56Fi/5Lnr4bXv2zzXXS5Tv3wr1/eiacnt4Os22GbR1bnuMHs2sssC7Du/fuhff/6DScPr/rVa2ezPVf745wj+Rl12d58fdvhrMfNxc9C3dOT8PtTjzVWOdPLO698jUP7qy/v8oC9HLgfNcBVL0/Ll/o30vbulTnCXdfDXeX3lbt92Djsmrc65hT7xylX/8rwMmG9+Pi+u48uBfe/8rQvBJc6+W74d6983BZnrp1D7XmMOtl1f0atfz1rn/8tletgN5WzPEECBAgQIAAAQIECBAgQIBApgLbFmoVkwJ66rfLbvdFV2XoHEOF7I4F9EEi2NZldQHdfg9dFoV7iPvw59qmvVTgx8ztERbkrYmWH0jUPgu3WThvyv1ZUVC/H56pP9yoPiy6DGE28CHGNX1woYC+tjvRiQgQIECAAAECBAgQIECAAIFpCwyUTp2VkYvVhvNSJ8zCydMhXDyoV0B3VieGcNKs9uycZ3llZWdF8apzhO7Kxfm556HU5WWxNHJ2Ek7CRbisV0AvrjeEZrVjVV6FMLu8DJflau/QWgneusb2tderwqvzhTCbXYbLcrym3GpdQ3Fd81Xk3V9fXnFZl3mzWXm+YmXwyb/UxVlx+vmKzmGDoflV2yJcVtcYngvPhR+GD5oV4fMtE+6Ey2LFcbWcdHgePcvOKuYV816a38VZuPfxnXD6hxfz1avVMZfh7F6xcrlZPb++gA5lZrMy24u2+7xIvBvCWWvle2triFlTRLY8198Dzf3bLlpDtUJ76R5r/XrHsZXX0yfh5McXgyugm/upuyJ8Me7dcNa9356+E+48OK+vY1GsDmZTG5w8fREuytXnAyubl4rYXrk8+HWgdczj5/UK9NX+obP6vb6Gzj26YZX7wBff+er4ctimdG4V/eEsvHn+ZLjzxHk4X1pFf30FugJ62t8ZzY4AAQIECBAgQIAAAQIECBC4NoF+Ad1dsTlfbViWPedhVpbLdWEYivLoJFy0t73ol5ytbRX6l7wooKtCdL51xlKBuHqbjqESOxQlZ1l6LpdTdz6uSuSm9Nu4svJk4dF5bVisuCxL4/l2JL0ibO0WEXVR2RTWZQm/6pp7BiuOLUrLYluFpqhfrBbt5dSE0Sohq/K7Hqf+QKC0LIvGZq/f1v0yLyD7W2pUJy/GPn/8NBRuxf8utqAoznEeZqfN3sERBXSTWele34flXKstOBYZtOYZeQ8Mb63SL4IHXNrbvLQcZ//Q2j6kLnGXPzipjNrl8bycr7f+aAro8l69bG030rr3ql9flU1zH6woXYe24Jh/uLDi68Bpteq43Jqklf+gf9unvp/Krx+9e3SbL2XNhy6l1Yp8m/tsaBuX69xGRwG9TXKOJUCAAAECBAgQIECAAAECBDIW6BXQnWKz9aCx0yfDef9H3MvStfVj8MUet+3Xl+VYs8fs8t6/izLomfB+e5/cgXJ1fpa1+7z2y9Hu/rZFaVWWevOyuLdyubwLTsLd3lybm2Oo7C4KtWf+ub19Qtuzt0J2aX/t3vYMA4Vgu5TsGJTl3/L8umVxWXFWexC/cCdc/mBgi4JyclU23SJ9MY+uWV2altshzBYrg4vT9OcXvQK6fc5qo+ThDwZuh9lSkdnsAT0wz879V6W4fA8sjLr32OV8D+ihe6b5sKS9Cr1xLAvo+XYa6/aAXnzZqYroYoVw9V4oCt6qgK6L7/YD/1rvj25mLbevvN8qptcV0N09tOfuf3zZ2dJi8cDBxfW1C+jbs+H7rHrd4j4ti/iygB5+eOGikF/1ExOXi/ts1Ycw9V7bywV0zBYj8d8KFNDxVo4kQIAAAQIECBAgQIAAAQIEshYYXgHdPHwtdgX0/AFy7aJs7jpc/PRXQK8/x/C+03EroBcB9/eubhedrTqw9eC4XhHbWyFcFNDVyuhmhfKKwnHQpXdsv/wfuC+7eSwK5fmhA+PMS71mdWv7mOgV0E1RuaLEi8592KdbFnZXRHcyW1lAt1YTN/Nc4blu//L+/sJLRfCqleE7rIBeKtnLe2i7ArqzMnrW/wCmKXm3LKDLbStaK52fn7X2fB9eAV08VHLpPmv7L61cHy6gV34provs7jYvrXuptwf0/EOM9hYc7Xtn83NWN35XUEBvJHIAAQIECBAgQIAAAQIECBAgQKAQ2LQH9GIlYtwe0IuVzp29aQf2oF29B3RrtfTQCspOeRS3B3SzX3O1n3C9d3V5A6zYY7o9bl1olq8dKKDnW5LUeyrPS7Levtar9oAOzZ7ZzcMdi4enFf90CuPeKtKTupAfPLZX7i0Vb605z2blftidrVUG9tPuZNnZMuQ8zLeS7q1Ob95f3ftgeSV8dVx/NXrvvmsyW1NAV6vvm21i6rO29oBeeQ8M3mMxe0BXq6TLZDqOcXtAD997K7b+WLECulP8FtfRZNP5QGCLLTjq1fDFeburl5s8hvaArrdgWfJvZzor9yUPxX7knS1dYr4KD/ykwsB7o//+WloBHfEBT8zVNMcooLfRciwBAgQIECBAgAABAgQIECBAgAABAgQIRAsooKOpHEiAAAECBAgQIECAAAECBAgQIECAAAEC2wgooLfRciwBAgQIECBAgAABAgQIECBAgAABAgQIRAsooKOpHEiAAAECBAgQIECAAAECBAgQIECAAAEC2wgooLfRciwBAgQIECBAgAABAgQIECBAgAABAgQIRAsooKOpHEiAAAECBAgQIECAAAECBAgQIECAAAEC2wgooLfRciwBAgQIECBAgAABAgQIECBAgAABAgQIRAsooKOpHEiAAAECBAgQIECAAAECBAgQIECAAAEC2wgooLfRciwBAgQIECBAgAABAgQIECBAgAABAgQIRAv8P5FAKzMk22ak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5" name="4 Rectángulo"/>
          <p:cNvSpPr/>
          <p:nvPr/>
        </p:nvSpPr>
        <p:spPr>
          <a:xfrm>
            <a:off x="7755127" y="1835788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554060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1765230"/>
            <a:ext cx="8322624" cy="46641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Acceder al modulo «Reportes créditos Generales», para generar reportes de: matriculados y créditos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5913385" y="2588150"/>
            <a:ext cx="2643809" cy="1321904"/>
          </a:xfrm>
          <a:prstGeom prst="roundRect">
            <a:avLst>
              <a:gd name="adj" fmla="val 8464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586597" y="1815910"/>
            <a:ext cx="1326788" cy="1433192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4" name="AutoShape 2" descr="data:image/png;base64,iVBORw0KGgoAAAANSUhEUgAABaAAAAMnCAYAAADIxfWSAAAgAElEQVR4Xuy9CZhUxbn//4IoqKAQFcENiIpbxA01QlxCcqMmLlFEEwJ4RfTnjVv0MWqiYCIal/B3iTHXaxSuSrxGReOSoCYhLtEYwYgYN6IBNCjihoqIRuH/fKu7eqpPn9Pn9DIz3TOf8zw8DN11qt76VHUz8+l33uqyevXq1cYFAQhAAAIQgAAEIAABCEAAAhCAAAQgAAEIQAACEKgzgS4I6DoTpTsIQAACEIAABCAAAQhAAAIQgAAEIAABCEAAAhBwBBDQbAQIQAACEIAABCAAAQhAAAIQgAAEIAABCEAAAhBoFQII6FbBSqcQgAAEIAABCEAAAhCAAAQgAAEIQAACEIAABCCAgGYPQAACEIAABCAAAQhAAAIQgAAEIAABCEAAAhCAQKsQQEC3ClY6hQAEIAABCEAAAhCAAAQgAAEIQAACjUngjjvusMMPP7wxgyMqCECgwxFAQHe4JWVCEIAABCAAAQhAAAIQgAAEIAABCEAgmQACmt0BAQi0JQEEdFvSZiwIQAACEIAABNqUwF/+8hfbfPPNbbPNNmvTcRkMAhCAAAQgAAEINDIBBHQjrw6xQaDjEUBAd7w1ZUYQgAAEGorAL3/5SzvuuOMaKiaC6RwEbrvtNrvmmmvszjvvtPXWW69zTJpZQgACEIAABCAAgQwEENAZINEEAhCoGwEEdN1Q0hEEIAABCMQRQECzL9qLwP3332977bUX8rm9FoBxIQABCEAAAhBoWAKNJKD//e9/2yeffGKffvqp+/PZZ5/ZqlWrbPXq1Y5fly5drGvXrrbGGmu4P2uuuaattdZa7m8uCECgOQggoJtjnYgSAhCAQNMSqFRAq2TCueeea3PnznVzPvTQQ+2KK64oSMSRI0fajBkz3HPvv/++XXbZZXbTTTfZsmXLbNCgQXbWWWfZqFGjTNmvt9xySyy3b33rW7bDDjvYxIkTY59X/88995x7/sADD7QJEyYUtTv99NNt0aJFhTj8k4pF/e6///6x/fo+wyeHDx/u+vcZuklx77jjjvajH/2opF89duSRR9r222/v5ix+iiO8wjb6+plnninpxzPVE7r/5ptvtgULFjimo0ePNs3ZX3F9KD618fPQOg0YMKAkluuuu85mzpxpkydPdjFnYee5Pfjgg9a7d28bO3ZsEYtwfupP7adMmWJ33XVXYQ+dccYZhfF8f9OmTSuS0+KnS/uHCwIQgAAEIAABCHRkAu0toCWcV65c6f5IOFdzSUb36NHD/ZGQ5oIABBqXAAK6cdeGyCAAAQh0CAKVCGgJ5REjRthVV13lMle9YJYw9YJ0gw02sLffftuxkSj917/+5WSkxKfk68knn+zuV93fV1991bWLikX/nET3BRdcUMJZY6uvMWPGWJ8+fWzOnDmFNhpv3333dcLbx6EnFethhx3m2v3xj3+MXTsv18MxxUcy25eJ8HOKStD111+/SNj6ASR6JVcVs+698MIL7ZJLLimS5mEbfS2pLlEeXrpfl1g+8sgjdsMNN7i6yZrv0UcfbXvvvXdB+sb1oXm89957ReskWfzQQw8V1V8eOnSovfvuuzZ9+nQXcxo7yeJx48a5eUns+3i+8Y1vFKR4OD+/Pj/4wQ8KDCS9L7rookIsWoeDDjrIfbgxderUAgYv7kPZ3iFehEwCAhCAAAQgAAEIRAi0l4D+6KOPbMWKFS7jOXop0znt8lnR0XYS0Ouss46tvfbaaV3wPAQg0A4EENDtAJ0hIQABCHQmApUIaIlBZa6G2bhiJTHopWAooEPx6JmqD11ebvr79XcoFpPGCvtRLJLDN954Y0H+SmZKikrQhgJaj0sSq19lNIfZvdE+o/MbP368k8KSzpVK0KiAloB9+OGH7Te/+U1B/EYFtBfW0X2oe7/5zW/arFmzijKDJdd32WWXgsCN466+wrXR1xLX4uAzyL1MVmZ0GEM5diEbH6/inDRpUkEeh/FojcMx/T1e7Otvv/b6EOHMM88sZKxXyr4zvY6ZKwQgAAEIQAACHYtAWwvojz/+2JYvX15WPEsuKxval+LwZTh8+Y1u3boVym5IVsfJaJXl6NWrl3Xv3r3+C7b0Ljv167NsxO+utEP75rt3jy2wY+d8z4bUf0Qzm2dXDL3eBoVjtso4pZ2+ffeptv/CY23OKa0zs9qmUQWXuVfY0KmD7P6fHWob1DY4d1dBAAFdBTRugQAEIACB7AQqEdBedCozVdmucfV7oxnQKhVxwgkn2LBhw2KlryKNE4tZBbRKSygT2EtUCdGjjjrKlaUIBbQyeyVu1a9qD0fLYCiOpDHV/te//rUTqpVK0KiA1jjKBn/sscdiBW2SPNZ9Xq7HxR6K3bg+dK8O/PPZ4lonrY2fl+9f8lgZ7aGALsduyy23tKeeeqpsHecwHrWPZl1rbJ8Z/fLLLxfWQWVAlF3thXul7LO/CmgJAQhAAAIQgAAEGotAWwpofY//4YcfFgHw2c6SyPoj2axa0O+88477o/bKktZzvtSGfjOxX79+ruSGHvNXnIhWNrSSQ+p6tYuArusMKuqsoQV03FpUNDsatzUBBHRbE2e8hiEw5fe/sGeXzM8czw+/dpJtvfFWie3/8cZL9pMHfp65vx36DbYz/uO7mdvTEALNSqASAa05+vq9kojKUJWMDuv3hgJa7SUNf/vb37qa0XH1in0b/R3NgFYZhui13377uQxsL4slKVXWQ2U1vCCXxAzjUFuV+fAC0wtVXw/Zj5EkoMPHfRmNaFznnHNOUfz++TgBrXnq8eOPP96J/GgGtGoph9e9995bKOER5eTbhXJW/UX7ELewrrPnEwrkr3zlK648imprewGdxi663nGvg3B+5dr756K8ta4qPYKAbtZ3GeKGAAQgAAEIQKBSAm0hoCWUVaJNf/vLi2f/tySzhPOSJUts6dKlrq2X0tE56R7J58GDB1v//v0L2dBeQEdFtDKmVRKubocVpgpoZeWOt+n5wMdcN8e+t/Pbdtcp+9usr95vVx6ygVmYhev6m2yP5tsPn5RrkxO/g2zMjdNtwaQrbND5txUyoN1z5+fu8O1zWdKzbERMFva8nw218Td6kmNsqmuTyx62cWbTb1Rfw22iz7BWfBM0g+E2Rs+bMqAtaD/I9bFpEIeNm9qSJV24PzdmjkG4kvnM5UmDbPL5uXEKY5fjkZ+zDZto9//sS/bnU/a3yY+Z5f59qG0QjluIJ5znIJt6ndl4MqArfauoW3sEdN1Q0lGzETjmpu+ZJHAWCd177V42do8jbNctdkqc5t9eedpueuJ2W/bRB6ko/LjTxl6R2pYGEGh2ApUK6HC+ktG33nqrO2TQZ8EmCUZJRGUSKws3rA+s/mrJgJaMllBWSQuJS3/IXxiHhK/KXqi0hC7J8IsvvrjkMLtyGdDXXnutE9+VStAkAR2W0zjmmGMKwrdcBnS5sX2dbS+3vUD2ZTXCMiVi4PmovTLZ9UflPZQhHS2ZUY5dvQS09oc+oFDWenQdJMZVl9uXb6EGdLO/6xA/BCAAAQhAAAJpBFpbQOtwQSWTeCkcFc+KT3JaiR36/kziWeU3kmo8+/moH5XXUKLH5z73OSeiVXJDV5yIVntJaInrmq8UAe2krC9ZURDNOVkaJ6Bt7jyznYfkykEEYtqc3M2JXi+LXQmO1ySHLXh8vFmJ4A1nOc/mzR1iQ5wAzonwBeMlhHOifEFeeDtJbZLIEs2+z1z7yVu1PO7bF0n0on7N5s2dZ0N2zpXsiM+gzkv6vCR2bf4wwknkeB6D7KZCCZJgDpsE5VAsLI0SCv/FRfMsjrvm3UAHFRJAQFcIjOYdh4AEtK5fLWo5XCxpdt8ZMNRO3veYVAF91UPTMvensRDQHWc/MZNkApUIaAlQn40a9piU4So5uWDBgqLyDHGSt1YBLfmqMhwqa6HyG8oq9mLUZ0XrUD1/Sf5KhEcPI0wS0GF5i3oJaMWivv7+97+7b+69MC4noL1MDg9d9HOShPeSOdqHxP+ll15aOEhR93g+vryISqT4AyP9/ToIUbWly7HzJU/EPLwkjf1BiWE8cTWjdZ8y1GfOnOnKkkTXwR9eqYx4/TCDgOYdDQIQgAAEIACBjk6gNQW0DhqUfPZXKJ/91x988IG9+OKL9uabb8bWhU7jrxIcymyWgN52221Ts6EloWs+oDAtAzrI4G3J/C2TAa1Jhlm/+WxeJ6DzUnaDoAb0lx4vrskscXz9wHxmdRlgYRZ0Lq6cBPbyuiCK95kVCO5QIIdiOv+4z0j24yZlQYePu7aR2s3RGtoxPBb7LG6f7Vzglq/HLTEfZDa3iO/iuBHQaa+q1n0eAd26fOm9gQlIQG/Rp7/NW/IP++2SF2IjHdZ7Uxu0fn/3XBYBffrdP7HHli22LXusZy+vfL+kT/Wn532/WQW0ynt88HFxzSyfjR0+16v7uollQsJ2/dfb2Pr37leIb/nK5TZ/6cuFfw/uu6X17NGzJP7Xly2x199/o+jxatpmHS9u3n7wcnONi3P+kpfcnDdZf+OypVTCyamfh+Y/au+vXO4e3qbfVrbv4OGJuzo6LzVM4hPX9oOVy+3FJS/Z0IG531Eql3GfFISY/enFR+34fY7O/OpT9n70mrNwrm0iXr37Jc4h6wCVCGhfp/eee+4p1HOWFD344INjM6C9KAxrFusxSURJY3/VKqAVg8pwLFy40GVp6PKCVbWPvVgNmfhyE+FhhHECWvdfdNFFhfnVU0ArHsWhuCV5lYVcTkCrvZ5XJneUqQ5j9IcnxvUh8fuFL3wh9rBIleEYOHCgK78hHv7+Z599NpWdl9teNitGxfboo4/GxiPGY8aMsbg95BnErYP2izLtTzzxRAR01hc37SAAAQhAAAIQaFoCrSWglfn87rvvFrjEyWc9KfmsRBIdTljLpTrPQ4YMcdnQusLyHdFsatWQri0TOubgu7hDCAvlIFTyYqwtSMiAzonVfFmMaAZ0PQR0Xuaay3S2kgzomgR07OGE+axpy5XFcCK9pF2ygLYEHrkDA/N9P5YvPfLFP7ccCImAruUl1Gb3IqDbDDUDNRoBLzcnP3CVvbDstVhhLJH806+dmknCeaF417z77JV3X4/NhP5Gv22td/ee9p97jqpIhN47736b8vDUgtw+bY+jCoJRz13/xG1uDor1oCHFWYKeu9p9/4Er3TwlwO+dcH1BMku0XvqHq+3qF/5kP9lztH1n98OLBLXvw5cZUTtdaW3F1sv9H+x8sJ3wpaNdvxrvmj/fYBfNvcdO3PbLduZXT4wdz89NfWgtvrjxYDfugvdedx8MJAl8xRlmoyuDfdnHywux/Hyf41IFrcY+/O7JpjU7cPDe9pdFT7k1vfFrp9m39hgZu51DjmpQbm4hA7X1e0NfP/7GfLdOmvM1h5xTVnpHAznt9oluHR8fd3VmgX3twzfY5U/8urA3/Icu4qwPTPxaV1uzvBIBrbGUqXr22Wc7YalMhWg5i7Akg7KPVV5CbXbeeWeTJJU8nTZtWlFWdJKAjqsBrRhUE1nXlClTCpJTGcD77LNPQcz6OMLM4HA94g70k/iMjhmtcZ1UA9p92/X22yV7L6kEh28oeb733nu7OWUR0J6pZxnHNE5A+0xwfwBgXIkSn1nt75fUj5buUNxRdp6J6kwrHv2g4WW22kfj8XtIe0JXdA/FCWjFP2LECHe4JBnQjfY/NvFAAAIQgAAEIFBvAq0hoFVGQ9+vxpXdkIj2Mlrt9D2jDhpMK7mRNm8J5a233tqU8KArKqDD/jW+vketviZ0JJtZ+bySpi+1CNfzbVKu1nMgpp1YdSUuhhS1l4D2GczRfuIyoCsuwRHK8byMHlQuAzqlBEeh3IcT7AvytZtDJqHkDkt45Epy5K7i8h9hCY54HirB0VLfupD1HQrolBIcRXFTAzrtJdVqzyOgWw0tHTcLAcm3kx7+ZWK4n5z754qmEpWf4c1ZSnkkDebjVB9R8arnJEjTMqqV9e1LjkiOXn7E5MJwEqIDfn6Epc1X8/vijSe6+9La+j7VNipuvRCffdKtsdnWPrC4eSsGif4fH3RW4trExenlbBzDsCN9mPC5KQc4Uf/gSb8uPKX7s9QC93yySOC1LviS6z9sq/En3nuJE8mS0LMmTI0V9NHJh7yj65u2if3eiMr5W56YYeMeuNzdfschExM/4CjXf6UC2vfl6/GqTEP0ML/oeMpAfvXVV52YDDOO0+bN88kEPNPNN9/clR9p70uCWBnTlayx30MS71wQgAAEIAABCEAAAi0EWkNAv/XWW4UDB6OZz15Ar1q1yknq2bNn15z9rNlIJm+66aaurJuuOAEdSmgdTLjRRhvVsBWKDxo08wf7qcuWLF39q1CGIzggb8y4MTb9pUElB+eNmTTRFpy/wI71B/zFZEAf2re4/EX6IYRBPMMm2sStJtssV7IjVxu5JAP6lCG5WtSxhxAW15sOD0MMDyFseXy4TdRBg3/IzVVyedY+Qf3pYcPt0ceSDkA0C3kMCQ8YLJThyK9D6iGEQdzhAZA17ABurY4AAro6btzVgQh0NgHts2u1hFHZKBmaJpUrEdAaw0vfqMz1h0CmZdWWE+/ltmFcnL6vNDnr71VW8p0TrisMo8ej5UviYoiTykmxJrX1EjxunZL6CjOZ1WbRSbdnEtdqmySgw+eiPLK+DVQroLP2TzsIQAACEIAABCAAAQhAoDIC9RbQShZQRrOuJPmsxz/99FNbvHixPfPMM1XVfo7O0teB3n333d1TEtxeQieV41hnnXVcUgNXexAorj/dHhEwZvsQQEC3D3dGbSACnU1A7zVgF3t+6Usuu1ZXmNXaGgJaNZT/49ZcprLP8vWZulkEaZyAriZOCd2DrjvWlZRIy0xWeZYdfvmfLmZlS4uZ6jIn1XOObud6CGj16aVwWsa2H3+/nx9lP/7aKXbC3Re6choqkZIm+P295QR0+BpJ+4Ai7qWNgG6gNzxCgQAEIAABCEAAAhCAgH4OvOMOO/zww+vCQnWc33nnHddXOfnctWtXlyGt80mef/75ugnoTTbZxLyAlnTOIqFVM7p79+51mT+dVEIAAV0JrY7UFgHdkVaTuVRFoDMK6NF7jLSx07/naiKrxMPdY3/mDuarRuxmgS4xKvGrOtAqmyHmkuBhCZCkfpLWJ02EhhnQErHXP52r6Zu1nMVh102IPZwySxmK9hDQEv0Sz8+f8Tub8vtf2A//erNb27QSJwjoLDuYNhCAAAQgAAEIQAACEOhYBOopoFVS45NPPikIaF9uI/xb8ln/9gJa55T4e2ohu9Zaa7kzYPzZHz7rOU5Ch6U4lDm94YYb1jI090IAAhUQQEBXAIumzUtA9Yb/OP/PtnDZ6+6wvlBCViuglVH70z9cbe+vXF4kUhu9BrSyeY/f52hTlu8hN51SOOxOTOpdA9rvmLCO8Dtn3OcykZWpu+/g4ambKpoB7UtTVCKgnz3ufwsZzeUOEYwGI6n74pKXCgcQ6nlJXUnecle9BXSWTGaVOtGlGtWvLVviDlDUlUWYq12WDOhoGZXUxcs36GwZ0Ppm+r333nMH/nFBAAIQgAAEIACBRifgDj+7sTjKQu3a1gw+PCCtonHytV/H5Q51S77y9W8td0DcBr4+b+K/k3qK9lNRsDGN691fdfHUS0B/9NFHtmzZMhdEKJz1by+d9bj/WiU4dHbL008/XRcB7Q8h1DkwYemNUEDra11hSQ79Wweer7322tUB5C4IQKAiAgjoinDRuBkJqNzDr2bfYYvfez32ULdqBHQob8VEtZRVomHXLXayZhHQijvMElZ9X2VEVyJ209r6/RLWM1Y5iQXvvV50uF+5fZV0CKFYl7uiNaB9P1kO9VO8D85/tOjAvbAsR9q86yGgQ2ZpJUN8SROx9ZcYK+s8qzTOUgPaZ7BX+j7QmQS0Du7baaed7JJLLrEJEyZUior2EIAABCAAAQhAoO0IOAE82XQMWOyVKnhrCzV3WNkgmzrne1ZOI5eOgoCujXzu7noJ6LTsZ4nnUERLBr/xxhv2xBNP2MqVK2ueiuo569DyLbfcsqT2s8YKRbQGCyW0sqc32GCDmmOgAwhAIJ0AAjqdES2akICE3D3z7reb5/2uIOH2Hbir7b7Fzrbf4OHWs0fPwqwqFdDq+7u3n2vvrvzA9e0vX6e3tQV0XFkFyUOf2VxuueLaKTvcZ8vq3jS5WukhhD6e8+69xC6ae4/7Z/Tww3IxJx1CqLn88GsnudIhcVc0zrAGdFpNZb+G08ZeUejaS940oRuK6jRxrM6TZLXnlXZgovoQo5nzHyk6MDFc1yxxJAlo308l5Tyi69GZBPRll11mktD6mwsCEIAABCAAAQg0LoG8xFWAJaK55bnWzIRufQEdpV9t5nG19yWtfr37q26X1UNAq4SGBLSuuLIbYeazl9Bqu3z5cvvjH/9oyp6u9Vp33XVdAsjAgQOdXI5mPqeV4pCAlojmggAEWpcAArp1+dJ7GxOQJLzmzzc40Slx95XBX7LdttjJ+vfulxhJNQK6V4+ehQPtNI4O9JOgO2Dgbq4EwlUPTbNfLZpTMqbE58n7HuMypSu9vADVfZKgo4d83XUh8RgtKxLXtxfnQ/ptbd//6olFEj6Uw+UEtCTuzU/MsJMe/qUb4vdHXpKpjIbahmI2y+GDfg6+nrEytCd+7WT7YOVyVxbj8id+nVgKIxqnF7DhgYjlJLiX12pz8JD9XSiX/uFqt87l5qxxJWzHPXC5u0flPg4asn8R63BtwjVV28H9tnLlM2Y8PdPtH+2tyQedlXi/53rcbeeYPmBRfW1/hX1r31016oKy/fia18pyPnTIAY7zrPl/dq8l7bdfjrowUfan7eVaBPRf/vIXd0K1fqWu3KWyF/fdd59rsvnmm9v+++9v6623XuIt5fqVQNavBUYvZVbE9am+yl3+Pt9vufn4vvw9Ok382WefdVkd0bH13P3331+I9YADDijLKcpIJUI222yztOVLfN7HJt5x/fhSJNEO4kqTVMNG/YpXOH658idRluXYiqu46xJ7xez5J+2PcJ4+piQGaXvajxFd97S9phgUa3RuUU7RNUliUe89U/Vm40YIQAACEKg7gZz8fdSGT7rfrjwkJgPUZ0cP8+UrfAiBuHYPjYlkMAdydfwC23/C9ELsLWPl2zzWMq2iOOZeYUOD+9SqOM4gA3qfWUHbMrFUUoKjaHz1OdYWnLK/TS6U7sjHnRpnXLsy/dV9lct3WA8Bre8hPvzwQzdQXL3naAkO/VuX6kD/9re/tRUrVtQ8a5XQ0M8K2267bZGA9uI5+rcGDLOglUGt7824IACB1iWAgG5dvvTehgR8WQxJ4DO/emJZ6RyGVamA1r1epkrs7b/N3k44SkC/vPJ9k+xsDQGtcSVGb3ridrtv4ZNuLF2SlN/d++hUOSiR++yS+e6ekTsdWFReQo/p+XtffKhsaQzJVcnR8CqXhRxdfonuXt172Rn/8d1MO0Ocf/LAzxPbhhnKYaNycSqGV9593TVPit1/kHHrCw8VOEuAf2+fY8oK97h4y/EJ1ySMf4d+g23ENsMzfVChzGV/hesaPq7n1WcS9zheumeLPv3dbw1IotdyVSugJQFHjx7thl6wYEGs/NU3vcccc4w9+OCD7uAR1XGbO3euu+fiiy+2UaNGlYSe1q+yly+88MLYKe+33342bdq0oljSfm3v3nvvdVIw7DduPmFc/h6Jw4MOOsj8v31Qt912m5199tnun5q36u5p3nHxxTFatGiRY3ryySfbj370o6qWV/ddddVVbnxlsESvkSNHunWJu6LjVsNG/Yr9OeecY6effrobxo958803uw8hwivKMo6thOu4ceMcG7HU5ffTPffc4364Kbc//Hg+pnIMtFenT58eWyv8K1/5ihs3yiltr2l8ZSFF56b+dMWtkx73a+n3ZWvtmao2GjdBAAIQgEArEPACOCpsU4aKEa65O4bbxN9daYf2df8T2V2StYFcDnvNZVQnC2gvxuMiaZHQeQE9bLgNf+zRSAmRmFgqqAEdO/6wMTbGptv0QEBni9Msa3+tsMipXdZDQC9dutQ+++yzgnzWoGHJDS+c/WP6W/JX36889NBDdSnB0a1bN+vbt6/tvffetsYaa7h5+9IbUfkc1oj2BxLqHt3PBQEItC4BBHTr8qX3NiSw38+PciUxdOia+0F7/p/tqSXz3WNhtqsvxfDgSb927SQbX3//jcRI47KVJTElJ6855Bw74e4L7adfO9Wuf+I26929p/3k4LPtyVeedpmsup5f+pKt16OnbbpeP9ukd7/UjOw2RMZQEGgTAtUKaElFiVV9cxonkyXJDjvsMDeHG264oZCFq8cl1PTYI488UpIVnNavF4z+1wk9JAliiUVlSNx5550FCR2VoElQfb8Sj3HzUVx33XWXm3M5AS35fMIJJ5TUmZZ0HDNmjO277742derUQhiSjwsXLiyRndddd52dddZZVUvooUOH2j777OM46xCZaBa05KuuGTNmFGLR2tx666120UUX2aGHHlooVVING3WaJKDF+Kmnnir6oCCLgFbMkvOzZs0q3OtlrITwyy+/XLK8cfP0jZKeU4bz0Ucf7dYl2qevI67nH374YZszp/S3adR/0ocTcc/5PRO3Tmrv19KXjmmtPdMmbzgMAgEIQAACGQhkraEcdtUijYvKcngpXciUDuRyWNrDtwseKy3BkSDGfTZ24d6WLOwwM7ogewvtKj2E0PebINRL5hgR+IlxpvWXYclaoUmtAlpZzG+99ZaTz7p8BrTPeg6znyV5/b913wsvvGDPP/98XQ4h1NjKgv7yl7/sklEUR5yAjivF4bFuuOGGtuaaa7YCZbqEAAQ8AQQ0e6HDENhuytcL2aqalDJWjxpyoL2/crn9ZdFT5rNlb3kiJ0NU7uCuefcVxLCyPJXBqusXj9xglx8x2WUc919v452es8QAACAASURBVKJs6rA8g2pMq/SBShZ88cYTXfZzKKx9aYu0msMdZhGCiSizXNwff2O+3T32Z6kZ2h2RQdqcfAa0GM0+6dayJTLS+mrk56sR0JJ+gwYNsmuuucaJNomzaPamF6hxUk3377LLLjZ27NiiDN8s/SYJaDFWhqyyK8Ks20oFtMSiJHMoidW3Dk6RlJXQLSegfbu4OtM+dp/J6sVjnIjXmL59kphM2lc+W1v3ffOb33RZ2tFM6nJi1q9dNDu8EjaKLU5ASyC/++67JSI+i4BOWkvdO2XKFJs8eXLJBxrVCGjF7hlGs9vFUY/95je/cfUM47K5dX8lAjrp9RAXR2vtmUZ+jyI2CEAAAp2PQBUCukSutlCb97OhNv5GL1mTsqtLx0yvAR0p9xEV0CXlQcxysXgxXKGAzs/RSsqS+IzraDkSzyAhzqr7a5sdWauAVvmM9957L1ZAhxI6mhEtAS35XE8B3aNHD9tjjz1s0003dVnQaQJaz+vyWdAqtaZa0lwQgEDrEUBAtx5bem5jAhLDcxbOLcky9uUFVArhzHsutt8uecGVrVA93/CSJFbdXZXS2Lb3Jq6dL6vh6yIre3r3nx/pnh/Yu78t++gDJ7aVfT1o/f6upEPP7j2dsPbyWSL8wMF7u7iyljLwtYQlz0fvMbLpxKQ/uK7W2sFtvIXadDhf+kX74xdHXJC5ZEybBlmnwaoR0BKUypJVdqiXvlGJqixNZTmEGbZpIWfpt5yAVv/jx493WbJeiFcqoCUUVVokLMPh5+ifSxLQSdIyad7l5Kju8UI+FOppDD0D/S2JHjIN700bWyLdf0DgmVfCRmPFCWg9fuCBB7rs7lDeZhHQygTWJfmbtT52tQI6SfSKyw9+8AObMGGC22uec3RdKhHQulcZ9nEZ1dHH09at2j2TZV/RBgIQgAAE2opA9QJ6kCuhEYnTZTcvyJfhSDpgr/TxWAHtRXccioJwzsW/IKZ+da5PS4glRUjns7RLD16MmVOWOCvpr62WPhinVgEt+SwJ7TOf1XVUNus5CWF/GKGel4B+6aWXbN68efbxxx/XZeYS0Cp5179//xIBnVQLmjrQdUFPJxDITAABnRkVDZuRgDKaJZ3fXfmBK8Wh6yd7jrbrn77Xvrjx4IJw9l/rADYduqY2qofcp0cvGz5g10LtXNXVlaR+9rj/tT+9+KiTw/7QuajA1sGA5+1zrO02YCd7ctHTbuxv7ZH7lXSV/bhn3v3u6+P3Odr9LYHuy3Z8/4Er3YGGqvWsPvx9zbAGvhb3kdvuW3LYYTPE3xYx+sMQyx2E2BZxtNUY1QhoyWVlf/osX4nBaJZtVvEbzjNLv2kCOvq84lC94OHDh5cg1WF0vg51eJ8k4y9+8YtCnWJlvb7yyit23HHHFdV8jkrGtNiiAWRhlCYco32GWeSamy8ZEc3UTes3fL4aNoorSUDrQwn1r7IZKuEimZxFQOuDgIMPPthlqKu2tbLd9cNMtJ50yCRNQKuvCy64oAijDjjUByw6rT3M7A8zyxWzl9RxNcMrFdDhhxx+Pn4tL7nkEie845jGvU+krW1bvbcwDgQgAAEIVEsgWw3oIplrd9mpX59srSugizOJW0RwNAO5vQV0xjg7uIBWubpPPvmk7OGDEs5RAf3pp5/a4sWL7fHHH69LDWi9ClSCwyenSHZLLodZ0GkHEq611lru+8q6Xe4Dilk2olAbvW490xEEmpYAArppl47AyxFQBvFP/3C1k8nKYlat5v+49SyX+ay60MpW1tV77V4uE1rCWQf07TVgF7v8iV/bxj16udIaqvPsSyOoXMIP/3qza+sPc5M0/s6tP3B96VBAL7A1pspO6DrkplOc7F7w3ut274Tr7eYnZrgxvGDWWLq8IPfzUmbskH5bN53ElYB+7b03yh7W19l3rxh98PGHmQ4Z7AisKhXQXpSFpQkkKK+++uqierlZ5GrIL2u/aZI3TkCrXMiAAQNKlmvHHXcslKYI7/OH5oWCXRm7ko7hoYONKKB9xnNYY1lCUrWxw7IiaZIySUBnZRMnS8M+JcZVD1siWUI6i4BWn75O9cyZMwuHKCbV7Vb7NAEddxCj+lO5FX3woF/59JcynpVN5LP6fekMnxEdbrBKBbTujdZ6jqsNneV1lba2HeF9izlAAAIQ6OgEfL3ksIZy8Zy9ZM2Xs6i0BEdwYF+u3wwZ0PkxSiS3HzuSAT09rDEdjvFYK5fgyBpnBy/BoQMIJXbDGtDRDOjw8EFflkNyWN/v/P73v3cZ1LVeGl/fT+k34CSSdXkBrQMS4+Szf8y3rfQgwlypFx956WGeen3dtMWVpb8tEOzTBeP12wR6nV1vg1pFVOdec7lxWii71/7CY23OKUNyDxYdLupL6UTKyriGQS3z8J6Suu6PutYtHyAVHzqa9BsGRXEG/Rfeo2J/66DCg1Rr3WzcXxMBBHRN+Li5EQmoxvOPH77elIErAa0s06EDd3Y1mn2WsuSuSmjocEC1ufFrp7l7dKm8hrKeF7/3upPVOqzQZ6yqpIQkcs8ePc0Lad2jfnVt0ad/IYP6hL3H2djp33PjqJ8z9hnvDipUaQ+N9+t5M11pDsloCer9t9nbxj1wedGBiVG+Ktswc/4jrg9/+RIfPpPalxyJ3jtypwNdCRBfdzh8/qpRF5Qt83Ha7RNduRF/7dBvcEHC+8ck41VT+6GFfyuS6YpPPL+z++ElZSaUUR5e/7nnqFhxHW3n5xKdo8TuTx74edltqdjjYtFNvvTJ/S8+4jLd/aUPFPSBwdg9jiiRxnE8dZ/KsWy98VYlsUTn4huolEva2qlt3BzjxtKa6cOVRSfdnljeI2m8MGjt6RO+dHRNJUIqFdASkKqDrKxifymLVNmsqgntM4rDEg5Z3ouy9psmoCUNb7rppoIMzyLsFF/YrzJdv/vd7xaVGFGWqzJjywloXzs5LiM2jkEWRsoWkTyP1qROYiqJqRrLErv+UkkSxRTWkk6TlOG41bDR2OUyoPW8zyhWhu8OO+xQlm3SfNXHpZde6vZfXC3tNAGtfr1Q9ocPSkBPmzatSD77TPLohxkat0+fPiWHEVYjoKP7J27tW2PPZHl90gYCEIAABNqaQCCYSkRu3CF/FR5CmFlA+3IZZhYruYM4owJaSiwow1H7IYRxcwzkmR8/c5wZ+2vrpc+PV2sJjiVLlriefAmO8BBCL5t99nOYBe0PCdRvgb355puuJIevyVwpCo2j8hv6XnbPPfd0t8dlP/tsaP+cL7/h/1ZM/fr1yzB8fk23mhoRuGZT53zP8krX3l76tm3QNymjOl4MZxi8giYtr5tQ+BbEeVE99RYBnlSXXY+fb5PsykM2yL9OF9ixbr6ay/lm515ph7rfksg/LoE8dZDd/7NDzULh7cRyyCouzkDKh31GZq+5zNonpiRQBZRo2rYEENBty5vRWpGA5OHEey9xZSt+deRFrh605K4ymF9/b4nt8Mv/dBnQ3907V/IilIO6d/7Sl92Bg8s/Xu6eU5kMXarnLJnn+9Uhg76+s56XfJY89gJbmdAS1bp8VrMEpjKdfznqQidIo7WmfVmQn37t1MQ60YddN8GJZwndY/cY5WpKz3rxUVdORNfzZ/zO/a24NRdlfPtLwnvfwcPdXCQwVT7kpId/WfR8UpkPX8/ZN5bQ//I2w4v4hTJeWeAjBn/JevXoWYhPTMQgOj9J65ueuL1Qj9tnjkfFrdpd9dA0x+33R15ig/tuGStE/TqefvdPCuwVz6br9XMHInqprPXRBwvh5UuH+PU7YY8j3UGVKosy4+mZhXvV348PamEb5am+Lzvkhy5GfVARvaJz1p70Yltrpw879EFE3NrpMT/HyQ9cVfgwQx8shGOpnwE/P8J1EWbsR2OJjif+p+1xlGumAzb9/o3jVclLuVIBLQEmuRktaaESD0OGDCmI0mgt5mhMvqyFF6tZ+00T0FFpV42A9qUPNCeJRJXfUJxpWbpxZRTCeXvBeeaZZ7qyEWmM4kowlFtbP74OC4zWSL7wwgstLOVQTsxGxw2ZZ2WjONMEtNqIgcpwXHzxxXbCCSckHvCobOBbbrkltqZ4ubrHlQhoxeOzmn1mtuft5bDqcUfXVB/IROV3NQI6LJ+i0iJxhxzWe89U8l5BWwhAAAIQaGMC5eoYK5SomC7KlCyOtSTbMbOAzmVL5kSyuYzNyY8lcIjWgB43xuzG6ZbrwV9hRmSFhxCqi7g5DhtjY2y6TS/MqTijsyTa8HDETP218brnh6tVQL/++utl5XNc9nOYIf3GG2/Y/Pnz7dVXX7WPPvqoKggqvaHv8bfbbjvr1atXkXwuV4bDZ0CHdaBVPzr1cq8ZL19bWr+9dJ6ZDbEN+kb2UPAaKsjf/H6yaAZ0vsyN9vOYcWNs+ks5gSuNXfhwJfzQRbFcYDYp3yaIxu465SYb9LMRNmvoeLN83XaflT3i4aE23gKBHk46bn6Rx4pkdHCvi/EPI/IxJ2R2B2J6AyevS+PMvQa9pE6Q9UX9pK4aDRqEAAK6QRaCMGoj4Gs9q5ebxlxhD85/1A6/e3LZbOJqR5RsDWtIPz7uaicbNeZuW+xkr7//hpOWEsSS4AcP2d89FickFff02TNMhw1u13erQj3oaGxeAksQ+pIgvo3PYlUGbXjpYEQvEP0hiv55SVBlhPurnGD0da9923fOuK9IdvrD9PS8RHdUZIdiV21UPzsUzD673Pcvwa41jMpbjSOJHJ1n3DqGMWt99KGBrpBJ+LhE7IjrxrsyKknj+4xi9ROVuiFPfSCRFmPILK4OtP+wIYmpHt9uytddVvblR0wuQRD2H7dnojesdcGX3ENh7P7ATTHRVS6TOu21VImAjisJ4PuPPuf/HZbq8G295FOZA8nNSvotJ6B9Rm2YiV2NgFacEn3KhNXBcBKjqsGbJqB1nzKQleURd/iij91nIvv+wnjD9VJW+F133WVhOY1y65l0kJ3uqeQwO304cNVVVxUypqPMs7DRmFkEtN8Laq9M+rQDHuNYlRP1lQpoxRFmZvvay9HyGOE6xD1XjYD266T9ofrWYjFnTstve+j5eu+ZtPcHnocABCAAgfYmEC9TS39NPh9nibSO/gp89kMIzcpnN+dGzP3a/6BbVPKguDyAO4Rwi5ts6ITp+eDSYkkT0nFzVJ9jbYHEeJFUj5YoiIuzkv7afh+0poCOymefEe3/9nWa9b3Z7NmznYSu5tJvuOkDdWVB6/JCOVr/OZoBHQpof18WAV0sWWMiLqr9nNtvs77q92leqhaVcPGidpLZBfm2h2xgTla/NDEnc4uEbG7fealcnll8W9d3goAuKc9h5mIJM42dgF44qOXDn7xkL743OnbCb1C4CUTalkjqFi65+QZZ1xL+XE1DAAHdNEtFoOUIeOEoqTh/yUsugzQsl1HuXsk6ZUp70Ra2lYy89OCzCxnRPrNYUi/aXm17d+/p6kqrXEVYwsH3KcF38r7HFIUjMX3QdccWDjwcsc3wkjIPXn7GyU0J3rvmPVBSEiOUsEkCWoy8pL7jkIkl2dderIbzDfsKM201/zsnXBeLOhSi0TnEjaGs4KhYrYeADpmEIjyUy6GYDicjIfu5KQcUHgqFbKUCWmVifJZznIAOs87juPrnk2INRbsCjlvbcG5xAlrPh7yiHzxU8o5UiYCWzNM3ouHBbH6suCxUf9CcsluV8av6bxJo5557ri1cuLBwAF0l/XoZKjkXXpKGKr3hpbZ/ThJUGcG+NEiUjQ4iVLZwVLJKiitjOCxdkUVA+zaK44wzzrDtt9/eZdUqg1ZZyCeffHKh7rRi8aVHlFkr2SlGypSeNGmSk89R4ao4lR2rP+HlRe7YsWOL+vdtvFT1gtczDw/gUx9qp4zecNxq2GjcLAJa7Xxs+jpJQOs5Zbdr34T7SVnfYqrH40R9NQJaY/nMbGVn64culV6JHuTo2fqyL+H41Qpoz0KlPkaPHu32R/SqdM9U8n5AWwhAAAIQgAAEGoNArQI6rgSHSm2EsjkU0ZLOoYDWv5cvX25PPvmk/eMf/6gYiu7/4he/6LKfvdAOBXSYAa1a0NGMaP1bl/87UwmOtMzbyPNeyk618YH0DbN68wL6xhE2a1xwaGFSCYu8EL5+oH5jIO3QxAoFdOzc1McsGxGUFymS44E8HvtKWFs6SZTHPV6hgE7M/K54C3FDGxNAQLcxcIZrHQJeoIVCNZppmzRyXF1l31b97dJvsKvhHD0ksNxMwjjCdpKJYf1m/5wEr78ktqNiMSmjt1wMWQS0xKQyxXXFZUGH9Yq9UA8FdJpI9fFF5W0oM728VWmNsGxIVMzWKqAl6lWGRVc009eLZa2DL2USxzYU1WF8lQrosH2cgNbYynD2H3JE97Li8PXJo3H6jHJlo3vJnVZCI0lA+xjS7k97VWcV0L4GbljGIdq3pN28efMKWZsSmpKXyqYNL9WPnjx5spOzlfbrZWh0bJVM+Pa3v+0kbnilnZgt8SuhF5WsXqirXy/cswhoja12kqKS1/5SNvWJJ54YKxT9wYGS+/6SgJSwlriPzsfHHD7us8jj6iAX3su23LIg6CVm4w7gkzg/6qijisatho3GzCqg1VZ7R8K9nIDWmkj2SpAn7afovqhWQIelOJTRrthefvnl2JeTL30SSvtqBbQGUEZ1tGZ3dOBK9kzaewDPQwACEIAABCDQeARqFdDhIYRR6exlc1wZjrBmtEpv6LwLnYNS6dWtWzcbNmyYDR48uCCRQ8lciYBWnH37ZkinTSjBISnrpLAy8vO1jwulMxYea40uoOMyn916SEo/PKKl3rUvB1I4xLAly3uSnZ9egiN/GKnLCi8I9BgBXaYER1IJkEr3D+3bngACuu2ZM2IrEPACTV3H1RouN6SySac8PDVWMHuRLHH8vX2OsReXvFSonSx5u83GW9qZ91xckMq+fZKA1uOD1u9vOkRPJTp0qUxHeLCg5Gj0UMAwg1j3+H72GrCLbdNvq8SD++Kkse73AlQyOcyWDTNlfXazxPD//vW2QkZ3KKBDIat2qjOddCWVvwhjic4zjKdaAa2azb269yrUylaN49F7jCyU+KhEHofxhbWgK+kj5K+vkwR0tK62rzvt1yUpq1lrsnDZ6y4bPYl5dI3iBLSvc55Ul7uSl3FWAV1Jn3FtJeR0+YzjWvtrhvsl1/2vLEYzluPil8jUqePlGImj/sRlxjYDk3rEKDnsfxDqTPup2j1TD+b0AQEIQAACEIBA2xKoVUC//fbb7gDBMLM5rPGsr6OHEEYPLNT9zzzzjJPQlR5EqJrP+v53iy22cOCi5TcqqQG95pprusSG9CvlEMImLMFRTujGHvRXJOEDebxJ8iGExQcYBpneDng0K7rcIYSU30jfo43bAgHduGtDZBUQkKx7dsl826JPfzvhS0fHHlCX1J3kYXhoXdjOZyZ/cePB9p97jnICWnWIVWZD19Uv/KnQXG3P2+dYdxhhXDkPNYwrLZFlmtF6vNF74uoWZ8mAlkwOs5jDzGAJyIcW/s0d1pfUVyWZ2UltQwGteYUHPIbys1oB7UujeBnvD9o7fp/cYZSVyOOkUiKV9BEdM0lAh+VNwjrOvmRMtBa4+o3K6TDecnsvFND6UMOXpIn7MCTLfo22aSsBXU1s3FNKQOJZf6KHDMIKAhCAAAQgAAEIQKDjEKhVQCupQRnMcQK6XA1oEfQiWpJYZc6U/LBixYrMcNX/Ntts4w4ol4jWVYuA1mGG66+/fsbxo3XTI7XHw4Mn2+UQQj+NDCU4Yg8i9fNJlr2xhyIWHZbo67UrlmJepfXlY+IMGBa3Ly0JknHRaNYABBDQDbAIhND+BFRqQFecOA4l9ONvzC9p48VzWO4grlyHROgLy14zyWxJPi9As85eElrZ2n99ZW5sSZDowXhZBXRUbqv8R//1NrYBPz+iUDs4i4BOqzOcVUArnrHTv1fIKvfy9eYnZtR0CKHk7Lenn1rIdPcZ25XI41Dohrwr6UPrnaUEh9qFzPwBj8pq3nfgruYzosP9E5XTocRWu6SDBEMB/cOvnWSH3HRKYvmPrPs1bIeAroZa+92j7F/VieaCAAQgAAEIQAACEOi4BGoV0BLG+r6xFgGte1euXOlqQD/++OOZYEs+63vVr371q04aqw9dtQho9bfOOutkGr8tGpU7KLAtxmcMCLQGAQR0a1Clz6Yj4GvqxoljCdCNe/SyN1Z+UJByksnH7jHKXlu2xG6e97tM9aGj5TnSSlakQZSoveaRG+2Hf73ZNY0e7pdVQOveaGavMsl99rOeT+orzFZOyuT18whrGodlPKIZ0GovcTriuvFFvIcP2NVluU8be0UamqJ4w3racSU0QhmcVgM6vN8LYQXTWgLa13PWGNo/P/7aKa5OdlJ98+jhg1FQSWsULcGRlBWfCj6hAQK6WnLcBwEIQAACEIAABCAAgdYhUKuAVvkMleGoRUBrZm+99ZYrw5F0FkZ09hqvR48etuWWW7r6z3369Ck6hFClPPSnkhIcKr+hMhztd6VkVbdfYIwMgboRQEDXDSUdNSsByc5fzb7D7n3xobIi2WcwHzBwNxu7xxGF6c568VF7dNHf7N2VHyTe77OoJbJ1qKFKd0goHrTNvrb7gJ3K1k7WQMp81nXQkOLDwvSYl461COi4Eh9hRnOSgFZc/hBD8VHd4bgr6QBAtY0T0Ho8vMf3GZ1j0p5LyrZOquFc7sC/cIzDrptQyMwOs4nTBLT2mK7++brfoVhOE/ehVNae6dOjVyxn36fWzdcX15jzl7xUOIwwSbDH1YAO5xrK9mpe5wjoaqhxDwQgAAEIQAACEIAABFqPQK0CWpG9+eabTvYmHUKYVgNaJTx0Ron+fPzxx5knq/HWWmst22677dyh4yqhUW0GtPraaKONMo9NQwhAoDoCCOjquHFXByAgwfmTB35eOFxPU5KgS6rf7KfsDwD0/17w3uupGdDRQwl9VnWYca0avd8cckCsjJY41RVXtsPLw6gkzJIBHUrUUM6GNYc1blJfceU7dt1ip5LdEWZKhxnJapgkoPVcKLj171oFdBhH9IDDkx7+pYs7qVZyKMSjbdIEtMbddL1+hfULWacJ6HIHM4agfRa/anZHr6SDJn27OAEdzQyfNWFqRbXVwxgQ0B3gDZMpQAACEIAABCAAAQh0KAL1ENAqwSGJnCSgo7Wgw0MIBXPx4sU2e/Zsl0ldzaXM5d1339023XRTd3uY9Rx+/dlnnxUEtb72GdK6R/Ka8nPV0OceCFRGAAFdGS9adxACYQaqpObInQ505TR0+JquNAldCQbJZ12D1u/v/tYBhmd+9UQn85QZO3/pyzZ70dOFDGy1P2Of8UXZzpKL9y180n515EUWCl4vVKPCWON4qaiv3znjPuvZo2chbD//UAaH9YKjUjTMho2WfwhZKo5ojGE5h2idagXkBWs0Rh9s0sF/5dYgLgM6jCOarR2tOx2dv9h89/ZzXfZz3IGPSQJa973+/hvukMvLDvlhYe2SaknHzUmxfW7KAe6puHXW437t4vjqeR3S6Uu1xM097P/5M35XCCMU9uUy3NNeDwjoNEI8DwEIQAACEIAABCAAgbYlUA8BrTIc77zzTuFQQWU8R2W0l9BePmuWEsCffPKJPfHEE/bKK6/Yp59+WtXku3XrZltssYXtscceroSGxtIVzYb2AtqX5wgF9Oc+97l2Lr9R1dS5CQJNRwAB3XRLRsD1IOAF5Q92PrjoMDcJN9U+jqsFXe24koZ3j/2Zbb3xVqldKMv2rnkP2PVP32vb9t7ELj34bHdfKAJ9BrbPvNa/fznqwkL/yhq+/onbCqUiNGgotSUj1b8kuy8DcsZ/fNfFpnFufeEhm33SrU5YK54z77m4pC+VDvH36D4JWElWz02ysnf3nuZj9Ac1fmuPkUUMtA7+YMc48e4b+/mrTVyGb9hpKMTjgEvSnrD3uCIhr3YSvRPvvcSVR9GlmHVgpK5fLZrj/tZ++f5XTyy5NxT0SYvsZX84Z982LbPbzz+6X3W/1vv7D1zp1lMxH7vTQUVro/WOlpfR+mhvvfjGyzbl4alF+93XN1e5l2iGexb+cfOvREBfd12ujMuECRNiUZZ7/l//+pfdeuutia+zI4880jbbbDN3yrb+nH766a6tv2+vvfYy/Ylet912m3to1KhRRU8p40PxKGMiLt5q+1VsGnPRokVuvAMPPNAUe5iZ4fv2c0qbu/rx8/XzjwOVxEBtFdPMmTNNJ57rwJdhw4aVxJUIP+MTYqo11Di6BgwY4NYkyv6yyy5zj0fXK21NwjD0q5733Xef7bDDDrb//qXljTTfV199NTbyzTffvCSmjFOkGQQgAAEIQAACEGgIAvUQ0JqIBLQEsq8FHc16DgW0RPCyZcts6dKl9tprr7m/JaJruVSKo2/fvrbJJpu4v/V9qkR4KJvj6kJLUktaS0BzQQACrU8AAd36jBmhAQl4AS2hNnrI123owJ3tg5XLXSayMkX1eHjoYDVT8H1klc/hGBJ/Nz8xw1QWwpeKkAx+ctHT9v7K5YWm2/TbqqRkh8+6jcbcf72NXda1+vng4w8LT/fqvm5BXuveJ195upB9rTiUoR29wnvC5yR/X1zyUlHzuBh9A4nr8PIxxvH2fceVIQnbJ81fbeLKg0TH0v0aK+S8Xo+ejrOv4Ry9JzqPuPgH993SieuktuVi83PyfZSbb3Rtouvt71Vf2vPK0E7aK3o8en8WhtH+KhHQ999/v40ePdouueSSEqkr2XvWWWfZzTffHCsMJVYPOugg23nnna13794l85o8ebKrESd5eeGFFxZ+1c/fp3ueeuqpkl/BGzky98HJjBkzivqUoDz77LPdN9FPP/20k9vhVU2/ksQ33HCDHXroofaFL3zBnSx+0003uW7vueceF78u3/e9997rJGza3MP4/fz322+/AbTs2gAAIABJREFUong1j7lz57qxp06dWnhOMRx22GHuuaOPPtrNMymuuL2f9TFJ9H333dcdJKN1lHDXY+KhcRW3v/Trluecc05BqvvH09YkjEWs77rrLjfenDm5D5nCS+uuOWs/Ra8dd9zRfvSjH2WdGu0gAAEIQAACEIBAwxGol4BeuXKl+94wFNBRGf3BBx842axsZ33PKSEsae0zk2uBo7EknJUNLdmt7+mVFa26zj179kwsyyEBLVmtAw25IACB1ieAgG59xozQgAQk1Y677Zyymc6+dEal2dBhyY2fHHx21XVzhU3i8dI/XG1fGfyl2AMIGxAtIUGghEAlAlo3jx8/3h566CH3x0tdLyclKEM5Gg4WlbJJS5EkoNU+Kl/1WJKA1uPK0H344YedNPcZxn5cH0/WfiU0JZtD0ax79Q39iBEj3DfIf/zjH133SQLaC+ly2zA6/7BtnOT3IjYuLonphQsXxor7Sl8KXghHPwSQVD7hhBOKPnhIEtBpa+JjEtNddtnFTjzxRPdhRBy3pHWvdF60hwAEIAABCEAAAo1IoF4CWnN79913i7Kg9ZgEs8TzkiVLXJa0vtZBg9WW28jKUCK6e/fu1qtXL5do0K9fPyeile2sy5ffUDuyn7NSpR0EaieAgK6dIT00MQFlo85ZONfNYPH7S1zW63Z9c6UylLk7a/6fXUmOPj16FWapOsDhpZIFLyx7zTbOt1HbY/cYVVdhrDjjsl+bGD2hdyIClQpoLweVeeqzjr0EjctQ9ihrFdCSz8qIjWZYx4lICfGddtrJiUuNq3uiWbQ+niz9as6DBg2KzerV/JQZfu2119q0adNcZnBrCWiNFcrdNKaeQ1w2cqVbXJyVEeMle3h/tORGnIDOsia+T58prf10zDHHuA8SwgxrtUNAV7qCtIcABCAAAQhAoJkI1FNAq4yGvo9TRrO+Xr58ufttQ2U9SzzXI9O5UrY+M1oiWtnQ+v5RIlolO5QxLTmtr7kgAIG2IYCAbhvOjNLEBFSG4sH5j9oLb7xszy6Z7w4R9JL6+aUv2bKPPrAt+vR3j5Ur09DECAgdAjURqFRAa7Aw61X/VobxNddcU7bubpos9ZNIyoCWTJ4yZYoruxCK7jgRqWxltZd09uIzKq7DeNL69fN95JFHCmU2ykFvLQHt+/WsfVb2yy+XluLx8SljXfWq48RxJRvHr4tktq9tnXR/nIDOsia+v6985SvuAwSN6dkvWLCgqPwKArqS1aMtBCAAAQhAAALNRqCeAlpzl3DW94SLFy92MlqlORrlkoxWVrR+o3DTTTe1gQMHOiHNBQEItB0BBHTbsWYkCEAAAp2SQDUCWqB81rO+DrOhkyB6eerrFIftQqFZTkDrcDmV+YhmX6uvsAb00KFDXZ1iXwc4FJp+3FASp/VbrixG3HwrrQH9rW99qyDvQ9Eb9i2RrgxwfUN+5513OhmbRcJWGnu5F4F4XnXVVa6JMsL32WcfV+87ekhgnIDOsibqN/qBgc8+j37Aobnrhyh9+BFeHEDYKd/GmDQEIAABCECgwxGot4AWoN/85jf25ptvNjQrZUN/85vfrDHGv9iFXYbZuYVeLrDHVp9jpceZ1zhMI9z++IXWZS8rmd9fJnexYc/8yl6/dbT1a4Q4iaHhCSCgG36JCBACZm+99Zb7j1z/Wa679tr24Ucfub8XvvKKrbvOOrbOuusWnt9www3tlUWLbKMNNyy0E8Owre/Ds9U9GkOPr73uuoX79bwfS3+r3fPPP+/G1PX8c8/ZdttvXxh/4BZbFNq/+dZb9uGKFa6dj1t9h5f68s8pPn2tS+N89OGHLmY9tuLDDwvz0dfq17dVzBpriwEDivpWLd2xY8cWHvPz0wO+vZ+L+Pkxwvn7OWhenkXISkziLq2VGPn5ey5qG66bYtZa+b/V3o+l2JRdqzn4cTR2M17VCmhf91lzDutBJzEodxCfP4BQ95YT0DrQz2fE+oMQoxLWH5QYHjwYl0UblcTl+q1U4iYJ6Dj5rjlrXvoTzt8fQugPH5TwVa1lyXrJZ11tLaA1ptb9vvvus8cee8ytu+LTBwJeiqtNVEBnXRPdG2ZK+72k+tNazzCLO+kQQg4gbMZ3IWKGAAQgAAEIQCBKoDUEtLKg77777lav81ztaqru8yGHHFJb9vO/braRm3/H7ObXbca3c+p1yf+NtP6jd+2YEjpOQIvB6WZXI5+r3Yqd8j4EdKdcdibdbAT0zcFbS5fa0jfftH323ddm6FCu737XXlm40GbPmWN9N9rI9t53X7vmF78wCagbbrjB/X31f/+3nfhf/2UPPvywy2rUYWG6DjzwQCeS/XX44Yebxthuu+3cn1NPPtlGjhplu++2m/1/l13m+j9A9zz3nJOhH374oS1auNDOnTjR3ffcs8/a1w880ElwPa8+9PXMmTNt3LhxduONN9p+ymQ88MDCmPfPnOm+XvrWW042K3vxdzNn2vY77GCK59prrik8pnaat/qT2FU8YqG2krLicWU+a9IPcMHkyS4+f0n0znnySRe7xlPNVz++/tZ8Rh5xRNH8lf24w3bbOREsMa37jj/hBDdnieRnn3/ecdU1e/Zs23333d3Xmr/ivG/mTNuwb1/H3bfzX2s9tWYqzXDepEl2+4wZbiwvm/W87lW8zz33nOtbXJrxqlZAa65ZBKhnUo8SHF7ShgchnnrqqW4InwGt55QpHHd5aa3n4uJJ6tfL6VBqR/tXpq4Xw/UuweHHj2YBS8zqkMVofeswtnJtwoMY/T36waSSyx+MePLJJxcyzqMCOuuaaNwtt9zSSe24KyyBUsneq2Q+tIUABCAAAQhAAAKNQKA1BLTm9corr7jzSxrx0m/VbZFPLqo2Ppf5a4/Z6olhvvMSu/nI/jbjsBYpXW3/3AeBjkoAAd1RV5Z5dSgCXkAvX7HCid0Vy5fb0D32cEJ0waJFTk56sao2zz77rO25++6mrxctWGAb9e3rRLAErGSxRKtkrpeioYAWOInsdXr2tIsuusj+NmeOE63KxPWSWuNKckv6KtNYgnTSuefa7CefdJnUyuKVsJ1x++1u3B+ff771XGcd115iWI9JzqpP3SPRq6/1nBfQXiCr/zlPPOHmsGDhQhs0cKAT0LokaDWfN5cudcJ916FDC+seFdB6wh8y5uetODUP9a1LXML5e+mrvjS2LglGCTmNq4xlL53F/8EHH7RvfOMbrp0ktCT/0N12cwJe89Kl+074r/9yHx5I6v119mzbYYcdXEa3PhhQ35LPEvK6JOUHDBzo+r7++uubcl83o4AOD0L00CWgfbkGydBoWQh9mBAeohcnoJP69WUhkupc6zW29957F+pg11tAa46+/EUoYbOIce1VlcqIHuKnPjVfvR+Fl5f84WN+PtE62r5NVAaHArqSNfGZ0uK82WabFcU1ZswY9z7ky6ogoJvy7YagIQABCEAAAhDISKC1BLSG/+c//1nz+SAZp5G5mUrmff7zn8/cPr5hrvSG/WW1nfPF8l3lsqLvyDUa1VKqQgJ7il1gNulcu0OPX2Z24uYLbNfzz7VzJ5ld4PrOCe3v3ObHaCnxUXJ/NAs5n6GdHznfn++nuHRIbqz8cy7T2RcVOdx+9eoMG61vlyMZ0Enz8u0uyM9DvR4eZInXCJ7bOwABBHQHWESm0PEJSEq+8NxzTur23XBDJ3v++3/+x44YOdIWLlrknlNmrmTtuuuu6zJlJU2VNSxZvMXAgU44q8yEHpP4lPD0WcCSxrq8xD78iCPsydmzbbfdd3f3aAyNqb40hi5JJ2VWe1GqPiVQH3noIfe8RM7td9zhxth+++0L/fkyEspIlpiVXFUbzWHb7bd3AluX5LD69FnAmlcYo49dGcMH7r+/zbz//qIM4TgBLY4S4RLzAwcMcBJcXyvzWJnYujRHxa62EuP+efHacKONHAvfLiwpov4eevhhNxfNQfPUnHS/1kljuf+EjzjCzduVHsmvlb758+zFU/16jsqSVja1+g5LijTTrm9GAS2+Xlbqa5WrkID22bjRA+vC9l7gJmVkx/Wr+33N4VmzZhUdhqfnfOa0PxyxNQS0RO6IESPc4SxhKQrtST0WlsDw+0/Zz/oQp1zmdta9qszkuFrfPq5QcocCupI1KXdgYvTARQR01pWjHQQgAAEIQAACzUigNQW0eCgTWt9Tfvrpp+2KR2U3JJ9rzXx2k3Byd4aN9HI2aWYRaRtmTbuvJwU1o5NKerx0Rj7Luji7uuT+ohhybRecnhfLru8FdoarTx3J0i6ai8T0FBsUSufLBuXqO4dzKZpXXpLvmM8GzwvsgnR2//5bi8hu113A4I1AAAHdCKtADBCAQN0JRGtA130AOsxMoFkFtBe/KrfhBbRk7JAhQ2zq1Kmx85dEPfTQQ102cLmSIL5khO/XfT/7r3+5AxD79OnjajErM17y9dprr3UZ8GF2dKU1oNW/P4ixXL1p3+8555xjksu6lH198MEHu7jOOusslzmcFFfmTRHT0Gdbi4kOTdQ4YqJ5q3RNWAc8FNBZ10Tz2WmnndxvMUyYMKEkgmiWOQK6ltXkXghAAAIQgAAEGp1AawtozV+l19xveOaTfdqaiZKClMSg7x3rcmUU0C5LeaugHEcggi1awiO1z1zW8t/y2cTxJUD87PJS2GIOByyS0bn2LXEuyB2qeH60tEhxBnRJ7IlyugJZX5eFoZNmIICAboZVIkYIQAACTUygFgHtyyH4v8thkECcOHGihQcOxrWX6LzlllsKNZ3L3SfReswxx5gOnpO0VD3o448/vqT8hh9Hcvfvf/+7E9RZ+w3npvH0b32jrixrXRLaxx13XOEQQT0W7dv/uxwfzyU6/+g9msOjjz5q06ZNK2RiR+Pq3bu3k+XRuGrdphLg2i++xrbG0fwlj8OSGZLDktQq55F1TY466ign86+88sqS8hs+bn0w8IUvfMGNV8neq3Xe3A8BCEAAAhCAAATamkBbCGg/J32Pp++R2/LS93Rxpd9qiyFLCY5o+Qw/Yq6sxaBpkRrScQI6Ug7j8FF3mOXrS5cX0BorMr4v/1HUZ0ChIJ2Ly3OYf7wgmY+1BdE61wjo2rZTJ7sbAd3JFpzpQgACEGhrArUI6LaOlfEgAAEIQAACEIAABCDQGQi0pYAWz9dee82efPJJW7JkSavi7devn+222262ySabtMo4SQI4WmajKAM6iKTk/hIBHT3QMKYER8khiElTDbKn954VlONIQZMvC7KrakSbSmmYPbb6HCMDulW2VKfpFAHdaZaaiUIAAhBoHwII6PbhzqgQgAAEIAABCEAAAhBIItDWAtrHoQMKdUh1vUW0xLNK2NV+0GA2OWvhAXvResexB/ftGi9xEwT0dxJqK5fPgI5maIc1oaNiOyqnw9rWQU3of7UI6L1Sa0DnRPVeQphaWoTXZmcjgIDubCvOfCEAAQi0MQEEdBsDZzgIQAACEIAABCAAAQikEGgvAe3DWrp0qb388svurI/ly5dXtV49e/a0gQMHms5h6du3b1V9VHdTpFyFBYcK5jtc8n8jrf/oO/L/ypXfGL1Zru7ysDCDOa0Ex/mP2WM2rHBPagmOfPayH7lQSsNFklBmQ09FSnQUHybYIpaL5uXLexTuR0BXt586x10I6M6xzswSAhCAQLsRQEC3G3oGhgAEIAABCEAAAhCAQCyB9hbQYVA6rPCNN95whxYuW7bMCemVK1fap59+6pp169bNevToYRLOOiNEhwpuvPHG9TtckD0CAQi0OgEEdKsjZgAIQAACnZsAArpzrz+zhwAEIAABCEAAAhBoPAKNJKAbjw4RQQAC9SaAgK43UfqDAAQgAAEIQAACEIAABCAAAQhAAAINTAAB3cCLQ2gQ6IAEENAdcFGZEgQgAAEIQAACEIAABCAAAQhAAAIQSCKAgGZvQAACbUkAAd2WtBkLAhCAAAQgAAEIQAACEIAABCAAAQi0MwEEdDsvAMNDoJMRQEB3sgVnuhCAAAQgAAEIQAACEIAABCAAAQhAAAIQgAAE2ooAArqtSDMOBCAAAQhAAAIQgAAEIAABCEAAAhCAAAQgAIFORgAB3ckWnOlCAAIQgAAEIAABCEAAAhCAAAQgAAEIQAACEGgrAgjotiLNOBCAAAQgAAEIQAACEIAABCAAAQhAAAIQgAAEOhkBBHQnW3CmCwEIQAACEIAABCAAAQhAAAIQgAAEIAABCECgrQh0WXHvt1e31WCMAwEIQAACEIAABCAAgU5NoIuZFb771j/KXClPF9+Z3rhLehMzy9SoZejE5ppk10pDzLUvYlSn3VKIs/z8xCj7D0eR+SWFmhVp1nZZN40mkrXP2HbxN2fbR9EgswaSst6umwx9ZWji+qmAUUXzrnoP68aE4DPNKRueil9VFU0+bQ2zTiTfT1mWQV9Zu61gr2flVNxlnd7Xs+711CD9Ju+S6aWT2l3kDbqy98yM7wtZ17LQXcU3xEwz5v+sdBilLer2WqnHnDK+X1Yzz6ru0f+Z2f+HjR+ikbh0tFgq+A+xqvU36/LeRTXvgCqH5jYIQAACEIAABCAAAQh0MgKV/LxSSdsMGCv6uTjr2FnbVfJzcCV9Zpi3a5Kxzy5Zfz7O2k5jZ2rbpcTXZ51acbtgoll9SmK7GMG+2swxSrtK+sy4AGn9uk2coa8MTQr9ZGprVv71E+kkY58x9ip5w2Tts9AuZeNl7U/EM78w0hZQna2RoVHQJDHOyCbLOp+SduonIaaMfba7gE6NM/+6SW2XZWkis830/pa0rRMCytpnIdy6TKz0Q9MsOKJtujZQLJX851d2rvWak15nHUlA12M+mb9JSNmNWf5jTtvQWb9pSOsn+fku70+peQdUPzp3QgACEIAABCAAAQhAoLMQqETKZf45wDcs/wPi6tVmXVN/Psn3lXXssu0iUqemPrPenLCRCreX7ycbo/zPz13LSKswjEyhrzZb3bUOAjoyWKax/Xyi7OLnVxkj32fWQFLeCAqDp8iQTMNVttfLz7tK7iXTTXgtZ5pPvrOMe90ZgNT3g1yfq1evtq7pbx7Z3sUdyAoEdOp7TH4SWecT2y7htZyxz+JmKTdl7DO3PhkaZ2iSE35dzVbX40OuyGwz/b9S7j0m/kOurHszv0Ozb+ayuzTje3q5PjK/Qaa9XOoQS+HXO2qVx5k2WdqE8puggtd+bI/1jCXjG2DizOqxRu4dtg77tx591CuW8luhy+rLEdAZXi00gQAEIAABCEAAAhCAQO0EKvlZsJK2WSKrpL+sGWhlf4YLnqzk56PYOCsJPgZG4faUfrIO49plzH7K1GdXsy6CVOtVZdmTkvUu88N1VXsjE4S8T1pttiqBhUtDziAOUocLNmRq2/yalG0XeTJrnyXLnc9UjT5eSX9Z93rWdVQs9crqdNgzvm5SfUhkAlkZxbYrkwG9+jMzW1XBC7NO7zEVCei09478vsrKqOxsq9zrsWMnbMKK48zwnpC6gnUSihX9qlG5oOoxp0pe5GmxpO2xVMDJv2mQ5dZCm4o3R0Lv9einljVaZbZqRZb/XDLSqcd83Jt9HbLUk0PusvPJW9ZjJ2WEQjMIQAACEIAABCAAAQhAoL4E6vWDRxVRtdnQbTNQ5lGyNtRPWlnbVoG/9JZ6DRYfeEXTqSYUlfhYaw1bq+86tjpJQrct0BbE1cynLmtabSf1C7huTq2iDVTtvKu5L4nVZ/ZJ981tVbc+FUro7DH4kd9f1dXt7E9Xd7EVn+nr7JpmlXW1j23NNnplZI8rO4VqW9Zvj+ciaKS5VcuE+xqdwOrVq6xb13VsjQ1PCiR0o0ddW3zrdutq3fU5u03YkVdZbSy5GwIQgAAEIAABCEAAAhCAQAcj0A4/JmrI7t1szc172erP2mH8DraCDTmdhlzW+KC6rP7M/r3O1mZr9jUzZUI36tWQUBsVFnFBoJ0JrLI1uqxj6/Q721avWt7OsbTN8KpO4z5/7Hb8F3i3ahvmjAIBCEAAAhCAAAQgAAEIQAACCQRcveHu3az7pr2Sy3BADwJtRWD1p/bx2lvZZ2tuZF0qKsPRVgEyDgQg0GwEVq/+zNbsuq6ts/GZnUZA+zVCQDfbbiVe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ICAbshlISgIQAACEIAABCAAAQhAAAIQ6CwEENCdZaWbZJ4I6CZZKMKEQPMQQEA3z1oRKQQgAAEIQAACEIAABCAAAQh0QAII6A64qM08JQR0M68esUOgIQkgoBtyWQgKAhCAAAQgAAEIQAACEIAABDoLAQR0Z1npJpknArpJFoowIdA8BBDQzbNWRAoB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NCpBfQ777yzuiFXhaAgAAEIQAACEIAABCAAAQhAAAIQgAAEIAABCECgqQl0QUA39foRPAQgAAEIQAACEIAABCAAAQhAAAIQgAAEIACBhiWAgG7YpSEwCEAAAhCAAAQgAAEIQAACEIAABCAAAQhAAALNTQAB3dzrR/QQgAAEIAABCEAAAhCAAAQgAAEIQAACEIAABBqWAAK6YZeGwCAAAQhAAAIQgAAEIAABCEAAAhCAAAQgAAEINDcBBHRzrx/RQwACEIAABCAAAQhAAAIQgAAEIAABCEAAAhBoWAII6IZdGgKDAAQgAAEIQAACEIAABCAAAQhAAAIQgAAEINDcBBDQzb1+RA8BCEAAAhCAAAQgAAEIQAACEIAABCAAAQhAoGEJIKAbdmkIDAIQgAAEIAABCEAAAhCAAAQgAAEIQAACEIBAcxNAQDf3+hE9BCAAAQhAAAIQgAAEIAABCEAAAhCAAAQgAIGGJVCzgP5k1Ue2YvU79vGqD221rWrYiRIYBCAAAQhAAAIQgAAEIAABCEAAAhCAAAQgAAEIpBPoYl2te9d1bZ0un7O1uq6dfkOZFjUJaMnndz971e6dO9cu/O1UW75yRU3BcDMEIAABCEAAAhCAAAQgAAEIQAACEIAABCAAAQi0L4H11+5pZ3/9P+2gnXe2PmtsXpOErlpAr1692patWmx3/O0x+8GMn7cvEUaHAAQgAAEIQAACEIAABCAAAQhAAAIQgAAEIACBuhK4aORJdviuw6x3102tS5cuVfVdtYBetWqVvfnZS7bXhaeQ+VwVem6CAAQgAAEIQAACEIAABCAAAQhAAAIQgAAEINC4BJQJ/ecfXmEbrbGVde3atapAqxbQn332mb256h82ZOLxVQ3MTRCAAAQgAAEIQAACEIAABCAAAQhAAAIQgAAEINDYBOZNvtY26rq1rbHGGlUFioCuChs3QQACEIAABCAAAQhAAAIQgAAEIAABCEAAAhDo+AQQ0B1/jZkhBCAAAQhAAAIQgAAEIAABCEAAAhCAAAQgAIF2IYCAbhfsDAoBCEAAAhCAAAQgAAEIQAACEIAABCAAAQhAoOMTQEB3/DVmhhCAAAQgAAEIQAACEIAABCAAAQhAAAIQgAAE2oUAArpdsDMoBCAAAQhAAAIQgAAEIAABCEAAAhCAAAQgAIGOTwAB3fHXmBlCAAIQgAAEIAABCEAAAhCAAAQgAAEIQAACEGgXAh1YQG9qpx19vK284Tz773ZBy6AQgAAEIAABCEAAAhCAAAQgAAEIQAACEIAABDo3gQ4qoDe1006/zS7d/Dk787QJdnnnXmNmDwEIQAACEIAABCAAAQhAAAIQgAAEIAABCECgXQh0QAGdl8/b9DJb8VcEdLtsKwaFAAQgAAEIQAACEIAABCAAAQhAAAIQgAAEIGDWwQR0IJ+1ugho9jgEIAABCEAAAhCAAAQgAAEIQAACEIAABCAAgXYj0IEEdEQ+I6DbbVMxMAQgAAEIQAACEIAABCAAAQhAAAIQgAAEIAABEeggAjpGPgfru/Ljj83+/ZYtXPJP+9PTN9hlD/zVFrL+EIAABCAAAQhAAAIQgAAEIAABCEAAAhCAAAQg0KoEOoCALi+f4+itfPuv9t+3TLAz57UqWzqHAAQgAAEIQAACEIAABCAAAQhAAAIQgAAEINCpCTS5gK5cPhdW+9+L7c7bjrUjH1rcqTcAk4cABCAAAQhAAAIQgAAEIAABCEAAAhCAAAQg0FoEmlxAm9mQH9szxx9u265ZBaKPn7aLLhhjk5ZWce9Xr7M3R+1pvYNbX3hsR9vxhqx9/die+Z/DbdsMByWedvpjdunmz9mZp02wy92429tTtw2zr/0hN9ZpR//Y7Ibz7PKsQ9MOAhCAAAQgAAEIQAACEIAABCAAAQhAAAIQgEAbEGh+AS1INUjoJX8/zza/6o6KUF/742fsmH4f2J8CCWx5IW0vTrGNLku30EVSOWX0cm0r6aeiSdIYAhCAAAQgAAEIQAACEIAABCAAAQhAAAIQgECNBDqGgE6S0Cuetst//VtbudXONnCdDWyXz29v2/bpVYwsQwZy0Q1H32X/HrZRsXwsDqWlAAAgAElEQVT2Dco9V8NCIaBrgMetEIAABCAAAQhAAAIQgAAEIAABCEAAAhCAQLsR6DgCOk5Cx8jlgbufYdeO/JZ9uU/3PPTF9n8TD7BxGctwuOxnu8PWPO+81EVT28Pe+6st2WZP29bMCiU6nKj+fOH+ZZGsaSect/Gi/J/2pxc3si/HlOCYOSRsF2RkV9S/WXT81InRAAIQgAAEIAABCEAAAhCAAAQgAAEIQAACEIBABgIdS0BHJXRSdnPfb9vdp//QDuyjGyKlNMpCO9oeuPwM2+XVbGU24kp15OTymzbt/x1qx7uxcrWg+3kJHc2i9jLZzyVSAzqaHZ3r31oytKOlQVx/1jJ+TE3pDPuGJhCAAAQgAAEIQAACEIAABCAAAQhAAAIQgAAEUgl0PAEdSuh//zV3cF8chmG/sFeP3tv62WK784oD7MjnU1mZWU5A95+b7bBBJ6DXC2NIuL8ghe+wgTGCu6ifsgI6XpCHktpKBHiWedMGAhCAAAQgAAEIQAACEIAABCAAAQhAAAIQgEDlBDqmgPYSevSmNvXsBAGdl8lf7vG8Xf5fR9qZmdhVkQFdVK4jl+2schyl1z9t2v+ba3v9z+FmjxUL7qIs57ICOtd/9P7cAYkb2Z0u67o4BspvZFp4GkEAAhCAAAQgAAEIQAACEIAABCAAAQhAAAJVEOi4Alow+m5qA5cutoWxYHIy+cvv32Fbn3deQpvSG8vXgC7OcC5pmy+HsSQimFtGiRfINQvoaNmN/IBhrWlEdBWvHm6BAAQgAAEIQAACEIAABCAAAQhAAAIQgAAEyhLo2AK67NRzsrjPXw+w3W9ZnH2blKuZHKnfXCqrI/WeS0aNz7CuZwmOuHIk0TrS2WHQEgIQgAAEIAABCEAAAhCAAAQgAAEIQAACEIBAMoHOK6D7XmL/+MEG9oukGtFldk3c4YK5Mhd7mvnDBM0sLlu65JBA387Xiq7wEEKLZDenHUJYeghiZWVFeDFBAAIQgAAEIAABCEAAAhCAAAQgAAEIQAACEMhKoNMK6IFH32q3rTjNdr+tguznkKoTv58v4vxCpLRGUrmOsPSF62BF5LDEor7/aX96cSP78ubP5Q5ULMnAbqnpXBg/Elu0vEZOoAehL7nD1jzvvKx7hnYQgAAEIAABCEAAAhCAAAQgAAEIQAACEIAABDIR6KQCek/7wSHb2v/dfUPm2s+ZaNIIAhCAAAQgAAEIQAACEIAABCAAAQhAAAIQgAAECgQ6p4AuezghuwMCEIAABCAAAQhAAAIQgAAEIAABCEAAAhCAAATqQaBzCuh6kKMPCEAAAhCAAAQgAAEIQAACEIAABCAAAQhAAAIQKEsAAc0GgQAEIAABCEAAAhCAAAQgAAEIQAACEIAABCAAgVYhgIBuFax0CgEIQAACEIAABCAAAQhAAAIQgAAEIAABCEAAAgho9gAEIAABCEAAAhCAAAQgAAEIQAACEIAABCAAAQi0CgEEdKtgpVMIQAACEIAABCAAAQhAAAIQgAAEIAABCEAAAhBAQLMHIAABCEAAAhCAAAQgAAEIQAACEIAABCAAAQhAoFUIIKBbBSudQgACEIAABCAAAQhAAAIQgAAEIAABCEAAAhCAAAKaPQABCEAAAhCAAAQgAAEIQAACEIAABCAAAQhAAAKtQgAB3SpY6RQCEIAABCAAAQhAAAIQgAAEIAABCEAAAhCAAAQQ0OwBCEAAAhCAAAQgAAEIQAACEIAABCAAAQhAAAIQaBUCCOhWwUqnEIAABCAAAQhAAAIQgAAEIAABCEAAAhCAAAQg0O4CmiWAAAQgAAEIQAACEIAABCAAAQhAAAIQgAAEIACBjktgo65b2xprrFHVBLu88847q6u587PPPrM3V/3Dtuu7VzW3cw8EIAABCEAAAhCAAAQgAAEIQAACEIAABCAAAQg0OIHnl/7FENANvkiEBwEIQAACEIAABCAAAQhAAAIQgAAEIAABCECgGQkgoJtx1YgZAhCAAAQgAAEIQAACEIAABCAAAQhAAAIQgEATEEBAN8EiESIEIAABCEAAAhCAAAQgAAEIQAACEIAABCAAgWYkgIBuxlUjZghAAAIQgAAEIAABCEAAAhCAAAQgAAEIQAACTUAAAd0Ei0SIEIAABCAAAQhAAAIQgAAEIAABCEAAAhCAAASakQACuhlXjZghAAEIQAACEIAABCAAAQhAAAIQgAAEIAABCDQBAQR0EywSIUIAAhCAAAQgAAEIQAACEIAABCAAAQhAAAIQaEYCCOhmXDVihgAEIAABCEAAAhCAAAQgAAEIQAACEIAABCDQBAQQ0E2wSIQIAQhAAAIQgAAEIAABCEAAAhCAAAQgAAEIQKAZCSCgm3HViBkCEIAABCAAAQhAAAIQgAAEIAABCEAAAhCAQBMQQEA3wSIRIgQgAAEIQAACEIAABCAAAQhAAAIQgAAEIACBZiSAgG7GVSNmCEAAAhCAAAQgAAEIQAACEIAABCAAAQhAAAJNQAAB3QSLRIgQgAAEIAABCEAAAhCAAAQgAAEIQAACEIAABJqRAAK6GVeNmCEAAQhAAAIQgAAEIAABCEAAAhCAAAQgAAEINAEBBHQTLBIhQgACEIAABCAAAQhAAAIQgAAEIAABCEAAAhBoRgII6GZcNWKGAAQgAAEIQAACEIAABCAAAQhAAAIQgAAEINAEBBDQTbBIhAgBCEAAAhCAAAQgAAEIQAACEIAABCAAAQhAoBkJIKCbcdWIGQIQgAAEIAABCEAAAhCAAAQgAAEIQAACEIBAExBAQDfBIhEiBCAAAQhAAAIQgAAEIAABCEAAAhCAAAQgAIFmJICAbsZVI2YIQAACEIAABCAAAQhAAAIQgAAEIAABCEAAAk1AAAHdBItEiBCAAAQgAAEIQAACEIAABCAAAQhAAAIQgAAEmpEAAroZV42YIQABCEAAAhCAAAQgAAEIQAACEIAABCAAAQg0AQEEdBMsEiFCAAIQgAAEIAABCEAAAhCAAAQgAAEIQAACEGhGAgjoZlw1YoYABCAAAQhAAAIQgAAEIAABCEAAAhCAAAQg0AQEENBNsEiECAEIQAACEIAABCAAAQhAAAIQgAAEIAABCECgGQkgoJtx1YgZAhCAAAQgAAEIQAACEIAABCAAAQhAAAIQgEATEEBAN8EiESIEIAABCEAAAhCAAAQgAAEIQAACEIAABCAAgWYk0OQCep5dMXS8TY8lP8amzvmeDWmEVZl7hQ19eITNOaUhomkEIsQAAQg0PYEy77/DJtr9PzvUNqhpjr7/+r2Xz/vZUBt/o9mY6+bY93bOENzSu+zUr0+2RzPO5+27T7X9z3/Uhk+63648pLbZZ4iOJhCAQKcl0Lzvv6VLNtwm/u5KO7Rv/d/zO+32YOIQgAAEIAABCECgAQl0YAFtZhmlQauui+TzhOlm46YioFsVNJ1DAAJtS6D5BEjb8mE0CEAAAq1FoPnef/0HgMkCurVY0S8EIAABCEAAAhCAQCMQ6CACOpoh97bddcr+Nvkxn1Uh1JFv1ouEcEvWxcRJC2zy+Y/m1iYqjX02nF+5hD7GjJtu0280swP2N7vv/mCdfZzlYjGrOEuvEXYSMUAAAp2MQLZsNZ8VnIMTvifnHkl+Puj/d4PsemUix7wvF99f/oPH6Htr4d+TJtqC8/P9W/D/SWwGdPL7d2wGtP8QMr87otnRvN93spcN04VAXQg0//tvKYbInIL334lbTbbJ+r5a/4uEv2FCkkdddhOdQAACEIAABCAAgbYg0EkEdHymSMs3scmZJIU2UfnsV6eQZV3ax5izxtj0S8ICIRIbI2xWTNmQ8BtqhERbbH3GgAAEaiOQLkBK5LAbsEXwxj8f/XXs0igLJTQicte3TCqBkSSgS0bwHy6WCOiE/yvy7UsEdEJ84YebvN/Xtgu5GwKdk0Dzv/9mFtAlDYMPMhHQnXP7M2sIQAACEIAABJqSQAcR0AnsvUTIf4PaIiV8hnRpRnKJ2MgL5sX52qGlffh6oi1ioqi+aPSb49RYmnIfETQEINDpCCR/cJd7D4y+z5pZ0fvf4nwN/xaZUCxw/fMtNZtTayynyIhEAR35v6JQvikioC1f47lFIBdLoE2LakBb/jdxwprTvn1pJnin2z5MGAIQqIFA877/Jn7gV/hNxfz35oXED/9+6f9PqaCOfw2EuRUCEIAABCAAAQhAoL4EOqyADiVwfJadQEYy7YpqRofyxGctR0p9xMqU+DZeWKTHUt8FpjcIQAACrUMgTYCUqVEq4futBSkH/MVk+JV8gJefWdnySC2zTyzBUTiUMD+m/78gIqD9B5FJhxgWCfIv/jl2fr5N5oMQW2fx6BUCEGhqAs37/luxgA6+N+f9s6k3LcFDAAIQgAAEINDJCXQQAR1TWzmoz5wsfaPZy6E8DgX0WFvgakq3poAmo6OTvxaZPgSajEDar4CnHJJ1rtn5quuceFhsBgGd8BsmSYe+tqmAPiSfwR2ZHwKlybY54UKgIQk0//tvKdbkGtD3/+xQ2yA4M4AP8BpyUxIUBCAAAQhAAAIQKEuggwloMwsy4aLlNJLqgoYHFNZegqN8BnTxr6Dr22kuCEAAAs1IIE2AxJTgKJpmTNmiIqFs+RIdwXtqJAM6KpQLHzZGD5DNj1urgC6U4ChI5eIDb7/0+Km2//mP5g/JogRHM+5qYoZAcxBo/vdfBHRz7DSihAAEIAABCEAAAvUi0PEEdJAh0XLYVUImXpkDBD3gyg8hTBDQrkOV/DjWFnx9vIVHE7qngiw5DqWq1/amHwhAoPUIpAkQs6TfPvEf9GU7hDBdQJfMsZUE9AaFGqWRETmEsPW2GT1DAAIxBJr//bcuAppDCHl1QAACEIAABCAAgaYh0CEFtFnLQSWlh0X5tQlFccs38hMnLbDJ5z+aaxSVGGXrjCb9MBDEEq05XdgmxdIaAd00rx8ChUAnJpAuQAQnKpmjv4kSfb7lV6szlOAoEsL6gG+S2QUx5ZLyq1RrBnTud1YiH2jG1CctmqMXJPkYovPn/b4Tv4SYOgSqJtD8778I6KoXnxshAAEIQAACEIBAUxJocgFdL+bZvpGv12j0AwEIQAACEIAABCAAAQhAAAIQgAAEIAABCECgMxBAQLtVRkB3hs3OHCEAAQhAAAIQgAAEIAABCEAAAhCAAAQgAIG2JYCARkC37Y5jNAhAAAIQgAAEIAABCEAAAhCAAAQgAAEIQKDTEEBAd5qlZqIQgAAEIAABCEAAAhCAAAQgAAEIQAACEIAABNqWAAK6bXkzGgQgAAEIQAACEIAABCAAAQhAAAIQgAAEIACBTkMAAd1plpqJQgACEIAABCAAAQhAAAIQgAAEIAABCEAAAhBoWwII6LblzWgQgAAEIAABCEAAAhCAAAQgAAEIQAACEIAABDoNAQR0p1lqJgoBCEAAAhCAAAQgAAEIQAACEIBAtQReWvaSTfv7NHvu7efs01WfVtsN99WRQLeu3Wz7Dba3Y75wjG3Ve6s69kxXEIBAPQkgoOtJk74gAAEIQAACEIAABCAAAQhAAAIQ6HAEJJ+//9D3bc1ua9pa3dayLtalw82xGSe02lbbJ59+Yv/+9N/2031/ioRuxkUk5k5BAAHdKZaZSUIAAhCAAAQgAAEIQAACEIAABCBQLYFz/nyO/eO9f1j3bt2r7YL7WpHAx59+bFuvv7Vd+KULW3EUuoYABKol0PQCesWKFfb666/b+++/b6tWraqWA/dBoF0JdO3a1f5/9t4+9pOjvvP8DAZMCPicAMYO5pLhIQSIl8WsFc+sETrnDAerCHkGc2HmVgpxlGjlJCKWlxXy4NWaGaHNWgYRrFNO60ukvRmymLGFooUjvniFwnqcIzhLHEK8QCYrG4wNOByQBwPmd+rnqurqrurqrm93db/mL/v3rcfXu6q6+t3Vnz7vvPPkoosukmc+85mztoXKIeBLgPXXlxTp1kaANXttiqbXH9bf9DSjxdMQYP2dhiOlhBG4+qNXyw8/44c5+RyGL3qu7CT03/7D38pdb74rel1UAAEIDCeQtAGdbb4ffPBBef7zn5+bdtmGhH8QSJFA9vAkG8+PPvqovOxlL8OETlHEjbWZ9XdjgtNdjQBrNgNiTgKsv3PSp+65CbD+zq3Atuv/ubt+Ts5/5vnbhrDw3n/z774pv3/17y+8lTQPAtskkLQB/aUvfUl+6Id+SH7kR35EzjnnHNm3jxhM2xzG6fd6b29PnnzySfmbv/kb+fu//3t58YtfnH6n6MGqCbD+rlpeOucgwJrNEJmTAOvvnPSpe24CrL9zK7Dt+jGgl68/BvTyNaKF2yWQtAH9p3/6p/lp0XPPPbc+/YwJvd3BnGrPs4109i870fHEE0/kp/pf/epXp9od2r0RAqy/GxGabrYIsGYzKOYmwPo7twLUPxcB1t+5yFNvRQADevljAQN6+RrRwu0SSNqA/sxnPiOXXHKJPO1pT+P083bH8Gp6nm2qv/e978kDDzwgr3nNa1bTLzqyTgKsv+vUlV75E2DN9mdFymkJsP5Oy5PS0iPA+pueZmtpMQb08pXEgF6+RrRwuwSSN6Bf9apXyVOf+tTtKkjPV0UgM6D/7M/+DAN6VaquszOZAcL6u05t6ZU/AdZsf1aknI4A6+90LCkpXQKsv+lql3LLMaCXrx4G9PI1ooXbJYABvV3t6fkCCXz/+9+Xz372sxjQC9SGJukEMEAYERAQYc1mFMxBgPV3DurUuTQCrL9LU2Qb7cGAXr7OGNDL14gWbpcABvR2tafnCyTAZnqBotAkKwEMEAYGBDCgGQPzEGD9nYc7tS6LAHvmZemxldZgQC9faQzo5WtEC7dLAAN6u9rT8wUSYDO9QFFoEgY0YwACHQRYsxkacxDAgJ6DOnUujQDr79IU2UZ7MKCXrzMG9PI1ooXbJYABvV3t6fkCCbCZXqAoNAkDmjEAAQxoxsCCCGBAL0gMmjIbAfbMs6HfdMVhBvSb5F0/+zZ5heWzVX/3+IfkVz79semZ/vi75Ld/6ifkr//yV+S9/3364qsS33TZb8vbzvtr+dAfvldE+e8IPfLuBAa0NyoSQmDnBDCgd46cCiHQTYDNNKMjFQIYIKkoRTtjEmDNjkmXsrsIsP4yNiBACCTGwDwExhjQ5z/6z+Vf/bna7l+Sf/uG18n5sUzoHSBSDeg5TWe1qxjQOxCeKiAQSAADOhBcetn+XG5/683yidffJB/+pZ9Or/kbaTFmxkaEXkE3MUBWICJdGE2ANXs0QgoIIMD6GwCNLKsjwPq7OkmT6NC0BrRIbuCe+2n555/69/JLV/wHeekTfyHn/+gr5Jnyd/IX+ell4/T09/8iP238MSn+/hPf0k9QZ2Vc9sSH5Fcee5V2Ajqv50efWTKuys7+tzDB5cuNOd4ylX/638p/eMGPKfp8RT75iX8l/17K9ltOQOenoev6mqxfqepxlPlm+Wv55o++QrJa6zyeIwQD2hMUySAwAwEMaHlMPnHjr8rtX2jTf8OxD8u1/8hXlaKch/9XvzyPffyY/OqnXisfPPEGueBrn5Bj1/2RvPa24/KG5/nWNzDdn90ub/1/f2ac+byLdg7s1tqSs5lem6Lr7U+4AVI+DKvQtB6K6b//5Ns/KMffeEEbZLam/ceLizU0/9UoV8nRWYYln5k2X6t/57+Vpf2kXOtcp4f1b9h1Zr3jKdWesWanqlza7d7m+vsGuenD10r/EQrH+pvvY2+XakVn/U17HrD+pq1fqq2PbUC/7ocbc1csJnNmML9OPpkb1u3Tx5mZfJl8MzOuRQnB8ezMQJbaNJbc/K3+32FA52nPL83wxrD+sb9tt6EvBEfe7nNL89ynzB8Vpc5howUDehgvUkNglwQwoEsDumUcl5vU/d4m9LIN6Me+9phc8DyLibPL0UZdTgJspp2ISLAQAmEGSGEOnK1N5WLd/KMrKpPZ/P8ivZjrcGY+H/+EyEuvVQzoNpjCPN7fY1o46svrOduYzvn/S095rv4Zv/NQbyGjObwZrNnh7MgZTmAL62+xfkuz/ubr5cPy850mtGP9Lff1Ylx/fA+OhKtFzlgEWH9jkaXcPgKTGtB5nOZXyDfLU8GquZy3ITNqn//N8sRz1aoOkzmL86ymV2NAmwa01kGPE9AGkC4TvNOA1gxvO91+Y33YmMSAHsaL1BDYJQEM6C4DOlOhZTYYp6Vr80P/e32CrjJJakWb0xv9J6BdJ+iaIZKX8+XXyrVnb69Pcfef4FNPkGT1/J5cfOy18kfHyxMheZ9eIL+fhevIq1FO/KlmiRQ3Aq99+1m5vTodaJhBf/7v3yo3/4EynDca/uPEiRPy2c9+VpvXr3rVq+TGG29szXU207tc/qhrDIEgA8Rm4KonmS2/F2vcz5dvb1Rr40/KG14v8omz5Vskto74PER01Ket03kd5ZrZdQp6cP9MA3yMIuSdgwBr9hzUqXP96+8FxsPJQvNsX/l7L+h5K8Z8QKhcX0R987AaQq03aRhbKRFg/U1JrfW0dYwB7foIoWlA62EzVIZ6eI4qDEcdfiP7qKH2EUI9jIce0sLTgC7N8iqIh/iegDZMdm0keJQZElcaA3o9842erI8ABnSfAa2ZDW2jIDdYpYqpbJyANk/OVa+HlyZstwFtnvjrNyiq18Pr1wiNes0TgPr/l2ZObRw35k71mrnWx5YBfbv8t9pU1k+e5PnOKqcTSzN+i687ZuZzZkKr/zLzOTOhzX9spte3yK61R0EGiAWGuhZ2GgS1qfDn8omPXyBveOMF0jaH9cL19dmugrUM1UQefAK6XU9vOzkBnfz0YM1OXsIkO7D+9ffn5MuWsHY+67oqaOv6Uj/MLFM532pJcnhsptGsv5uRelEdHWNAtz9CqHfNakCX8ZW7jNgmDMfX5HVV+I3sNLRmQDf15HX8cPb/lYntMKAVk7gyrv1PQHd8ZHFAmRjQixr+NAYCowlgQPca0IqpLGa80Yy9ehrOHYJD3Th3GdCv/hP1tF+pb89rh/YTetUr67bX11VD+7HW6+2tzb16OqRlQOtxq/tvDDpepR89hNMoQD0F3XX6OesJm+k09KSVItMYIPq6oJ927l//pjB2vepTY4Y6Qn60x0XXute85dIfn5qRtnQCrNlLV2id7dvC+nuBGUKpWou936Yz1t/WWzHV24s+saXXOY5S7xXrb+oKptn+XRrQeqzmDl6V0fz4N+UV5ynhOjoM6KIU9QOGP9b7EcI8rEb5kcSqBb4GtBb3WWm++uFFV5kY0GnOE1oNgS4CGNCeBvTPfVn9EJWKswpR0WFAGx88EccJ6Bd81AhbUVdl3yD3GtAX2T9u2LzCaDegtdcbRxrQ+ge8RLZ4AjqTUD0F3XX6GQOahTolAuMNkNKEVcwEL0O4hNRnQLtOR1ecXfW1DJDWmy19irX7Z0s99ERfSmNkC23FANmCysvr4xbW3+xjg1oot5deKzdd8Udys3mK2SpPx/qrhcb7Sbk2D0HXF1d6edrTooYA6y+jYQ4COzWgS6P4FU8UH/zL/7XiKSvhNcqwGHm6vhjQtvAcdR3FqeUf+37xwUAzrnMdFsQRgiPP96PfbD58aBrQysnuvjIxoOcY5dQJgXgEMKA9Q3DkJ5M/1RNv1CxHMZ4r09XnBHRuQNdhPdzCL9WAboznyjjf9gnoTMkqDIct9nOlNJtp95gnxTIIjDNA7OaAMySG0vVuk7kjbJHlYeAHX/B77XW9fiW7eAW8+UBiUXmzjkv+BkkRK1+MDyL6mc95Pl4BX8aADmwFa3YgOLKNIrD+9fdayQxo8595gGKS9fc/Xtz7MdtRQpE5KgHW36h4KbyDwG4N6KwRpSFct+crLVO3MnC12M7GCegm9EZRUDvtK6SI7/wV+eSXRV5Xf/xQjx+dxX7+0BOX1ebyVzKjuTSTG7P6s/Kqn32bdMe8FnmX+ntPmRjQTEUIrIsABrTvRwidJoF+Atp2ss7HgHYb3foAjBGCY/wJ6OLjMfqXxTGgqw8R2mI/V6qymV7XArvm3gQbIKURLG+3fEjK+RHChminAT0krnJvfd0fwep9SNjTvyEG+5rHzpr6xpq9JjXT6cv611+r/dwKG9dSrO/60mFoDzn0kc4I2UZLWX+3ofPSehlmQC+tF+tuDx8hXLe+9C5tAhjQXQZ0V6y4/dVHB82TaxYDWjkxXZ8I9vwI4VnFnBn2qrklpurv7JebPlycJrF9hFCOfViu/UfFQG59YTwoBIdp3FRx9rYbgsN3mWAz7UuKdHMTCDNA9I+Vtvtgnl7ufnDVuS46HxaqtfbXZ37EtTitfFaqj7S22+/qn9kfV/q5VaZ+FwHWbBchfo9BYDPrr7KPbn3cugXWsZ6aDyed63kM5ShzSgKsv1PSpCxfAhjQvqTmS4cBPR97aoaAiwAGdGlA3/4FE1UV21n9e/PhqOKvelxm3WQuTNi63NffJPnr3qUZnMcWrTbW5qbYfFW858NX/Segi1bqcZjVNrfNnWkM6J8WMfrwhmMflIv/46/K7aqB7xqdG/ydzfQGRU+0yyEGiBkTvul6e12qXq3u+khflwHtG/+5qVtf1836hsSx9+qfsTbyEcJEJ0DZbNbstPVLtfVbWX+1GNDGntvUzmv91WJAcygi1fFftZv1N3UF02w/BvTydcOAXr5GtHC7BDCgt6s9PV8gATbTCxSFJlkJhBggoITA2giwZq9N0TT6w/qbhk60Mi4B1t+4fCndTgADevkjAwN6+RrRwu0SwIDervb0fIEE2EwvUBSahAHNGIBABwHWbIbGHAQwoOegTp1LI8D6uzRFttEeDOjl64wBvXyNaOF2CWBAb1d7er5AAmymFygKTcKAZgxAAAOaMbAgAhjQCxKDpsxGgD3zbOg3XTEG9PLlx4Bevka0cLsEMKC3qz09XyABNtMLFIUmYUAzBiCAAc0YWBABDK9PDv4AACAASURBVOgFiUFTZiPAnnk29JuuGAN6+fJjQC9fI1q4XQIY0NvVnp4vkACb6QWKQpMwoBkDEMCAZgwsiAAG9ILEoCmzEWDPPBv6TVeMAb18+TGgl68RLdwuAQzo7WpPzxdIgM30AkWhSRjQjAEIYEAzBhZEAAN6QWLQlNkIsGeeDf2mK776o1fLDz/jh2Wf7Ns0h6V2fk/25G//4W/lrjfftdQm0i4IbJoABvSm5afzSyPAZnppitCeLgIYIIwNCIiwZjMK5iDA+jsHdepcGgHW36Upso323PipG+UL/98X5NynnruNDifWyye+/4S89H94qZy44kRiLae5ENgGAQzobehMLxMhwGY6EaFopmCAMAgggAHNGJiHAOvvPNypdVkE2DMvS4+ttOaL3/yi/MtP/kt52lOfJk9/6tM5Cb0Q4bOTz9/9/nfle9//nvy71/07ecn5L1lIy2gGBCCgEkjagP7TP/1TeeUrXylPf/rTURUCqyDw3e9+Vz73uc/Jq1/96lX0h06slwDr73q1pWf+BFiz/VmRcjoCrL/TsaSkdAmw/qarXeotz0zo3/nz35G/+MZfyPd/8P3Uu7OK9j/1KU+VVzznFfL2n3475vMqFKUTayWQtAH9pS99SZ71rGfJBRdcIPv2EYdprYN0K/3a29uTxx57TL7zne/Ii1/84q10m34mSoD1N1HhaPZkBFizJ0NJQQMJsP4OBEby1RFg/V2dpHQIAhCAAAQ2QCBpA/rv/u7v5MEHH5QXvOAF8pznPEee8pSnYERvYNCurYvZJvoHP/iBfOMb35Avf/nL8rKXvUye+cxnrq2b9GdlBFh/VyYo3fEmwJrtjYqEkQiw/kYCS7GLJ8D6u3iJaCAEIAABCECgk0DSBnTWq2wT/sgjj8i3vvWt3MTjHwRSJJA9PDnvvPPkoosuwnxOUcCNtpn1d6PC0+38gTdrNgNhTgKsv3PSp+45CbD+zkmfuiEAAQhAAALhBJI3oMO7Tk4IQA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SRvQn/nMZzYsHV2HAAQgAAEIQAACEIAABCAAAQhAAAIQgAAEIBCfwGte85rgSjCgg9GREQIQgAAEIAABCEAAAhCAAAQgAAEIQAACEIDA+gls1oBev7T0EAIQgAAEIAABCEAAAhCAAAQgAAEIQAACEIBAugSSPgGdLnZaDgEIQAACEIAABCAAAQhAAAIQgAAEIAABCEBg/QQwoNevMT2EAAQgAAEIQAACEIAABCAAAQhAAAIQgAAEIDALAQzoWbBTKQQgAAEIQAACEIAABCAAAQhAAAIQgAAEIACB9RPAgF6/xvQQAhCAAAQgAAEIQAACEIAABCAAAQhAAAIQgMAsBDCgZ8FOpRCAAAQgAAEIQAACEIAABCAAAQhAAAIQgAAE1k8AA3r9GtNDCEAAAhCAAAQgAAEIQAACEIAABCAAAQhAAAKzEMCAngU7lUIAAhCAAAQgAAEIQAACEIAABCAAAQhAAAIQWD8BDOj1a0wPIQABCEAAAhCAAAQgAAEIQAACEIAABCAAAQjMQgADehbsVAoBCEAAAhCAAAQgAAEIQAACEIAABCAAAQhAYP0EMKDXrzE9hAAEIAABCEAAAhCAAAQgAAEIQAACEIAABCAwCwEM6FmwUykEIAABCEAAAhCAAAQgAAEIQAACEIAABCAAgfUTwIBev8b0EAIQgAAEIAABCEAAAhCAAAQgAAEIQAACEIDALAQwoGfBTqUQgAAEIAABCEAAAhCAAAQgAAEIQAACEIAABNZPAAN6/RrTQwhAAAIQgAAEIAABCEAAAhCAAAQgAAEIQAACsxDAgJ4FO5VCAAIQgAAEIAABCEAAAhCAAAQgAAEIDCHwr0/dJx/7k7+W737/ySHZNp326U89R970T35C/s2Ry60cYLr+4eEaA7sggAG9C8rUAQEIQAACEIAABCAAAQhAAAIQgAAEIBBMIDNK737gq/LdfU8X2feU4HI2l3HvB/L0ve/KVZdc2DKhYbqR0dAzBnZFAAN6V6SpBwIQgAAEIAABCEAAAhCAAAQgAAEIQCCIwGXX/57sPeM8zOcQens/kH3/8C359K0/r+WGaQjMRPN0jIFd9QYDelekqQcCEIAABCAAAQhAAAIQgAAEIAABCEAgiMCrfv2kPO3ZzwnKSyaR7337G/LZDxzVUMB0WyPDNgZ2RQADelekqQcCEIAABCAAAQhAAAIQgAAEIAABCEAgiABmaRC2OhMG9Dh+a8iNAb0GFekDBCAAAQhAAAIQgAAEIAABCEAAAhCAQBQCGNDjsGJAj+O3htwY0GtQkT5AAAIQgAAEIAABCEAAAhCAAAQgAAEIRCGAAT0OKwb0OH5ryI0BvQYV6QMEIAABCEAAAhCAAAQgAAEIQAACEIBAFAIY0OOwYkCP47eG3BjQa1CRPkAAAhCAAAQgAAEIQAACEIAABCAAAQhEIRBqQP9v1/6svONFT9Pa9O2/+kv5n27/6yjtXGqhUxrQKtMtslyqxq52YUC7CPE7BCAAAQhAAAIQgAAEIAABCEAAAhCAwGYJhBnQPyH/+7t/Si57hoHtH74h73/Pp+X/2hBNDOgNid3RVQxoxgAEIAABCEAAAhCAAAQgAAEIQAACEIAABDoIhBnQPy13nLhY9rfK/J58+mN/KP/iv9gry0/4PvtR+Sfv//Moerz7Hf+LXPntAaew/+ll8p/fdK7cc+On5D2BLZrXgA7TIbCrrWyDeY+pONfqOfLsVhnfkY+O0K/dpOLhynM/93/LNXf6NRgD2o8TqSAAAQhAAAIQgAAEIAABCEAAAhCAAAQ2SCDIgD50hfzJa55lpXX2M93GXWwDeg75lmBASw/zmEx2b0CfJ3/Z84Bjmr5iQHtxfPLJJ+VrP/iCvPyCA17pSQQBCEAAAhCAAAQgAAEIQAACEIAABCCwTQL+BnR12jY75fwlkSs7QnDcI3JtflK1fTJVM6AzE/uVT8inv/0cuex5GfvvyEc/9oRcWZ5yrWMg29KVJ15zA/TZ35NnP+NpkqW/59k/VZyA/svn5Seb//KvzpXL8jjVWZsflee+qTy1/bWHi1PY6gnovJ5z5dvPeJo8e0AokdEGdI+ZX4zIvlPlhSZdBrRuECvG6qPFyW+dT3NyPcv35lwTybkWcb2L/D8lBe/Hv/09+dFnFzHAqzR6XPCq3Xo+2wMKez5jPuZadRnQpmmccXm+fL0yq9XT06q2Kvv67xjQXishBrQXJhJBAAIQgAAEIAABCEAAAhCAAAQgAIHNExhuQItIZeBa6DXmpYcB/ZpnSWFIVjGlyzy5MShFaIXSJKxMzrx8KQzk/L+f3cSdrg3X3IB+jkhpnhZtKg1RUYzM/L/LEBx5Pef2hhCxDZbRBnRWaGd4if6QJiL9BnRhGr9Y5J4/lH/x/CvkP//Iw4WZXNVX6pgbwD/2rTx+t+Qfl3yiYF+m+7qq0bdL814k51+HPFE1K38rdPpOES9cyadx7MxnhGnpNaCzEjMW58uf3fgpOXvtz8qb/+YPyxAauhmtj5HK0C7HX97Gor2E4HAsjRjQm792AAACEIAABCAAAQhAAAIQgAAEIAABCHgRCDKgvUr2MaBLk9k0M82TyZUZXZu1hWksihmd/WQ3F0X00B+KIdkyoJv2eHUxO5/87W/IZz9wVEvuz1TJ1joJ7TKfK9PVEotbPeWbsbzyPJFnPNHEum6ZuQ2Tr1ymx9FuDP/CmP2przQxtvtCcDTM2/n62HaGaeky6dWHIdUpdvmW3F59DLM8QW9+HFM13fOPZtbpvib/FAPaPfwxoN2MSAEBCEAAAhCAAAQgAAEIQAACEIAABCAg4m+Wdn3wrouihwH9yifyU7eZAaiZma3QGE06NWxGZkCrHx3UDejm44LeBrTSHt+xMZkBXZmgZWztvljaTdtcJ6CLlC2juPXxxcqALkKrqCazaSSrJ4NtIT4ue4ZCLjeHXSeKq9PvZr6hJ6Cz/O3wGS2juaxGD/tR1Z2N2YflxzCg3cMfA9rNiBQQgAAEIAABCEAAAhCAAAQgAAEIQAACiRjQ6gloJWTD6gxoKU5rN+EjXCPUw4DOeP2PT8inn31eEYrjv1QhP5R4ysqJaNcJ6C4D2jR6+4xrtVfd+YYb0FlZ18q35OsvOjcPxfGeytS3PFjo/iAmMaBdoy7/HQPaCxOJIAABCEAAAhCAAAQgAAEIQAACEIDA5gkMPwHdPtmsQ6xOSk94ArqOFV2c5lVjQKd8Atp+Ctc+JJuPAaq/uwzoJi5yHs/5SilCU5ThLKoY2UNiQPsZ0OUY8DgBrRvQar6BBrTav9x0/6byocnGbK/Hz6d/SPuoYRNPnBAcXosiBrQXJhJBAAIQgAAEIAABCEAAAhCAAAQgAIHNEwgzoIswBVq4hYxkHnv47+XNJ7K4xBMa0K8UOSvPkv1ZeAclvrEZWiK1EBxTGdD7LaP47Gf+Ur7+Sv1jevWp39x8PVe+/rVnyf7nZZl1rZoPSYo0xndHeIsXPa1M8yy5I9e9LO8zIm/OTx67DF01tMt35KN1viI0S/2v90ONj8pz3/R8+frHyhPe1g8kPqsoSo2PrcXdrhhwAtprUcSA9sJEIghAAAIQgAAEIAABCEAAAhCAAAQgsHkC/ga0rxnYmICTwO34iNwkZU9QyJgY0OMN6MAOtGJAB5ZDtpyAbQzsCs3nHzsjz3vKS+Wcc84JqnLf448/vheSEwM6hBp5IAABCEAAAhCAAAQgAAEIQAACEIDA9ggEGdC7xLRiA3qXGLW6MKAnRY8BPSlOCoMABCAAAQhAAAIQgAAEIAABCEAAAhBYE4HFG9ALhz3mBPTCu0bzPAlgQHuCIhkEIAABCEAAAhCAAAQgAAEIQAACEIDA9ghgQI/THAN6HL815MaAXoOK9AECEIAABCAAAQhAAAIQgAAEIAABCEAgCgEM6HFYMaDH8VtDbgzoNahIHyAAAQhAAAIQgAAEIAABCEAAAhCAAASiEMCAHocVA3ocvzXkxoBeg4r0AQIQgAAEIAABCEAAAhCAAAQgAAEIQCAKAQzocVgxoMfxW0NuDOg1qEgfIAABCEAAAhCAAAQgAAEIQAACEIAABKIQwIAehxUDehy/NeTGgF6DivQBAhCAAAQgAAEIQAACEIAABCAAAQhAIAqBy67/Pdl7xnki+54SpfxVF7r3A9n3D9+ST9/681o3Ybpq1fXOdYyBXRH4/GNn5HlPeamcc845QVXue/zxx/dCcj755JPytR98QV5+wYGQ7OSBAAQgAAEIQAACEIAABCAAAQhAAAIQ2AiBf33qPrn7ga/Kd/c9HRN6iOZ7P5Cn731XrrrkQvk3Ry7XcsJ0CMiE0/aMgV31CgN6V6SpBwIQgAAEIAABCEAAAhCAAAQgAAEIQCCYQGaYfuxP/lq++/0ng8vYWsanP/UcedM/+YmW+VxxgOn6R4RrDOyCAAb0LihTBwQgAAEIQAACEIAABCAAAQhAAAIQgAAEIACBDRLAgN6g6HQZAhCAAAQgAAEIQAACEIAABCAAAQhAAAIQgMAuCGBA74IydUAAAhCAAAQgAAEIQAACEIAABCAAAQhAAAIQ2CABDOgNik6XIQABCEAAAhCAAAQgAAEIQAACEIAABCAAAQjsggAG9C4oUwcEIAABCEAAAhCAAAQgAAEIQAACEIAABCAAgQ0SwIDeoOh0GQIQgAAEIAABCEAAAhCAAAQgAAEIQAACEIDALghgQO+CMnVAAAIQgAAEIAABCEAAAhCAAAQgAAEIQAACENggAQzoDYpOlyEAAQhAAAIQgAAEIAABCEAAAhCAAAQgAAEI7IIABvQuKFMHBCAAAQhAAAIQgAAEIAABCEAAAhCAAAQgAIENEsCA3qDodBkCEIAABCAAAQhAAAIQgAAEIAABCEAAAhCAwC4IYEDvgjJ1QAACEIAABCAAAQhAAAIQgAAEIAABCEAAAhDYIAEM6A2KTpchAAEIQAACEIAABCAAAQhAAAIQgAAEIAABCOyCAAb0LihTBwQgAAEIQAACEIAABCAAAQhAAAIQgAAEIACBDRLAgN6g6HQZAhCAAAQgAAEIQAACEIAABCAAAQhAAAIQgMAuCGBA74IydUAAAhCAAAQgAAEIQAACEIAABCAAAQhAAAIQ2CCBpA3offv2bVAyugwBCEAAAhCAAAQgAAEIQAACEIAABCAAAQhAYHcE9vb2gitL3oD+3BfvDO48Gf0IvPIlhwTOfqzWkAq916Ciuw/o7GaUQgp0TEGloo1olY5WPi1FTx9KcdLAPg5Xn1Jh70Mp7TRonK5+aDePdnCfh7urVnRxEQr7PeOKAR3GjlyeBJi8nqBWkgy9VyKkoxvovA6d0TEdHdEqHa18WoqePpTipIF9HK4+pcLeh1LaadA4Xf3Qbh7t4D4Pd1et6OIiFPY7BjQnoMNGzoBcTN4BsFaQFL1XIKJHF9DZA1ICSdAxAZHKJqJVOlr5tBQ9fSjFSQP7OFx9SoW9D6W006Bxuvqh3TzawX0e7q5a0cVFKOx3DGgM6LCRMyAXk3cArBUkRe8ViOjRBXT2gJRAEnRMQCQM6HREGtBS5t4AWBMnhf3EQAcUB/sBsBJNisaJCkeor9mEY87Mhr63YnSJowsGNAZ0nJGllMrkjY54URWg96LkiNYYdI6GdqcFo+NOcY+qDK1G4VtcZvScTxLYw34+AuuvmfmVrsZoN492cJ+Hu6tWdHERCvsdAxoDOmzkDMjF5B0AawVJ0XsFInp0AZ09ICWQBB0TEKlsIlqlo5VPS9HTh1KcNLCPw9WnVNj7UEo7DRqnqx/azaMd3Ofh7qoVXVyEwn7HgMaADhs5A3IxeQfAWkFS9F6BiB5dQGcPSAkkWZSO//Uj8sq3nNKpvfE35JO/9VqR3/9Ned1v3Gf97bn5X78p/+nXflHe+fEqyeXym596p/yzC4u/3/36/1Pe/3PnN/m/+kfyjiselV/44lvkHyul/tcPHpKj7xf59Y/cKb+i/rAALRel1QJ4pN4E9JxPQdjDfj4C66+Z+ZWuxmg3j3Zwn4e7q1Z0cREK+x0DGgM6bOQMyMXkHQBrBUnRewUienQBnT0gJZBkUTrmBrTIScMUzjB+PTOg/+BAbkYXhrP670H57Ze8Sz7/PsVkzgzmEyLHfusS+WNvAzor56Mi7xD5gLxZPverL1uUgovSalFk0mwMes6nG+xhPx+B9dfM/EpXY7SbRzu4z8PdVSu6uAiF/Y4BjQEdNnIG5GLyDoC1gqTovQIRPbqAzh6QEkiyKB0DDej81LK8t8MwHnACOqv/9ufLJ28UOW45HT23nIvSam4YK6gfPecTEfawn4/A+mtmfqWrMdrNox3c5+HuqhVdXITCfseAxoAOGzkDcjF5B8BaQVL0XoGIHl1AZw9ICSRZlI5BBnRhMD98bVfIDH8DOjOyf/fHs1PUYg/bMbOei9JqZhZrqB4951MR9rCfj8D6a2Z+pasx2s2jHdzn4e6qFV1chMJ+x4DGgA4bOQNyMXkHwFpBUvRegYgeXUBnD0gJJFmUjpYY0FeVYTXyEBxGDOgiTnMRfkM6YzabsaFVUY404T7ymNBn5Ko8brQr5Mc8wi5Kq3kQrKpW9JxPTtjDfj4C66+Z+ZWuxmg3j3Zwn4e7q1Z0cREK+x0DGgM6bOQMyMXkHQBrBUnRewUienQBnT0gJZBkUToGnYD2M6BdHyFsxZg2DOklSLkorZYAJPE2oOd8AsIe9vMRWH/NzK90NUa7ebSD+zzcXbWii4tQ2O8Y0BjQYSNnQC4m7wBYK0iK3isQ0aML6OwBKYEki9IxyIAWGR8DuvuUdHUCewlSLkqrJQBJvA3oOZ+AsIf9fATWXzPzK12N0W4e7eA+D3dXrejiIhT2OwY0BnTYyBmQi8k7ANYKkqL3CkT06AI6e0BKIMmidAw0oCU/rfw+kTJcR449+9sJkWO/dYn88a/9ovSegM7r/Sv5zTL8RiVbEfbjRU2Yjpn1XJRWM7NYQ/XoOZ+KsIf9fATWXzPzK12N0W4e7eA+D3dXrejiIhT2OwY0BnTYyBmQi8k7ANYKkqL3CkT06AI6e0BKIMmidHQZ0EYMaHnjb8gnf+u18tzKcL7ifXJ3zfzy0lB2f4RQPnhIjsp75XO/+jJDMVd4j90KvCitdtv1VdaGnvPJCnvYz0dg/TUzv9LVGO3m0Q7u83B31YouLkJhv2NAY0CHjZwBuZi8A2CtICl6r0BEjy6gswekBJKgYwIilU1Eq3S08mkpevpQipMG9nG4+pQKex9KaadB43T1Q7t5tIP7PNxdtaKLi1DY7xjQEQzoPB7l+xtBfv0jd8qv/GOR4nXe+zSlqt+yP9p+r0945SfDThkqH9FfDa5Pj/3P8uVf+0V558dtg6I6FSYirTKV38LGkzXX5JPXxqI8CScZ4z840JyKK1uUs/3vby5OuJWva9+tnp7L0tlO31Vpq57Veewn40zttRN6dR2nRN6hn7ZrfQArr6+KS9rWxWssmRxS1VsK1h9QR5emneV3ESnmVhdDXb/Bc69vvA0cM53jsdZf7bg65wPH4ERze9y8tmtWNC3rY7GG1WETTKa1vmpnLHF8jXnW7rqZRz81q6+hKnt7zOAiXrDIf7Ksv2Ys4WbOXyCnzfFdN7Sp07m2BOo6TsfASskWRCCmVtX4UvckTSNjzJPz+/c86rU7v5YVoVRc+5rOfvjsoco6Y801U/SYelZ1DeFhi3fuZFFx9djTOMsyrvUx46/vgn1rkmtj0Lbf7tqvdLzF4bpv0BoQcn0MWqacmWZh72xVTwKvewZVo2IP0Ar7pN1n2O/TqjFvvycY04nd5o2hcf/64bpPKPrvXoM60uX70rfIP6411O/HrWtV17hR2tG1xlXtbP3eU+ZUCi9Cu3qP79I17D6o955vpnUzBnfpvKb23cOc3/hDpk9SbyxKT8rwRLT7dOU+TeddziXrnqysINtPXPFAy/fS5sOAPd2YuTG9Lp7s80ZX+wTXPXO2Ng3zjFr+VF7f7vYJGNCTGtClcC9TzcVs0DwgP/PFt8jFpjlqxJ3s3XBYzNHiAmUaymLEq7QvzsViIHrMy3Iy229Aw6fv5JPX9Zq2y4AuuV/1xvtEXp8ZRueXO45sQVX4WeKCZtyOyy/L+3/u0dwUlfLhQj1pRXklvN5kNBuXQmORqz5+n7y8zls+fDDbnW80HpWXv+OUfP7HlXZWNx1qesdYSlrv8gLaYl3Ps77X5IvfPv/Gy+VuUR9MWAxoy7gpdqzGuFCmQmvODhozRUHFw5EXya+//6/kYi0GbfumM5/zD1ZjzOx3uf44xmD4TNZzTjav83F+Rq7q67upQWutKi/Omgli59H0ohwbnnGDdfbdhkC1Fmg3n9VNg9I+63rfw+KdkXSdTMepBhbldBKIp1U2Fz4q8g6RD0j5oLZuRax5YrvuVZtf85ppPlTuWvN7+uGzh6o235HmmilsPD2rmgbwKNeoZl/idz3x29P4lNXeP//XD/6mfPkt75R/duH0i0J89kabW3wflN/+tcfkcBVCKEveuedzGNDa3qU9h2oTYtD1cXrmVYk7Zz+2K173DLpGXfdzzQdzn99tUtv2+GP7sOP802tszgFzTenYD9f3CT5rUAap3EvaDih96pLiEJN5LWnNbc+9vVwud3/c9o2JYt3+vHmP2nu/MJ3A82un9sWla9h9UHt+zr9uxuL+TsWTaq6pffcw1d6s7VVUymTr2O8+qN5X99yHm/fF2Xz5yAXyfiXknXW9dM2znnvz6WaDSCxdrA8ovfcJ5j1z3/7Bb6+9630CBvSEBrTriXX79/EmWLOZsVwU8xloWRQ6Lpa1GdZlxAXO6Mkn7xBDsGyzdgK6yv8RkaMtw7kyoPtMzTbX7o9V2TelJ19/Ro4qnG1jp25z9hTw9udrp7oHjaXU9baMYb3/bgNaPvJekbeoDwzGz732fBk2F+rJoAAAIABJREFUZoqhWYyPh6+9U37mU4fkd7UHDZYNgjb2LX2wfjCtf6MROK2nuyiHGNAlt+oCrpvDfZvX5jdt7WxBcLEfaEDX5kKzafA1oH3Xltl1DG0A+bwJTH4tre8mPlJcY24UOX7Fo/IL1Umv6iGqNT52s35pG2ltjfK5yTHNZR8jp2Otzeru6EfXg0R1HYg910yho+npoWubh4W7x/WkWsf69jT5m2nOsnpOjXrPEP+E0dmbTbFe5/RE3Xu+IQZ0e16GXB/9SQ5PuXP2w5uo5/C6ZzA0supdGIvFQYOQtXFsR3aXf3qNXXuy9jVB3WP5rUHlWzmue+DWPahNS5+9/Xvlqj94V77/z96Srv5V68BJeZf1nsB+vzCdtkvQrulNv67PNe4Pfa/hdr9G13HX6+ZOuNdg/daf/LpevT1e5S0flP5C5qHU3oTLgDYPR1qufda3ttV8RptXa0BbzGUVV8deYphnNP8+AQN6QgM6fyJknFRVx4z9tGQzuYaegM7LViegdTJaFoW+SRthQk++qE5lQJev+ddPB9VyqwVWuRHXl0uda5+Z1brBzRfZ4rX7z5enL7uexhYbE9cFuH1KVysvdb07TkA3poePAX2nHH5IvQmOYEAPHDP5eFLzeGxq9XEWNgan2qZONq9HG9B9xkXXJqu5OVA3/g2bdj6dfYABbZjmvga079oSqutkOoY2gHzeBGJp1exdzLkUc550vPljnP6zh9Wyr/nd/eh5k0VZd7s/Rlm+ut1pxHtLqCWMpWdVySAexjrsu+4061j3nubhzo986lwL8+C+MnxWGFPfXLHZt9thO2GnplLnmv1Un+3EVNd9Q/P3InSN9bSVcU3yZTc23e7Zj2xxvUaUYTOqE4WOh22tOVQ9IMtPvfsZQPVHdkd2YdfZp9d4qAFtMRM71m/fU+k1Q+vJTMM08tzbH5P/wwgb2TykeMFHDE+ht8zpFJ5fO7UvrrUw7D5oievm9Nyb0K7tN9s915/8UII+tut9xQv/H+VwnPs+/ANd4Ty63vhwzbMIfpVtFk2vi/v+8Z0fN0LsOg3ovv2Dz1579/sEDOjJDGj3KcNqc12PI2Mytn5X45x2TTTnBanDgDZO1NZtcppowy9yk0/e8vV7tSWuuGnWE9CZuazedH1VCbXgXNjaF72uhw9q3V3GsD08S/NwwtzIeo2l6mmituk19EtBb1sM6DouUtaf8pU5tWvWWN3qHNVDqLjnnj3em7fRn7etPRf7DGVbLCY9HlzYGBw+g+05JpvXIQa09kpXv0lmfzDoOq1emQVN33X27d+L2NVNHC7bDb/aliEGtM/aEqrrZDqGNoB83gSiaGXMP/+3S7Jmj5kn3Zvi/MF6uUfxNqB7+9FjQCvXwMyAjjnXTKGj6FlV4sXD+K6IsiftO1AxdE+TGdDeXJX93epiQGsxaI0Y0Mae0/eBZ+fBlXoOFTeW5inLapi4Ds54L04DEkYd9wPa4Z20dTilNGTUewaboWzRtJkHfXuInrXRu9HzJpxeY/Meu+RnhOJTY9CqppvfeiZGaEXj3qIKYdO6B22bRT57+2KPmN2LVKfiy+tUee0z183+MqfTewnaNfFp2/d3upkadh+0xHVzeu7lmLBeU/3XH30cKm9xZOufcQK6+1tNan3t+WLVwzXPeryg6WZDvBAc3d8YUmPVW74VYbtn7t0/+Oy1d79PwIDetQFdv2JQLJrVCdhssnAC2nPJmOwEdPFBifqinge8L03fAAP6qPPp+ssMjZsNlfkU3HpyQgkXYjMJOsfS6k5AV2bCX5UxzN1PXuv40TWLS+SPlRjeQXPPnLMDx4zbkLa9blT1uW1o+55Y85xlzmSTbZa8DWjVLFEvyu6nyW0z2M+ArvNphndjvA07Vaa3c4gB7bO2OAXrSDCZjqENIJ83gRhatcahNh9jzhOfUxmvFV8Dur8f2zsBHcJDfeV40Knlel9r39P4lqVNhDJ0mKgx+r1nijthjLnkrrVJUTz0br7D0r/n677GLfEkn4vD3Oxd7Wv93nVzr94zWE80q+unGn7DtYfAgG5rZDHMtJjmlrcalbA/fvvj7rjcnYeYqoewrW8/qSH/zDdouk5nF/VXD4t009x1gGXwqO7MMP38HKad3rB+Xc37KD+dzXtxY11WPno8bI8/ToPpuRvt0a6p/SGveg/LVSE5tMNtrr1i05Zco/frJnS3AV0dxDMfOPV/n2mcEnru6XVxH1itWmDuE/K/W+6Zh3lGyxnve3t7wVJ9/rEz8rynvFTOOeecoDL2Pf7440G1P/nkk/K1H3xBXn7BgaCKs0z79u2Tz01mQLs3DK0JZmxqQkwwbdBZDTDLotATi65v8Q4FPfnkDTBUezlVMZLfcUQ+8P4RMaCtccMcoR5KY+vXs48/PVjFwrSc6C3hV09+B42l1PW2xTHX/jbAgK43i0fk199/qv6IZMjcyyQZdlrQaKfl6W0hc/dJ2r4TEN198N8YDJnjk81rbwO6O4ZY57oVPPbbGwTfE2nWjxBaNg2+BnRsXSfTccjgIW0Qgem1sp2CKZpWnT7t3xOMmSddeyaPBzVdH6b9eBtrfYq2Y9+g9i/2XDNbN72eVQ1uXa0xsRVGrbey6sYP39PYHyJkBfZfm2LsR6tuxGPvO7VNc/Jdop0e0/Z8Qw1oz/ADHnGpfXszJN387Ie01mJ0WO8Z7BpVY/iTP/5RI9RCvwnRuycd2Pw5kk+vscu06Q/V4Lu2qw/hnquA6zagLYbQ0L29GlNXOWikGdDOMqdTeX7t1L7062peQ3x1tqebd92cnnt7TDTX1CEfQa3eMjW+pRRoQNsMVLcB3TXP+mNLTzErptfFtZb1jX+bAR3gGeVVzD/eMaCnGKF5GeUgaD2VfUB+5otvkfaG3rGRV9tluXlqPRnxNaDr1wCN1yBap/ymATP55O09aWrRwNxkd7K8TzH/qthJzQmVjEbG/Lj8cvnaVPujdh/QtC+fej/4G/UHBG2LbPE0UKR65ajrYxnqxqh9Q9c/lmxPHIsbUPVE7UL1tt2kam0fYkBXi/f75G4lxM00BvSQMWN5mqusIcVpdssTam3smv22rT/tMTiNyhO+ljSBAV1saN4n+mm5LsYlAVue7G8nRI79liUelsZ+6Knrtja+BrT9ujKdrpOvz1MNMMppEZhcq45rQLG3eFERUibaPLEb0Oa1yr422x7mta9lWj989lDWPdx0c80UdHI9qwp8dLXw0M0Xv+uJz56m+lBU7/6oXnuz+LjNfrp+e2ni9SAa+452NnvH84sUptlv+Uhjo0d3fMZu/sr+PuT6ODFvtbhdsx/dFa97ho49Qbm/kTfeJy/XPjaHAT1MF5dp074PsB0Qcd2j1fstW4hM9eSn+gF7zcgp9u31t4XqThbts+/tmweGatihxoD2KbNcV4ZBtaaefn4O165pmJ+uzXVi7HVrvnVzcu6919Rh60+xl7qv9inya7SnAZ2N4z++ovnQpu2a5WVAm2+ZON86nmAyyIT3unVz+h8oFx5Te59Qf6fUFl6td/9gf5Ow5QvteJ9ACI4JT0AXY6v9JKLz1KrtYzvZBFf/VRdB29NPM6D7AAM6q6JeUOr6eoKej5jHky+qzkXH1KA/1p6um+W1EFUTa2zhCo7rNaOOE1/lpL87L7snELyy6PzMp3/TOE2hl207cZSs3iExoGtz2W5OV6a/Njd75579KWvnhdQ1Zi7MDFP7l26bMm1jQb1w6XGsi1HoHoMjprKWdbJ5PYUB3bH2OmOIVnOv7lm1Vtg2COrfyhsC48RlUZ/9N/MjIP4GdFxdJ9NxqoFFOZ0Eptaq+4SpsW5GmSfnW/YgImI8xPUxoL36IdkD1+6Yxw30BNdQY8RMx8PNonsde58Ue5rKUPYsS7l2OtfvEWvF1HPJ3RSz/33XmrK0+tr4yyInflH0mJFF/nwvaO5djDnUdW8Sk28fj92zd6vTm6Ln3uoDzm8/VLqb91f2txS079kYus6lVwi96TUOMTHtp2e1eWSdK2oM1qr3yn2kbTxUf/vU8+V3Q/b2loeGtQF92QMe9wvVOhuilp5nLu3MN0CKPbPtHq799oj+oHL4tSYnMPO6OT33ts/TrCEe64/2Vrf6AEUxR/tiQBv34Y2+Q2JAG/fe6tyzvhUwvY81vS597M37R1cM6J510fSMFrZPwICe3IAev/ivrYTpJ+/aCK2rP+i9Lj27eoPO69AZHdPREa3S0cqnpejpQylOGtjH4epTKux9KKWdBo3T1Q/t5tEO7vNwd9WKLi5CYb9jQGNAh42cAbmYvANgrSApeq9ARI8uoLMHpASSxNOxespveYLfOrmgprHEMzPf9qnDSCmAba/MGk/8zVPoWW7zbYi6xAGnK+owSlVmS3unGArxtJqidZQxlAB6DiU2XXrYT8dyaEmwH0osvfRonJ5mVYvRbh7t4D4Pd1et6OIiFPY7BjQGdNjIGZCLyTsA1gqSovcKRPToAjp7QEogSTQdyw/rvPwdp+TzP56FJmliFJqv7evfM+h4bbb+ynxpbIv6en9lJDev37VCA1jj4mZ1fVQk+wisvFk+96svaxTripH7ftUs92vLVMMgmlZTNZByBhFAz0G4Jk0M+0lxDioM9oNwJZkYjZOULW802s2jHdzn4e6qFV1chMJ+x4DGgA4bOQNyMXkHwFpBUvRegYgeXUBnD0gJJImlY/3V+CsekFfWceIKIO24sf0x/dT0XR9pNb/o3F9HKUz1EZUbRY5f8aj8QvbRvUqzjm8NqPF1tY/caVq74lWGDYxYWoW1hlxjCaDnWILh+WEfzm5sTtiPJbj8/Gi8fI26Woh282gH93m4u2pFFxehsN8xoDGgw0bOgFxM3gGwVpAUvVcgokcX0NkDUgJJ4uhYGLAPX2v/iMwwA1o3c7s/sFaegpb35ieZ7Seg9Q+amF+Zv/v1ykntro/dKn+XDx6So2V9ptR97QwdFnG0Cm0N+cYSQM+xBMPzwz6c3dicsB9LcPn50Xj5GmFAL0sj5syy9Khagy5xdMGAxoCOM7KUUpm80REvqgL0XpQc0RqDztHQ7rTgKDoa5q1pxtpDcLxITuYnkNsxoNXYzY1p3IT0qIDVp64rA7rvq8/KF6L/2YWWU9ldBnQZWiQ7LZ0Z0L9rhBextWUqQaNoNVXjKGcwAfQcjGyyDLCfDOXggmA/GFlyGdA4OcnqBqPdPNrBfR7urlrRxUUo7HcMaAzosJEzIBeTdwCsFSRF7xWI6NEFdPaAlECSGDq2Tv8aZm4RuuI+hU4Tu1lKA1o+kp2eLo3h36jMaf2Us4m3FR7jDw7IJ3/rtfLcPGEZr7mMJd06IW0Y0sIJ6ARGb9pNjDH30iayu9bDfneszZpgPx/7XdWMxrsiPX09aDc9U58S4e5Dafdp0CUOcwxoDOg4I0splckbHfGiKkDvRckRrTHoHA3tTgueXsf2CeaqQ9VJ5nYIDrXL9o8QVuExuvPq+Wzpmr9dIn/8a78o7/x4G/VV7yvDcPjGgNZM7qo8sw/TSDq9VtO0i1LCCKBnGLcpcsF+CophZcA+jFtKudA4JbX0tqLdPNrBfR7urlrRxUUo7HcMaAzosJEzIBeTdwCsFSRF7xWI6NEFdPaAlECSqXXs+jBffjr5wd/ITyTnHxK0GrcZsLZ5q5vJpcH9jiLWc/VPLT878dw2oJUT0NmHEd/yV/Kbn3qnZOE3qn9a2y0GdPG7KPn82jLVMJhaq6naRTlhBNAzjNsUuWA/BcWwMmAfxi2lXGickloY0EtQizmzBBXabUCXOLpgQGNAxxlZSqlM3uiIF1UBei9KjmiNQedoaHda8LQ66h8M1DqihLj4mU8PM6DbpnRpJqsnmA1Duh3mQ0TKNN0fCFTMb/mIvPItp3Qt3lgY6EVIj+qfuy1TCTqtVlO1inJCCaBnKLnx+WA/nmFoCbAPJZdOPjRORyuzpWg3j3Zwn4e7q1Z0cREK+x0DGgM6bOQMyMXkHQBrBUnRewUienQBnT0gJZAEHRMQqWwiWqWjlU9L0dOHUpw0sI/D1adU2PtQSjsNGqerH9rNox3c5+HuqhVdXITCfseAxoAOGzkDcjF5B8BaQVL0XoGIHl1AZw9ICSRBxwREwoBOR6QBLWXuDYA1cVLYTwx0QHGwHwAr0aRonKhwIoJ282gH93m4u2pFFxehsN8xoDGgw0bOgFxM3gGwVpAUvVcgokcX0NkDUgJJ0DEBkTCg0xFpQEuZewNgTZwU9hMDHVAc7AfASjQpGicqHAb0bMIxZ2ZD31sxusTRBQMaAzrOyFJKZfJGR7yoCtB7UXJEaww6R0O704LRcae4R1WGVqPwLS4zes4nCexhPx+B9dfM/EpXY7SbRzu4z8PdVSu6uAiF/Y4BjQEdNnIG5GLyDoC1gqTovQIRPbqAzh6QEkiCjgmIVDYRrdLRyqel6OlDKU4a2Mfh6lMq7H0opZ0GjdPVD+3m0Q7u83B31YouLkJhv2/egA7DRi4IQAACEIAABCAAAQhAAAIQgAAEIAABCEAAAhDwIbC3t+eTzJrm84+dkec95aVyzjnnBJWx7/HHHw+q/cknn5Sv/eAL8vILDgRVnGXat2+fjOl8cMUbywjnbQmO3tvQG53XoTM6pqMjWqWjlU9L0dOHUpw0sI/D1adU2PtQSjsNGqerH9rNox3c5+HuqhVdXITCfh/LFQM6jPumco0dZJuCtYLOovcKRPToAjp7QEogCTomIFLZRLRKRyuflqKnD6U4aWAfh6tPqbD3oZR2GjROVz+0m0c7uM/D3VUrurgIhf0+lisGdBj3TeUaO8g2BWsFnUXvFYjo0QV09oCUQBJ0TEAkDOh0RBrQUubeAFgTJ4X9xEAHFAf7AbASTYrGiQrH2+G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qjbIHj4lh194VO6senjNSXnkw0fkwrrHX5VTb71Ijt5xSE4+dFqOXNyg+OqHDstFR+qc+Q/Hz+zJjZcXafLf7zpslFfmN+s18tb56/KPy717N8qBlhJn5MS+gyJKvXmS+07Ivlv3l3VXfdAzHzr1iJx+24VFO3v6ceY9++TgTXrfRIoyT19dlFH/q/rV4igyqJwJRxx6FzDXrvfYi8eEQ46iRhBAxxHwdpwVrXYMPHJ16BkZcE/xsIf9fATWXzPzK12N0W4e7eA+D3dXrejiIhT2+1iuGNBh3DeVqx5kmUl74H7NWM7M2OvktsZUzQ3Vs3Lpzcfk/pfoZmvLYDbK6zSg83THNLNaSuNWSlM4N5DVtmW//85+Of1u04L2N6BbZnGpen8/SqNZDsmdd1yqmOB2Azov64uXyvGb7pf9mmE/rJwpByR66zTXqvfYi8eUY46ywgmgYzi7XedEq10Tj1sfesbl21c67GE/H4H118z8SldjtJtHO7jPw91VK7q4CIX9PpYrBnQY903lKgbZvfaTwwaJwlC9Qfauukc5UVwkahvMuhlsN6CLNPdXRrNaX246S2Hyqv/dq04EA1rUMiuj+V45fNdB5cSzzYAu/nb2+j258u59cotm2A8pZ9rhiN4OA3oleo+9eEw76igtlAA6hpLbfT602j3zmDWiZ0y6/WXDHvbzEVh/zcyvdDVGu3m0g/s83F21oouLUNjvY7liQIdx31SufJA9dDI/2XyDNaxFhaMxVG+8vG302k+SlgZyVwiO/KTzaTlshPPIa9R+K+o7ZglloYsVwYDWzG/FaN5/u3Iq22JAl6fFc6YtA31AOROPRvR2GNAr0XvsxWPiYUdxgQTQMRDcDNnQagboEatEz4hwHUXDHvbzEVh/zcyvdDVGu3m0g/s83F21oouLUNjvY7liQIdx31SufJCdOd6cNu7qvWGi5jGM5V7ZK8NgtGInG2ax9QS0atK26s3M5FuU0BVq7Ob+GNDHbH2o22OLAd2U198P3WhuGOxvxYDW+ZjGuH85Uw9G9M6Irl/vsRePqccd5YURQMcwbnPkQqs5qMerEz3jsXWVDHsXoXi/wz4e26WUjMZLUWJ4O9BuOLMpcsB9CorTl4Eu0zPNShzLFQM6ji6rKtXXkDQN5yIuc9cJ53ZojW4D2ucEtI68+ICfzYSe+gS02Q/jpHN9Svs2kevVjxC226Hz8y1n+qGG3jpTfVyuR++xF4/pRx4lhhBAxxBq8+RBq3m4x6oVPWORdZcLezejWClgH4vscspF4+VoMbQlaDeU2DTp4T4Nx6lLQZepiRbljeWKAR1Hl1WVWgwyVwzoMgSGpefHz+zJjZdbYkD3GtRVQR2GcVfIjipbZ+iOqQ1oEd1ob4fayI3lB47LcTkm919dfpix/LBiG1dlmnuWE2GkoXefAb0evcdePCIMPYoMIICOAdBmyoJWM4GPVC16RgLrUSzsPSBFSgL7SGAXVCwaL0iMgU1Bu4HAJkoO94lATlwMukwMtCxuLFcM6Di6rKrUapAVoSdETirxmLO/XSe3yW1ynVx05NLig4BK7wvz9aQ88uEjIln+uw7n/31hnsbnI4SlcW3UW8R/PiqXluZ2Vs89VxVGd/bP/kHDdp11UzND+Nb9ZdtsHwxsOtX/MUVb3sacP5R/TFHycBxHL2nCkxSlq6drizSnK8Na+T0LH1KUU1Cc+h9660TXqvfYi8fU447ywgigYxi3OXKh1RzU49WJnvHYukqGvYtQvN9hH4/tUkpG46UoMbwdaDec2RQ54D4FxenLQJfpmWYljuWKAR1Hl1WVqg4ye/zjK+WelllaIlBOIl/5R6YBrRvFuUF95E6NXW20tk4MH9KM8Mq8bWI798eAltK4riuzGNBH79BlrNpiM7ebv9lZVNzyMl57T+eHFQeVE9mAznqP3hdaH2YM0mmheo+9eKxqkUu4M+iYjniL0eq+E3L47LXRHmKmo8i4lsbVM3uYfbvs/7D+UH9ci9eTG/bzaRmX/Xz9ouaGABqnOxrQbh7t4D4Pd1et6OIiFPb7WK4Y0GHcN5Vr7CDbFKwVdBa9VyCiRxem0rn7bQOPRpAkgID+8dWpdAxoCFkGEliKVtWbS7HeohmIJdnkcfXM5vk9cqXxVlmysCZuOOwnBjqguLjsBzSEpNEIoHE0tNELRrvoiK0VwH0e7q5a0cVFKOz3sVwxoEO4l+Ef7rymCC3RBEIowi8cvcM8nVvFjW3O59pDKHTkN0//3myGbgjphH+esYPMvyZSLoEAei9BhfhtaHSu1h2lTt81RntzwNHmfN08KzdgqIwUN74Bbb75UMXxrxpefOS1+r+e6506jpxx721YjG8LGNdcZzu0IvvLcvV5pGh59tnXVlODiqeHNv18+tnq7MboMKSeKRTrLyOOnu31uGv+aX93aWj7vWedH6N3unOph72Ln/G7tsd35TWG2TbZh89X/TqQlaO8AWmdF+XvXfdy2vdpLPsjJQxe6y3BrHbzDcusSVU7WnOu+zs34UTG54yztvm1Cz39OHWl2rV2Y9arrA+V3oOuZ7bO963B45B65d41d69GkWj+fbevBp3XCN8Cdptu7HjHgB6sV7EZOXvJcTn2QBUzuNpc3C8nzxyW0wdOy2ElTnKx8bi/CRlhxC+umpAv4l+8VI7fdL/sr/K3PqanxgmOEwPYRDJ2kA1GTIZZCaD3rPh3Vnmjs3kDVJo8via0b4sxoH1JOdJFNqAzna4Xua18uFrcXDTx/c0T7/rv5c36JffKvXJQDkr/w9L8xqMzjRlPvyl7790HipuW8vsC2ZXQbKcJUf9OgHEddfR5IuHm3Qi39hIZz+tEbj0tRy5u91DTxvhgsL6n6ddJL9mRdrJ6plKsv5wY18rWnMiY3H2lZGO++fbFvSIHDkorlJjR3F4N+7o2RofevNPpsnP2Zr+0rhin1c09f29eg8lG2YeNjHKvYh4GUudMH/tSp0PX3Cmifm/FYkDr32NpWtt6A8zUvkyazcVb5LjITWI8hMeAbmiiZ9g80HPFWBs729W7d3Jc72svJOB61mqQYw2eAqyjjJ1y30F/1lJFKrp0XyOWqcRYrhjQA3UtTOIbZO+qe5SP1imFtG7y7B/EywfaS5QPydXmzJVyz75bDANaPTXY/4G8gd3xSj52kHlVQqLFEEDvxUgRtSHdBrSxZpU3c7mheFPzAUz9lIoec1377ZqT8tmrT8ur1Pju1Q1jdQKp7GlzAqIyx26Qsy88KMW7I1kd18rZ/C2T7P8dceBbb6hUOMuN6kP75ZYXHpUi6rzefv1Eh1pPmfeMyMEDx0TyOvbL7fuqNuofCO0+GdLVPyXeq3aaw2xDc42IPl+1a1r5APb65oOv5sdka8q95rKUZprxsFYd8bYHFrUxUIyD9kdalWunY/b0mt+W6/gUkzG6Vn2NHGKCGf1v7VdE2YfkMe6NNxu66urV9EYRc18UWs8UYnmUMb2evvs7D9PKHMMD9B+jd6+GE363YufsB/BrrYkD8m6TvcdksyTxCv/lNKBF7s2v59J8RH2MAW18XL1odvXQ+DaR6y+Ssx7XzzAi0+Wafn6524aebkY+KebQrm6Xet0Ry1uP1vkYcD1zgvAo01nGsASzch/W1E2lTkOXvmvEMuUayxUDepCuysmzh08MM6CVE2T5dsS4OW82nWflhGpA16+nFAZJtrlXT30Nan5g4rGB4u18AAAgAElEQVSDLLBass1EAL1nAr/jagcZ0AeOifpKsXmj0Dppd6vydkjVr5b5ZDuxUN0EVq+9VsZw8xpsZVLrJ2DNN0P007I62vYpm76Tgnpf7Xm1h4llZa0TudrJqI7+XVKeGLadKrnrcBnyKfIJaHMcajcMet1FUrtp1n+6uX0NbA3/rF5zHNU3N8WN/NGKV32T7z4V2tfmug0DDKMh03betbUKX9H1gd6mJ7p2tocOin62h/FdBr6Hpro5E1jPEFFGpI2hp/bB4k7D1n1zbT1JnT00q/9ZQuco8zlMB5vB5jHXAzTYOXvtgWDW4C5+lodr3nnHzLW02Q8fAp4Pa3wM6OrBdnU9GWNA2+pT1r38Y+v1tTy/G5QT+3yvW8MpheaIMb/624KeoVqZ+XavndICdfz3Xu/VN6/cc8C1n2yxi3SIoE+jWblPNXhWWE4SuvReI5YpyliuGNADdNVOJtgW1qysjkXPjGl16JpDcuclNxSvVWpl2W7wmxhJvZveAX0ZknTsIBtSF2nnJ4De82uwixa4QnDcf6p8Q6O11lluklVzueMV1GJt7IkB7ThpW799kq2Z2T/XRrfzxtOyxipp2yf41PTtvGYoiKJxNiNBvcGSIpSTchKq9/RPjwkcd74aN4XW61uIAe2+4bDy0OqvDNVqthyS7FXqS7XTZR0zqddg9rwRDpikcbXya5C6F7F/i8LUxq5VdUP4yEtuMQyV7n1Qv6bF2w5mWImQevxIjE8VTU/tzRDbAwPX/HH9Xu0p/cv206Ffw3y/O9G/+dgXHSjmkf1hjsss6c47Zq6tgP2gsWFfp+pHLFUIsZb5r7ylpF4H1GtLdsCoPhFtiwHd6N6KAd3xbaD6bZ2OsIqucDqD0EyQONr86mwbek4gW17E7rWrWq7vndx7uCqf63rl+r1NzrUGT8VaLWc+7jF6s54yl6+Lz33W8vQYyxUD2ldT04QZaECb1TSLoxgnnk2Dw1h4yxsTqcwh3/aPSDd2kI2omqwzEEDvGaDPUKVpQGtn49T1pbXWmcZf1Xj7h3/qsBqdr9/bTuW1Ddw+A3p/61RRZYLZDG+LAV23TQ3xoYpSnXZzPSCsGHQbCcVp6bYBrT+IrGIaFwFCin9q2bsJwdHexHefgO48MWkxndo3JvqYyo3R/bd3nIDueojRML/ybuUjiaYh4DgZE/PGZVFra8deoq1N96nMfCwP0anzRFSmaTH3bONocD07Wk93oafdrOy/Ifd6lb0OC2DGAB+jt0PDRYfg6DAxOkzmJqyCzg/2O5p8HW/eZLVrewWvE9BF6Kt67c/e6jAMaL8Y0MW8rB/eZ42xxt5Xw0cNN9d2QXgXa5vej+4Hv+g5TPHda1e0z/rWjfUtNnMPN/R6ZtkvKtcWvzV4GFOf1HNx92nbltMsXhfnNWKZ6o3ligHtqat5grnJZryG5/Xah7LYSvakXTVglJJPPSK3yXWt00W7XlzHDjJPxCRbCAH0XogQkZvRfQLaqNjnBHRXW9XT0GY8OHOtXOwJaLVzdgO6StGchr5S7mmZaf0noDUD2rxpnuEEtP1kt+1GoceUt35g0POG2/Eqc+sTvD5hM0rT9dIzagzrRl97n6ebiEtbW+0PGMxTyDZjQDEp8z2MEj81w9X1gL5X02LO6EZPYD3TSdZb0k70tO4p++aQ5/zq3KuO0duh4eXTCTMf+7IPFn6uD6HWvYf9JAOha70ONSzrj3zefFyO3aSHA/MzoI03s+qP46oPksuu1w9GPefrJMT8C9nJ/DKag57++vSlXIx23nu4Ca5nJRDvNXga1Fopc3CP0I3VFbl0XVpv0VQKdH7HaBkSjeWKAR2qY/AJ6PJ1Lsk+XnVEWjfRxqmU9mLaF9s0tDP9+cYOsjitotRYBNA7FtlllRtuQJcnHR7oWsOUfqqnnh0fxSrWOpGTD2UnyoadgD7QMhaHxIDW0/ZvYPsNaPXGt3UzpYUmsZwy7IkBpp+C1Nsw/Xztv8aY/ep6INp1ktj/BsE8TdYTGsPnzaCu0DD5cN3NdXV6rfzXlIz7dXKbnK5PCrVP63VpY49nXhk0Dp0sYVOaE4KWV3bV72W0HryopwvjhUrxpTq9nhnLe+TKveZjpHZNum/YuzQ8857DcvbtzWldcx6r83WM3v15fcm60+2avfjw67gmwt6tZ1iK8iSkcaMebEBrhrH+/QlvA1qL6Ww5EZ11VNuvYEA32qNn2DzQc02/Nva1yr3X7rrem7rbwtD47xcH3JdMAdlSxm65R+rECotdti4+14hlijKWKwZ0qK62kBytk8zl6ej85N9RqZ+B9z7VaBscrdPXO34qMnaQhSIm3zwE0Hse7ruudYwBnbW1a13KP7JzpDnxU4fgUPOUa9jZPI5m2fObj8vxm+6X/SEGtHJTV9dcxYBsgS3X2FOXytEj5dsnthtYpQ9d4S9q4/KOqhI9JqjOSH1bpt+AvrAyRMtyD918XOQmkRtyYyqyAW2JmZn3ruZpxsRU+2yLl6nm7dhsdQ1+LRauWk47RIk9nnFVcEe7qg+J5TE/LW8idY6hsNk679qqv7aa9UBn1q9N91huDBXr3LO+6aDshwzGwfWESTIqVww926dhlPllzoey9c0a26OhOa+NNc98YDRGh968o4g3mXfOvo9fhy5SMYb9RKrbi2m/oapca63Xs3JOWd+aqdbJ9geQ1dqrtdP2ALb+2/Vn5SLz7ZCyED0M40HRrz7uD8VGBTprHGHL3lL94Cd6OqWPsTZ2VuraL/bs4aoHMeb7AV7XM7NBrjXYSW18gp1yH9/czZSwaF163tyMGQ5wCvHHcsWAnkKFlZcxdpCtHM/quofeq5PU2qHt6tx/ijk19berY2pKzflxoIZV+yR0XI7ZJrqIe95+3ytuzfFLjzf32ieho/bGFp8/aoXjC4f9eIahJcRjH9oi8k1NAI2nJrq78tBud6zVmuA+D3dXrejiIhT2+1iuGNBh3DeVKxtkJ68ROVqf8lO733fSwIiP3fc16qxIx+/WODlGHLXqFEHnaThXG6quVemMU3/ma3j6EyrLKbuO013qqdDqFGXrFb/qie4MJ97R2/5695r0HnvxSHcRxIBOV7u0W76EOZetYfdcZY+BPT3dHRup03egt8RoembX/utFbrOGaZu+k7t+KDFFD2A/BcWwMqKxD2sOuSIQQOMIUHdUJNrtCLRRDdzn4e6qFV1chMJ+H8sVAzqM+6Zy6YPMHq9Mj99a4ilN3NpsNV81MOO2On7v/vhiOwaVGXOvFszVhjJhfmpL1NfeK4P8/jJGrfl16/K1Pc1wNuN9l6amHJI777hU7q3jPNrNziKO3aVKWILdDDv0LuNvmjFjLbFMjyWs99iLx25GY4xaMKBjUKVMN4Htzjk3mxRToOd8qsEe9vMRWH/NzK90NUa7ebSD+zzcXbWii4tQ2O9juWJAh3HfVC6nIdn6AFiDRzONW7FuDOPV8bvLgO76SIgmlqsNeeLKoLpN5PqL5Oz11Wkx3ehWT8N2fb25KOugFB9XqPp7rxy+66A07e3/6vyVd+/2FWb03obeYy8em1oEF9xZdFywOEbT0CodrXxaip4+lOKkgX0crj6lwt6HUtpp0Dhd/dBuHu3gPg93V63o4iIU9vtYrhjQYdw3lctpSPYEUS/Cakhx2td6+vi0HM4/OladMC7TZoSNjxd1G9DNB6n00BYWmVxtyLIoH5jMP6h212F5pHoVtoqV+NB+ueWFVdvtJ5iL2tXfRE699aLCeN5/u+w7UJ2mtuRXYzL28Y0wEtF7G3qPvXhEGHoUGUAAHQOgzZQFrWYCH6la9IwE1qNY2HtAipQE9pHALqhYNF6QGAObgnYDgU2UHO4TgZy4GHSZGGhZ3FiuGNBxdFlVqV6G5K37G5NW7X3LSFW/9Wx86bkVn1n/3RYDWjOclfxDYkDXXypvGcYXtkzwLEn9xW0jPnRzUlqXv/kIk2JAv+3Cohy5V/bevb8xpssPNemxhu1hT2INMvRWHoqsWO+xF49Y449yhxFAx2G85kyNVnPSn75u9JyeqW+JsPclNX062E/PdGklovHSFPFvD9r5s5oyJdynpDldWegyHUu1pLFcMaDj6LKqUr0MyeqUs9nzzhPQ7bjN2mnp8uTw0Usyg/ZAYQ2bp5G7KJchQeTUI3K6NHTrpJbTxFr4DOPUtfUDga0vxgecgM7aVddVhPpoQnK0DWfdkI47vNBb1aI6iX9WbnDE7C5U6TjxvkC9x1484o5CSvclgI6+pOZPh1bzazBlC9BzSprDyoL9MF5Tpob9lDSXWRYaL1MXn1ahnQ+l6dPAfXqmU5SILlNQbJcxlisGdBxdVlWq05BsmbZN9zXj1BX+wvG7twFdnVrNTxcX5nX9zxbOQvnb/szkPnJnW79rTrbDcNSGZHkq2lafxqZtVBfm93E5Lsfk/iw0R2ZUtk6CV80xToxHGmXoLaKdim89cFiH3mMvHpGGH8UOJICOA4HNmBytZoQfoWr0jADVs0jYe4KKkAz2EaAurEg0XpggA5qDdgNgTZgU7hPCnLAodJkQplLUWK4Y0HF0WVWpTkOyDlNgC6lRxTm2xHjWTotWxqsSA9r4vdOAzgzC60Vuq+I0ax/+M6ToPQG9X27fd1DuN09Omx9ZtBiSxWnmo6KfujZPedtOShennbPAJEXYkCJMh3ryu+hBka7VtggjDb0LLS/NPxxpOwFd/S1tvcdePCIMPYoMIICOAdBmyoJWM4GPVC16RgLrUSzsPSBFSgL7SGAXVCwaL0iMgU1Bu4HAJkoO94lATlwMukwMtCxuLFcM6Di6rKpUH0My63A7RrPNkFYNZsOUDjmdXJ5Mzj8WqJxcDooB3fOxP+0kt82AVkxiNcq13g57qI6KW572tffI4frjhvowGnICfMwARG/jhPNK9R578Rgzxsg7HQF0nI5l7JLQKjbh3ZaPnrvlrdYGe9jPR2D9NTO/0tUY7ebRDu7zcHfVii4uQmG/j+WKAR3GfVO5xg6yTcFaQWfRewUienQBnT0gJZAEHRMQqWwiWqWjlU9L0dOHUpw0sI/D1adU2PtQSjsNGqerH9rNox3c5+HuqhVdXITCfh/LFQM6jPumco0dZJuCtYLOovcKRPToAjp7QEogCTomIBIGdDoiDWgpc28ArImTwn5ioAOKg/0AWIkmReNEhRMRtJtHO7jPw91VK7q4CIX9PpYrBnQY903lGjvINgVrBZ1F7xWI6NEFdPaAlEASdExAJAzodEQa0FLm3gBYEyeF/cRABxQH+wGwEk2KxokKhwE9m3DMmdnQ91aMLnF0GcsVAzqOLqsqdewgWxWMDXQGvTcgMpvU1YjMfE1HSrRKRyuflqKnD6U4aWAfh6tPqbD3oZR2GjROVz+0m0c7uM/D3VUrurgIhf0+lisGdBj3TeUaO8g2BWsFnUXvFYjo0QV09oCUQBJ0TECksololY5WPi1FTx9KcdLAPg5Xn1Jh70Mp7TRonK5+aDePdnCfh7urVnRxEQr7fSzX5A3oMGzkggAEIAABCEAAAhCAAAQgAAEIQAACEIAABCAAAR8Ce3t7PsmsaZI3oMd0PpjaxjKOfcqxMVzJdxe9k5fQqwPo7IVp8YnQcfES1Q1Eq3S08mkpevpQipMG9nG4+pQKex9KaadB43T1Q7t5tIP7PNxdtaKLi1DY72O5YkCHcd9UrrGDbFOwVtBZ9F6BiB5dQGcPSAkkQccERCqbiFbpaOXTUvT0oRQnDezjcPUpFfY+lNJOg8bp6od282gH93m4u2pFFxehsN/HcsWADuO+qVxjB9mmYK2gs+i9AhE9uoDOHpASSIKOCYiEAZ2OSANaytwbAGvipLCfGOiA4mA/AFaiSdE4UeH4wPhswjFnZkPfWzG6xNFlLFcM6Di6rKrUsYNsVTA20Bn03oDIbFJXIzLzNR0p0SodrXxaip4+lOKkgX0crj6lwt6HUtpp0Dhd/dBuHu3gPg93V63o4iIU9vtYrhjQYdw3lWvsINsUrBV0Fr1XIKJHF9DZA1ICSdAxAZHKJqJVOlr5tBQ9fSjFSQP7OFx9SoW9D6W006Bxuvqh3TzawX0e7q5a0cVFKOz3sVwxoMO4byrX2EG2KVgr6Cx6r0BEjy6gswekBJKgYwIiYUCnI9KAljL3BsCaOCnsJwY6oDjYD4CVaFI0TlQ43m6cTTjmzGzoeytGlzi6jOWKAR1Hl1WVWgyyR+TUWy+So3eoXTsu9+7dKAfUP913QvYdOKb85ZCcfOi0HLlYR3LmPfvk4E3N346f2ZMbLxf56ocOy0V3HZZHPnxELqx+fviUHH7hUblTKaJK3wb9VUs7RQ6dekROv+1CEa19atuafPay27/nbT2itkpErjlZtL3FQWmD2uiqb1W++reivtNXl+02/q7r0FG2iFScu3m1CaJ3xmT9eo+9eKxqkUu4M+iYjnholY5WPi1FTx9KcdLAPg5Xn1Jh70Mp7TRonK5+aDePdnCfh7urVnRxEQr7fSxXDOgw7pvKpRqSqiGam5sPlIZrZtnlhqzohnNpxDYGaGnsXXKv7L27sq7PyIl998iVezfKftOAbuUXkdK0lcpU1tToMm6bfJeWZrfIGTnx1rNybW52Z204KPdfc0juFMMAz8rP6zwtcs2dcun1PWZ51Za83dIY9GWbm7qLhDmzL14qx2+6X/ZrRn2/Aa0Z05WJfbPKNCs969MtIjeLHJMbFN79wxe9t6H32IvHphbBBXcWHRcsjtE0tEpHK5+WoqcPpThpYB+Hq0+psPehlHYaNE5XP7SbRzu4z8PdVSu6uAiF/T6WKwZ0GPdN5eoyJIvTxKXJ2mGw1iZreapZbCecFZr6CejSFLYZzabBW5fhMqBPy2HLiezCrD0ocuZekQO3GGZwcZL4lpfcK4fvOihnQwzo8kStfqK5aGtW3pV3Z+Wrp50HGNCKQa71LWN063555FaR6154Vm4wT6t3jGL03obeYy8em1oEF9xZdFywOBjQ6YgT0FLmXgC0ibLAfiKQAcXAPgBaYlnQODHBlOai3TzawX0e7q5a0cVFKOz3sVwxoMO4bypX74lYKU/ddhrCUoa9KIxqyY1cM6xEg1MzoMtTx1bDuPO3HgO6DqtgCR1SG9CFGXyw6ldt7mYG7rVytjSMO8OFVF2xnoA2zO+8D6Ux3OI30IC2GNyFaZ6xlo5wHvZhjN6VLuvWe+zFY1OL4II7i44LFgcDOh1xAlrK3AuANlEW2E8EMqAY2AdASywLGicmGAb07IIxZ2aXwNoAdImjy1iuGNBxdFlVqaohqcYeruMqZ72tTtuqsZsrCrXRWhh67bjGfQZ018ndIryEHrYiK8cWA1o3nJv402oM6OoE9J7ceLFiDNdhMrIQFvvrE8u1AW3EgK5DjbRiQLdN77wdtdGt1H9504+uGNA2ho3hfGEdMqQy762xtTtGKXpnYVHWr/fYi8eqFrmEO4OO6YiHVulo5dNS9PShFCcN7ONw9SkV9j6U0k6Dxunqh3bzaAf3ebi7akUXF6Gw38dyxYAO476pXNYTsbnBen8T79nrBHSIAd0RMiPoBLQumx6zWjWA1dPHZxWjuwmZMewEdFfc6yzkRxFPOvunG9LjTkC3DOe+0+TGaEbv6sHGuvUee/HY1CK44M6i44LFsa6te+k0mJb2EmDuzTdAYA/7+Qisv2bmV7oao9082sF9Hu6uWtHFRSjs97FcMaDDuG8ql9WQNA3THoNTNVZdJ3FtMaBVk7YC311OXwgOUzbVdDZOIJcnuu+9+rQcLONXX1ierg6KAW3yaZ2QrtpWnZQeaEBr5dtOgRfla6fWO0YxelcfoQw1oJuPGNbhYxao99iLx6YWwQV3Fh0XLA4GdDriBLSUuRcAbaIssJ8IZEAxsA+AllgWNE5MMKW5aDePdnCfh7urVnRxEQr7fSxXDOgw7pvK1WVIah8hrAzpm4xQE+ZJ6TLW8rGby9jROcnM/L1Hrty7UfYbHynUTymX2Hs+eFiF4LCFqMjKuk5uk9Nvu7AoSDu1bYbAKP7/mIjUYTXGGNBajOYiJvPRS1QGFYeDcn/+0cWuuM02Y7psa8W0xbzobsHy0jwW94GeEYze1an0EQZ0AnqPvXhsahFccGfRccHiYECnI05AS5l7AdAmygL7iUAGFAP7AGiJZUHjxATDgJ5dMObM7BJYG4AucXQZyxUDOo4uqyq105C0fPiuMDnvVPrf/cG/zNyt/lUmr/Vkc+v0qBq72URtP/1bnPwtjd87qjwdMaDLkBhtw9ZiSBoxoOWak/JIFgfbFpKk+ttD++WWF9pDizT9v1LuyUzquq1Zm7P23iZyvfl31SQ3Q3mofEyT3T5M0bsy6Net99iLx6oWuYQ7g47piIdW6Wjl01L09KEUJw3s43D1KRX2PpTSToPG6eqHdvNoB/d5uLtqRRcXobDfx3LFgA7jvqlcYwfZpmCtoLPovQIRPbqAzh6QEkiCjgmIVDYRrdLRyqel6OlDKU4a2Mfh6lMq7H0opZ0GjdPVD+3m0Q7u83B31YouLkJhv4/ligEdxn1TucYOsk3BWkFn0XsFInp0AZ09ICWQBB0TEAkDOh2RBrSUuTcA1sRJYT8x0AHFwX4ArESTonGiwokI2s2jHdzn4e6qFV1chMJ+H8sVAzqM+6ZyjR1km4K1gs6i9wpE9OgCOntASiAJOiYgEgZ0OiINaClzbwCsiZPCfmKgA4qD/QBYiSZF40SFw4CeTTjmzGzoeytGlzi6jOWKAR1Hl1WVOnaQrQrGBjqD3hsQmU3qakRmvqYjJVqlo5VPS9HTh1KcNLCPw9WnVNj7UEo7DRqnqx/azaMd3Ofh7qoVXVyEwn4fyxUDOoz7pnKNHWSbgrWCzqL3CkT06AI6e0BKIAk6JiBS2US0Skcrn5aipw+lOGlgH4erT6mw96GUdho0Tlc/tJtHO7jPw91VK7q4CIX9PpYrBnQY903lGjvINgVrBZ1F7xWI6NEFdPaAlEASdExAJAzodEQa0FLm3gBYEyeF/cRABxQH+wGwEk2KxokKx9uNswnHnJkNfW/F6BJHl7FcMaDj6LKqUscOslXB2EBn0HsDIrNJXY3IzNd0pESrdLTyaSl6+lCKkwb2cbj6lAp7H0ppp0HjdPVDu3m0g/s83F21oouLUNjvY7liQIdx31SusYNsU7BW0Fn0XoGIHl1AZw9ICSRBxwREKpuIVulo5dNS9PShFCcN7ONw9SkV9j6U0k6Dxunqh3bzaAf3ebi7akUXF6Gw38dyxYAO476pXGMH2aZgraCz6L0CET26gM4ekBJIgo4JiIQBnY5IA1rK3BsAa+KksJ8Y6IDiYD8AVqJJ0ThR4Xi7cTbhmDOzoe+tGF3i6DKWKwZ0HF1WVerYQbYqGBvoDHpvQGQ2qasRmfmajpSL0eq+E3L47LVy+m0XpgNvgS2Nq+dX5dRbb5f9H75RDiyw73M3CfbzKRCX/Xz9ouaGABqnOxrQbh7t4D4Pd1et6OIiFPb7WK4Y0GHcN5Vr7CDbFKwVdBa9VyCiRxem0vmrHzosF911WB758BHBzvIAPzrJGTmx7xbZ/9BpOXKxyFQ6jm4WBTgJLEWrbM5eJ7dhQDsV608QV89snt8jV+5hQNtUgP3IwTsie1z2IxpG1skIoPFkKHdeENrtHHleIdzn4e6qFV1chMJ+H8sVAzqE+8On5PALj8qd15w0TJfsxMpFcvSOQ3KyNAfq4u87IfsOHKv/99CpRyw3f935c5PnyJ11/uNn9uTGy0MaPzyPPsiym6KD0vRERG6+V/beXZzR6TKj8r9/8QbZe7e08ze9knv3rpR79h0UqfpncCuSHpd785syS1tUTSx5Ne49Zct79snBm9qsdsl9uFLT5EDvhuOa9W50rtYdZfwoc7p3VGVz6Nb9fuZzvm6elRswVEZO1PgGtOt6c0ZbH3uud+o4sq636npuw2Ks8cY119kOrcj+sqS6rld5fOfAADXHbtgGVGVPampQ8fTQpn9MONgO0GG6ekbTchYQR8/2emxeh6pxr/3dpaHt954xPkYH1/rhBOuRYOfsXfz69viuvEZ/t8neQ/SOJPp1wLim9N1DdN3L5XmkvM+w7I9EpLqXMLXKa7fdn1XtaM25Yu2s73nCMUyaM8788msievpx6kq1a+3GrFdZH4KuZ7bOe/ks49j25d4193g9WVfJyejSeY1Yph5juWJAD9a12IycveS4HHtAMV7ygXO/nDxzWE4fOC2HVQO6+q36W7npudTYpBQm7aVy/Kb769NtWfPmPmFYD7JycpjmeXbxuOeqwhB3G9DKy6Q5B4NVaSrrBnS1ETTFMjdu5UbxktIQ1zaRIpXBUHM3f+8bC0PSDh5Ty8qA3iKyAb2bi4c5j0ozaWoDDgN6ooke2YDOdLpe5LbyRHtxc3FpeTPeXuP135s1+F45KAeleThp63x+49GZpijr9NXVw1p9fc/zPtA8BDbb2bpaKNcpKa8z99cPgu1zoPl9GunGbthGtaJ1vc14Xidya3GS3sar1sZcD7U9Tb9OermOtJPVM4qUd+YYerbmRMbk7iuLh/z13vFekQNu00ora8g1bYwOvXm90ToT7px9Lz/jtLq554e9U8+wBOVexTwMpM6ZPvalToeuuVOkvs6Y+z9zzTJWNPMNMFP7Mnk2F2+R4yI3ifEQHgO6IYqeYfNAzxVjbexsV+9+0XG9H3M9a+9Y9DeGOubhFHy7ytgp95gdWVnZqejSfY1YpiBjuWJAD9S1Psl71T32k38WU9VmyuYD7SXKKejanMlOADevVxc3yur/D2zwBMmLQfaIYQbYC57XgDbMkdbG07gYet8ULHODOIG01iLQext6dxvQlnl095WSG4o3NSd/9FMq1VsJxZDSfrvmpHz26tPyKuUNDqluGI1Tp83Jococu0HOvrB64yKr41o5m79lkn4VPbsAACAASURBVNVinrz1PYVZmgUP7ZdbsjdZ8hbr7ddPdKj1lHnPiBzM3mjJ+7FfblfeClEf0HWfDOnqn/K6vXaaw2zDDkNwaNe08gHs9eobOPb50m8uVw8EzQeQypJke2BRr9nFOGjM6XzUDbpWtsw54yR/jAe/Yzdso9Z87+tdW5vWfkWUa+lr72m/2dBVV6+mN0r25pG2LwqtZxQo/8zT69lvdplGTe+pSXMvOkD/MXr3ajhhzPGdsx/Ar3rA5XeQQh9v22TvP+fUlF5rtNOAFrk3v54rB120PAMNaPMQTbEjKq9Nt4lcf5Gc9bh+hhGZLtf088vdNvR0M/JJMYd2dbvU645Y3nq0zkePey7rgbU+Gh5l+sAckGZW7gPaubWkaejSd41YpmJjuWJAD9JVucF9uOPV8y4DWjlBVhs0ysmvZtN5Vr+JzhbrWzN75Jgcy02XtlkyqAsBifNB9tBJy2nldmHzGtAOgznwhsxppAQwXXIW9O47lblk5Ya1bZABfeBY/cppVos5z11mXt6ylvlkOzVmvvZaGcPNa7CVSa2fgC02m82JVeNtCA1N+5RN30lBva/2vLppVlTWOpFrOTV69A6jf9XbG7ZTJXWc7cgnoM1hpN0w2Exe+w26a910/Z6/hWCGd6nX8OJG/mjFK2/zkBsOvc1NiCjlDZ1BhpPf3Bu7YfOrpStV9YBGf9hiS61rY3voUD5kyvYwtofxXTeLHprq5kxgPeNAeeeOoWf10Moepq1qmnusW09SK2Hg2g/wqrLH6G0z2BQNy1Bt3oB7Eu6cvfZAMGuYJfRQ1V7rXlMNXNeVd7vsh48Jz4c1PgZ09WDb+vbkQAPaVp+y7knrmxnuuTyczfgcMeZXf6vQc7xqRQm7105puTr+e6/36ptX7jng3C+a8AYb1uPpz8p9fPNXW0ISuvReI5YpzViuGNADdNVOJtgW1qysjkXPjGl16JpDcuclWUzkA8Xr/vWNtnGD33qNpM9YGdCZAUnzQXbmuBITrXpFrdlQV6ZQHANaizitGGHGiUcz9lrrhsG48W793pzurPFEMCEGoJ8lKXp3hXyZRY5olbpCcNRmbmuts9wkq+Zy16tvrhAcjpO2LZPQtdHtnLsWE1VJ2z7Bp6Zv5zVDQRSC2YwE9QZLilBOykmo3tM/PSbw2E3AoJtC6/UtxIB233BYeWj1m+v/Iclepb5UO13W0TtjbFhvbiKs/XG18lsq1L2I3eQ0tek/4f7IS25pf4S0Yx/Ur2nxtoN5qrfSZkg9fiTGp4qmp/ZmiO2BgWv+uH6v3lLxL9tPh34Nq2+FjCcf0WRxsi9aX8wj+8Mcl1nSnXfMXFsB+0EDw75O1XcLVQixvn2+usara1Z2wKg3BnSjeysGdMe3geq3dVpro3uuDsIyUeJoa1tn+9BzIulmNKAtD/bND5Rb9wauOeD6vU3OtQZPxVotZ/dzJkYv1lfm8nUx7qFmeHgSovpYrhjQvtRNE2agAW1W0yyO2Uf5ekJuWG6CvV5T8u2XR7r+E7G60RLHgPaLAW0/cWicqFRPzDkNhuEXPQ+ci0+C3rv7wOecg8E0oLXzWepHUltrXfvBT9EP5WZcuemrw2p0vn5vOxnWNnD7DOj9rVNFthPXFW2LAV23TQ3xoapTnViznQBWQ47oH0i1mWnFaem2AW2e+G1/3EgtezchONqb+O4T0J0nVy2nHtvXCX1M5cbo/ts7TkB3fciyWa+vvFv5iKxpCHS9pZR/JNc4Ae37gU3PiTx2w+ZZjV+y0mgT44PIbW26T2XmY3mITp0nojJNi7lnG0eD6/EjMDrVLvS0m5X9exO/PaJ9LbM/PCvWOLcODg0XHYKjw8ToMJm7Qv7AfvS08iyg+8SstlfwOgFdhL6qr3fZWx2GAa2He2qaaHtDSvt2QOt6Y7Z7mfcZu1jbdKHR03PgO5PtXruiSda3bqxvsZl7uKHXM8t+Ubm2+K3BToyDE8zFfXBDN5Zh8bo4rxHLFGwsVwxoT13NE8xNNuNVOq8nF8piK9mTdv2Eb1V2fhOex1fU42TuenEtBtm9xivuVSuNm9OOzZ71aaTPk9Bek9i8aE0bgmOOJ6iewzFqMvRWTKiopOctvC8Eh9YynxPQXV1RT0Ob8eDM+b/YE9Bq57pMG2UDnn8Y70q5p2Wm9Z+A1gxoc92b4QS0/WS37Uahx5S3fmDQ84bbtvZ3PfjN8DsfKFo+RFtKa7umWsNyjJyyYzdsI6tvZbc/YDBPIduMAeW6n+9hjIfEXTr1alrMGd3oCaxnalAd5e1ET599ktY+z/nVuVcdo7dDw8unE2Y+9mUfuh5kGeH2rD2G/SQDwX6NKsNfVQ8UBxjQ9Uc+bz4ux27SD6/4GdDt61D7QXLZ9frBqOd8nYSYfyE7mV9Gc9DTX5++lIvRznsP1zcHhs2P1kG0aZB6lTIHd6+GbTzR0nVxXyOWKeBYrhjQoboGn4AuQ2hIZlIckQvbt4SWE9FqbNNiMdaesIf2wTNfPcjKU436a7vm6ajyyWT1+ltWR9dm2+fGapABPeFHCH3MDE9+qSVD79QUC2tvuAFdnnTIjVbbGqa0Rz31bI2L2RhXxUVY5ORDWWy4YSegD5SnOS89U51eHxIDWk/bv4HtN6BV07J1M6Wa8Zb+qQa0GSdSPwWpt2HsJqA9evrDPJn96nog2vUAz/8GwbzW9cSI7DjNq/VN42/0ujV+ht30+M7A6bXyrbm4Nl4nt8np+qRQey/RpU3/20UOnSxhU8xY7ZW5M6oefxSTpZxez4zlPXLlXvMxUrsm3eOzS8Mz7zksZ9/exN0057E6X8fo0J93MvQRXjPvZy8+/DquibCfTne9pPJ+w3jLJfQEdFZ2Ywbo32fwNqC1bxF03K9p15s415qxxKdf23xahJ4+lFxpdqude6/ddb1v+jH8emZj0PUAw8Vrqt93y32qVq+/nGXr4nONWKZGY7liQIfqagvJ0TrJXJ6Ozk/+HZU7q7paMcLURlgMDi0mnSVOcWgfPPPpg0x/9SUvotUfM03HB1e8DWjzhHjfa+7m6XLLyazqtJYlNlwVRiCLA3vwpjag/g8DeQJdeDL0bgRas95jDOiMUOutkHIdyM3TI/VqJ3UIDjVPmfasOs9uPi7Hb7pf9ocY0FmDjHVS1Idg2pwr19hTl8rRI+XaYruBVfrQhBcx1+dy893xgVidkboOWsIaaNcUvdxDNx8XuUnkhtyYimxAW9dFkYZnX5/N30rwtRYDH6D2aGqeGuifqx3tUj8kZvQ7xtwfu2Ebd+loX7v1PvZr0z2WHXPP+qaDsh8y5mlwPePgBOWOoWd36B0L57LVzRrbo6E5r401z3xgNEaH3rxBpNuZds6+j5+5Tpl7fdhPpLq9mPYbqsq1tmeff8B60KRaJ9sfQFZrr9bOzrdnsti315+Vi8y3Q8pC9DCMB0W/y3F/KDYq0Jk/ZIee49SNsTZ2tsi1X+zbl3esm17XM7NBrjV4HFKv3Dvl7tUiEmUEFq1Lz2HHpb+FP5YrBjTz00lg7CBzVkCCRRFA70XJEa0x29W5/xRzNOCRCt6ujpGARix2CVq1T0JH7HD50KmIe95+3ytuzfFLj6dn+zRu1N7Y4vNHrXB84bAfzzC0hHjsQ1tEvqkJoPHURHdXHtrtjrVaE9zn4e6qFV1chMJ+H8sVAzqM+6ZyjR1km4K1gs6i9wpE9OjCdnXGgPYYHiSJQGAJcy47VXHPVbv60OqOjdQImvUVGU3PzBC+XuQ2V4ijifq764cSUzQb9lNQDCsjGvuw5pArAgE0jgB1R0Wi3Y5AG9XAfR7urlrRxUUo7PexXDGgw7hvKtfYQbYpWCvoLHqvQESPLmxXZwxoj+FBkggEtjvnIsBcQJHoOZ8IsIf9fATWXzPzK12N0W4e7eA+D3dXrejiIhT2+1iuGNBh3DeVa+wg2xSsFXQWvVcgokcX0NkDUgJJ0DEBkcomolU6Wvm0FD19KMVJA/s4XH1Khb0PpbTToHG6+qHdPNrBfR7urlrRxUUo7PexXDGgw7hvKtfYQbYpWCvoLHqvQESPLqCzB6QEkqBjAiJhQKcj0oCWMvcGwJo4KewnBjqgONgPgJVoUjROVLilf3QtXazOljNnnIhmSYAucbCP5YoBHUeXVZU6dpCtCsYGOoPeGxCZTepqRGa+piMlWqWjlU9L0dOHUpw0sI/D1adU2PtQSjsNGqerH9rNox3c5+HuqhVdXITCfh/LFQM6jPumco0dZJuCtYLOovcKRPToAjp7QEogCTomIFLZRLRKRyuflqKnD6U4aWAfh6tPqbD3oZR2GjROVz+0m0c7uM/D3VUrurgIhf0+lisGdBj3TeUaO8g2BWsFnUXvFYjo0QV09oCUQBJ0TEAkDOh0RBrQUubeAFgTJ4X9xEAHFAf7AbASTYrGiQrH242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ajHIHpFTb71Ijt6hd+3QqUfk9NsuLP748Ck5/MKjcmeV5JqT8siHj8iFckZO7DsocmZPbrxcyX/fCdl36/4yzVc7y7/hixfJQblX9t59QK88r++0HH7otBx5+ITsO3DM4H5c7t27UQ5k9Ri/ae32+l2KstQaqnw3W9qW8AhA72y8rF/vsRePhIf4qpqOjunIiVbpaOXTUvT0oRQnDezjcPUpFfY+lNJOg8bp6od282gH93m4u2pFFxehsN/HcsWADuO+qVyqIXn6asVwbpmx98vJzAy+uPjhqx86LNfJbXL6bWe9DWhr+bnR2zYEs/IvuutwYWB3pMkbYv5WGuWXVob40N/Lfp95zz65RY6L3CRyg2lOJzxC0Ns+3tam99iLR8JDfFVNR8d05ESrdLTyaSl6+lCKkwb2cbj6lAp7H0ppp0HjdPVDu3m0g/s83F21oouLUNjvY7liQIdx31QutyHZccK5puR/AtpucNvyFyemz15fnqoeYkBLkbeuq5XX9XvWsaxNt8j+h24TuV5pxwpGBnrbDOj16T324rGCob6KLqBjOjKiVTpa+bQUPX0oxUkD+zhcfUqFvQ+ltNOgcbr6od082sF9Hu6uWtHFRSjs97FcMaDDuG8ql9OQzE8Un+05BTzWgC5OU9ennTP6Zp1DDGg1dEd2Wtt6AroM7WH7PatfCR8iZtsSHx3obTGgV6j32ItH4sN8Nc1Hx3SkRKt0tPJpKXr6UIqTBvZxuPqUCnsfSmmnQeN09UO7ebSD+zzcXbWii4tQ2O9juWJAh3HfVC7VkNRjQKsxli0xc2tKhQFtRmjOf67jRNtiQJfl14ZzYwrnhvQXb2jiQvfFcW79ppRbmclajGjb72r/jBPSpqGd+OhAb9OAXqfeYy8eiQ/z1TQfHdOREq3S0cqnpejpQylOGtjH4epTKux9KKWdBo3T1Q/t5tEO7vNwd9WKLi5CYb+P5YoBHcZ9U7mcJ2L7Th/npMafgBYtbIbo4TdqE7nDBNfaVxrdlygfDhz0e3X6WjkhbYb0SHx0oLdhQLceMBiGdKJ6j714JNrt1TUbHdORFK3S0cqnpejpQylOGtjH4epTKux9KKWdBo3T1Q/t5tEO7vNwd9WKLi5CYb+P5YoBHcZ9U7mchmSXwVxTmsKAVsJwXH9WLjI/SrjDEBz56esjd7bHQH2aO+3hgd66Ab1WvcdePNIe5etpPTqmoyVapaOVT0vR04dSnDSwj8PVp1TY+1BKOw0ap6sf2s2jHdzn4e6qFV1chMJ+H8sVAzqM+6ZyuQ3J0hw+InLyodNyJIubLMXfrpPb5PTbzuYhOORM+cHAip4SV/dCr1PExYfg7r/mTpGrH5H/n723ae3jZtvGz3yLBNqFodvwgBcPteHeBPoBYpNC7dVFl9mF7OIa/qmzC91lGa5VckGC3Q9Q8OYCuzwLw022BS9ScL+F/8yLZvQujTQajTSHV8lv9HLqOKSRdMypU+c/PRx5mCJAR11C2InpNx+l+lsv2WPaldtYYE8B37wAXS/fsZNHgV27SpPBYzm0gqtyuPKxFHz6oJQmDbBPg6tPqcDeB6Wy04DjcvkDd3m4A+55cHfVCl5cCIU9j8UVAnQY7pvKxQuSYgxoogNOiFU8RQePYH8PaFv5DejXvz6g/dMDQehuydDEgCayxKjmBWudeG16bhG6W9uIC+1RaC8B35wAXTHfsZNHod27OrPBYzmUgqtyuPKxFHz6oJQmDbBPg6tPqcDeB6Wy04DjcvkDd3m4A+55cHfVCl5cCIU9j8UVAnQY7pvKFdvJNgVWBY0F3xWQ6NEE8OwBUgFJwGMBJPUmgqtyuPKxFHz6oJQmDbBPg6tPqcDeB6Wy04DjcvkDd3m4A+55cHfVCl5cCIU9j8UVAnQY7pvKFdvJNgVWBY0F3xWQ6NEE8OwBUgFJwGMBJEGALoekCZZi7E0Aa+akwH5mQCcUB+wngFVoUnBcKHFEBO7ycAfc8+DuqhW8uBAKex6LKwToMNw3lSu2k20KrAoaC74rINGjCeDZA6QCkoDHAkiCAF0OSRMsxdibANbMSYH9zIBOKA7YTwCr0KTguFDiIEBnIw5jJhv01orBSxpeYnGFAJ2Gl6pKje1kVYGxgcaA7w2QjEVqNSRjvJZDJbgqhysfS8GnD0pp0gD7NLj6lArsfVAqOw04Lpc/cJeHO+CeB3dXreDFhVDY81hcIUCH4b6pXLGdbFNgVdBY8F0BiR5NAM8eIBWQBDwWQFJvIrgqhysfS8GnD0pp0gD7NLj6lArsfVAqOw04Lpc/cJeHO+CeB3dXreDFhVDY81hcixegw2BDLiAABIAAEAACQAAIAAEgAASAABAAAkAACAABIAAEgAAQ8EHg/v7eJ5k2TfECdEzjg1HbWMbYrxwbg6v45oLv4in0agB49oJp9YnA4+opGgwEV+Vw5WMp+PRBKU0aYJ8GV59Sgb0PSmWnAcfl8gfu8nAH3PPg7qoVvLgQCnseiysE6DDcN5UrtpNtCqwKGgu+KyDRowng2QOkApKAxwJI6k0EV+Vw5WMp+PRBKU0aYJ8GV59Sgb0PSmWnAcfl8gfu8nAH3PPg7qoVvLgQCnseiysE6DDcN5UrtpNtCqwKGgu+KyDRowng2QOkApKAxwJIggBdDkkTLMXYmwDWzEmB/cyATigO2E8Aq9Ck4LhQ4nDBeDbiMGayQW+tGLyk4SUWVwjQaXipqtTYTlYVGBtoDPjeAMlYpFZDMsZrOVSCq3K48rEUfPqglCYNsE+Dq0+pwN4HpbLTgONy+QN3ebgD7nlwd9UKXlwIhT2PxRUCdBjum8oV28k2BVYFjQXfFZDo0QTw7AFSAUnAYwEk9SaCq3K48rEUfPqglCYNsE+Dq0+pwN4HpbLTgONy+QN3ebgD7nlwd9UKXlwIhT2PxRUCdBjum8oV28k2BVYFjQXfFZDo0QTw7AFSAUnAYwEkQYAuh6QJlmLsTQBr5qTAfmZAJxQH7CeAVWhScFwocTjdmI04jJls0FsrBi9peInFFQJ0Gl6qKpV1sutfH9D+KdHBxzs6/+mh0kbj878/0uG3x3Tx7APdfTqiMec/9PHHR3T8mS/qjK7uX9Ee/9Ofb+jB3sn4y+sruv9lTMHqHRIo9WjoMNpExMo7u76nV9+zvJ2t50/7tss2tckk2zVpBOysZUjYSG1O2cHAd4Nu/XzHTh4p+yDK9kcAPPpjlTsluMrNwLz1g8958ZxSGrCfgta8aYH9vHiusTRwvEZW/GwCd344zZ0KuM+N6DzlgZd5cJRLicUVAnQaXqoqtetkd50ASwd08XlXFYnpmt48eEs3zy6ImEjbo/DPfw7p0V+7dHZ6Qztfz+noG4OoS734+2UUqtu8R2J9jUB8+UMjDvciLYnCdicga4RsjhWnTUo7dYIkCTh09R7QB9bGVmDm0vSi9y4TtuXnnH1tWRIO73fOOUE8XRcD3yYBui6+YyePdD0QJU9BADxOQStvWnCVF/+5awefcyPqXx6w98dq7pTAfm5E11ceOF4fJ74WgTtfpOZNB9znxXOu0sDLXEiK5cTiCgE6DS9VlSoIkk+v6PD3fbp9wXsHE3WC7ku6on16+x3vId0Jt036J3880D4bvIob1HhRthVsz+lQEK1HaHXidPdUEosVNnxs6to52uYWoJtqWuGYeg9tRWD2K0MpZ+HeBL4bH30/rkrmO3byWLhbojoDAuCxnK4BrsrhysdS8OmDUpo0wD4Nrj6lAnsflMpOA47L5Q/c5eEOuOfB3VUreHEhFPY8FlcI0GG4byqXKEje0Tt6To9+P+TCaXTez413886/JZG5FZFv6WUTVsMlyOoE3N92pLAdI/SC+CcxYntGvjbtvKcHeze9R7OfICkI6FoPaE5Qt3hAd+WcGMOdpOyA4Lvx0q+f79jJI2UfRNn+CIBHf6xypwRXuRmYt37wOS+eU0oD9lPQmjctsJ8XzzWWBo7XyIqfTeDOD6e5UwH3uRGdpzzwMg+OcimxuEKATsNLVaXKguT5T7eD4NyG02jE0l4ovv1VFKBFIbgRqveJhtjKagxoPkZy6+EsCN0irE3Zorf1+Jx5ZPOxotlTH5uY5/OYdkcTA1oMydCWr4jbXOzqqTGiWZzqptzFY0D3IVfacCrgW/iwwHfDgvmOnTyqeskV3BjwWA554KocrnwsBZ8+KKVJA+zT4OpTKrD3QansNOC4XP7AXR7ugHse3F21ghcXQmHPY3GFAB2G+6ZyqQL0Qy7URCfMspAcoigsC85SiAptmAPmcdyH9XAI0EO4C4kRswf0RJuGMCDviF7IlxBqBGjeq1nwcO7F9sfcBYo2D2ihPZ3NJwuJ0OC78VKvn+/YyWNTL8EVNxY8rpgcyTRwVQ5XPpaCTx+U0qQB9mlw9SkV2PugVHYacFwuf+AuD3fAPQ/urlrBiwuhsOexuEKADsN9U7l0guTg6XtNtM9dtCcI0H0YCRUsdkGgGqtZEI59YkBrBWpVZB5sCLXpyxmd0QndsAsWDeKxNSaw3B5vAdotxs/ZIcF3cwFk/XzHTh5z9jmUFY4AeAzHbumc4GppxNPWBz7T4msrHdgD+3wI1F8zxle5HIO7PNwB9zy4u2oFLy6Ewp7H4goBOgz3TeXSCpK99/LxZxLiFI8CNLWe0ce8x2+LWicO33xsQjt0aYyXELKY0KdMsO5gb+q4/KG5BFHvGdyKwF8+aGJHa7yQfWzqbW6CaQwhQjTicXcpIvUxo6ULFdt6POMKt/Vd0pMmbrYuX+LeB777flU537GTR+JuiOI9EQCPnkCtIBm4WgEJM5oAPmcEc2JRwH4iYDMmB/YzgrnSosDxSonxMAvceYCUIAlwTwDqDEWClxlA1BQRiysE6DS8VFWqXpBkAusYMoOJw21c5v+5pMNvuQv3OETG2M5P6FIWoGWRdhChuQKEUBRqHGljvGSLR7Xdpt4D+ehCEqD5+M5E9EwSvXUezkqIDqkMFida9tReKPxGgzL43gbfsZNHVS+5ghsDHsshbzVc/fmGDm9/pvOfHpYD3gotTctns7Z5Tzuf2IfoFQKQ0SRgnw/8tNjnaxdqHhEAx+X2BnCXhzvgngd3V63gxYVQ2PNYXCFAh+G+qVyxnWxTYFXQWPBdAYkeTZiLZ9dloR6mIMkkBBoP/be08/Wcmktg5+JxkglIHITAWrhqxuxzegcBOojFpUQa+SRUpLGVZU87loC9rbukxb6yjlpoc8BxocQNTkT35TagUMsxZtZJHHhJw0ssrhCgQ3hpPWmP6UL2eB3CUhyMYRhY+ZJH6xDKQaifefPy+cdwAGNSMSRFSBOm5IntZFPqQtr8CIDv/BwsYcHI84RTBLJhzXvttx1NuBtNC9r35i29HELLLNHKGutIL0B34YQuBvDOrpuQRyOWbZijU/Z/y3zHn9xwxt/XcSXNf9Kc67RDKVI3x/aJFjh1kv3dKrdRe2pnPJXDr1PsfcLOk0iDPe189aQf+2n4VN/H4/iTn8lrwRhsRbxieHC9P+ZgZnns1fef+F4E9nPwGlKGOA80JXDjQjvv9M9NezndBeKfRcvYu1Hu623t0nzZ5mR2KKcZLXfWhIAxU54048vPOPDph5Mp1dLcxcwVTRsY38K4CVkveukscdjaci+Ne7qW1FVyMbwY54h18hGLKwToybx2G4Dbx2d08oUTXtqOc0Mfrg/pfE8KPcGe9R5r3QV+x7QrLVLal/hfu3R2ejN4t7GYyaRb0Ey2PSxDbCcLqxW5ciEAvnMhv2y9I8/yBkgfWz3aOgjQ0RB2BSQWoBueXhC9+3RETYCGbnOxS1f9hwPZ4118PsbZv6J92qcruv+li2Sv+xMubVUSyJfUijH85Vj/sp1KcbY5WgnPxN9VMF+YiqzvVqWNDZ7PiX7rPOk7gYQGngX85GfCmsbOk8iDI+1s9cw01BzFpOBTGRMNJn88aceR6Lku32kRg63U0BgerHnn42Vp7AfL24+ujcR5QvSCfZgD9vMxO6Wkfq2i+5DWjxn3e+2GDp5dELELxpvqNQK0cFcNZ6JyAkze7/Vp2/tx6IzolKSP8BCgRzjB55Teb0qb4t1otMu6XnS8Fwct5Ipob59cOod9vSidWjGMwznwXQXuKRtSWdmLjocI7MxzREShCbPG4goBeiI5nUj8ku5/uNR72sQd3AAAIABJREFU/mniDOuOqI+X9fWb20GceUKX3PFqCNATCULyaARiXyrRBqCARRAwC9C96Pj7YefZ3AsgraB4Ol7EKXqpqBeFDh6yzz7Q/z49p//DedQO8dKZB1LfYtHTrxHHXtLtt/vNVr/3avqZbpvLTVtvJNnz1tcLs1+oft2ht81JlqHsMdaq6NEhn0i5pCfXRPt7J33c9x16/4DZKF7KavYMYeKf3D4u3qvgzSHbsGAIDmFO6z/ADsJLA55+A23fLBB1H2L19wS0lOg+WAzCQNcPRFFAFOatGya5XqUueeM0z5DM+m61Ccz96a1bgVdOFmjEk+ZuhyFmNIdPe9+DdLLBVJeV01dEc9UzD13OUubnc1q/E9aWMdhKscCV9Sl/N4eDbyuHM8Ycz4M9e8e8I3rxiIbxAuydYyVFAq/wXz4f1tr5nPv4FiNAa+dDQ79pQYEAzfoG+JxnlMz/bpxgF7+uI82pR+149BgDrvWiYqJHmROa5ZM0K+4+Bm40TRm82OaIdRIXiysE6Em8chvcvw1Hz00CNOdB1i45miPMnHfYuOC/FeJ7ssUJf1WdPnzHpIZMShzbySZVhsTZEQDf2SlYxIBJAvTeyXgBJ/OKZQK1/D4zheVQNuk6jwW2CWRHzZmwPR49ZyK16AEre6zK3oE8pKqXjfA+lhbI4qZIn1cU57q6FI9cjdfo8WepfY97j2GdV8mAd2IPaLn3CXjoRF69aOYSoF3PWy80ObzLML92AtAxw2vKRt6wkek+qHR8NCLa/hfpUtkZRmXedyv7QKMJ4dWPzd3XJ3SihFbRfXTg1jC6j/GmzaIHp7IIPvSTKfXMwJVPESn4ZB+tfNZ5ynvLMV6M2AqnFGL4loTZHkTnWPcBW0qTA/vBAeWXne4kJPtgE9OvgX0A++0M23Jg8kweCvURoO/7D9tsPokRoHX1cf2DGicmbu0EAZoxBT4DB4KSLcW70ds2vv9b34v9ySvPtdvkOWSyYO3dQmPCrLjHm19tCUXwYp0j1klNLK4QoCfwKniFWEUW1atLjml18OyALh6/7I4nC2U5vLh6rzhtjLEJbZmSNLaTTakLafMjAL7zc7CEBa4QHDcfe49H5V2nESh4cdl09M0VgsPhaTtu/vuQDq6FrnHjqXnHcmlVDz4+vZpXDgXRy8+iQNFJ0tyGmZTnVu8fiwicdrxKm0Ltoj5EgHZ7p2jxEOqXPN7poD1KvWvw4h3GlGVjMs7TmrjWMwzKtFz5GcivRQaRczgKO8b6Hvt15+EvH49lG8K7795KgorZu93OaXcaYI56/JCIT5WMT+FkiOHOD6kfx2Arhsmxn2iw823n0BaOZyobi2MvzF/iHAjsp7I3R3q5n0rzAYu1LJwk6uod3nv8vMqPp8bBaPCIVmOy8zGmlRjQhruBBqFcmX/cc+EcaE0tI9n4MhoCPqdyZEq/PHfMEnEt6F7DsXyuMeB6riIxWbCeAfx8uM9gfMVFrJ8Xn33W+giKxRUCtC+nsggzUYCWqxlfjqTxeB6PV+vMU49H+jYiLF1sJwurFblyIQC+cyG/bL2yAG08ZaG862Thj9mtv/hn+FhmPKYs1Nxf4KqK3DYBekfxKjKEcGhN1QjQg218iA+eDyZI6j8QjqIew8As4nTe0qoALXv8qpcb8WUvE4JDXcSbPaD9vCs7TNWNidinWoFg573BA9p0keWI+ZM/uEsSZUFAK0BLfPUCILGPMDMNzVW9W/k2tmEVdHdXNCcSujGh47fty1N4MnpENZzOWM9MfLmKWYJP3jN/jKaueb/EYCuExjB7QLv5dnC46hAcBhGjPRUht0vCCNi7hkqC52aPWWGt4OUB3YW+Ek5bSAK0Xwxo+SSW7mOcbPd0cS0BmEqRS7zbxErB51y8Ls9dZ7myXrS+F7lwc44wNF7rRW5u8QrlMhfYXDm5cE/QlKqKXD0vyp7E8zRIZpZicYUA7Umg7ME8ZpM8pbyOfXALDmq+tPMCDFeydvO7fMeM7WSeECPZShAA3yshIrEZthAcQtU+HtAmW3lvaDkenPyuXK0HNN84+wmV0Wv0CV0qop3dA1oQoOVNcwYPaL1nt26zbBHltZcQem64HUeZlasBbUIDT6EpTJZwLFonkscPyLW9W8UP4ZL38YCnLt42J8C1axjp8kLTB3orp92YEYWewHriqfIqYRE+DR6TwwkVZmkMtt/zzdWtMX15cHAo1OMFsTHRotj/v0M6/7/svgDJpMbTtgkPYxwDUzAB9lN6hX6O6t/dzV097ISp7+Wq7CTI67M2FFF38a59z6W/hHB8H6ofkvsWDh9GPefDKcDMkHaR8SXZCT5nII6IVsOd9xrONgamjQ/nZdTzQKwtJQfuCZtTTdFr58U9R6yTilhcIUCH8hrsAd0f5yJTfElpM//nGzq8/Xm8/Md0vD20HR75YjuZRxVIsiIEwPeKyEhoSrgA3Xs6+MTI5b2eZSFFWpx2kzAFeUDvKSEEpsSAFtPaF7B2AZr3vFI2U8K7W+NlyM0pcpxI0QtStGH+8WrDTuXe5G1iOgLpv0GQvcksQsAUj2WTAC3c02DHIHRYzs+VvyUN7s/pHXeRII9v55E/xtR2jAnlg8g+jYKo7TihnVN93HQm5kzoD/6wRKWcn8+mjZf0pBW+uj8BE02olLEBMdiK3msxPNjzRsEtZF4ce6F2+f0N7OdjdkpJ/ckZ6ZRLqAf0ON6aq4nF+xn8PKCbEnjBTOMR3SQRxvE0gW0KOjFp5x9fPtaATx+UXGmW5c691jauDYaGmMeA/3pxwr7EBWDg82VxDzRyg9nWzYvPHLFO0mJxhQAdyqsuJIfiydx7R7eef5z3hBIjjDdCFjjEo8lEaWJT2mCI7WShECNfHgTAdx7cl641RoBut1ntpW2c1f17rRVPj5oNXPfHx6sf8vRpb/kyXp/R2ekN7XxtLieZFoKjFWuEuKlExGJAKsD279iPu3R81J8+0W1guTaMm1H5/SzHhxTjtYoY8e9uuwD9sPe6Ov7cGX/w+ozolOhlK0wlFqA1MTNbIwY8bW2Wn/XgD3kNiy1T57dwKnsNOC9t07Zr5MTUnxVP64iBmvfdKq8luFiobZuk59L4Mfdlx9jTnnTg1kNz1RPBS2jWFHyaQ+9o3rnyO9bxDrRxKH8wCuZbmRvSrFmXxl7sI5r3N7APHUbR+dQTqlyf0773+3lae2qGvQfVC5B5Q9l8o/sAO/z24pYeGbyv5dMn4jlYQ9z3aKT8C0gxvnxrB5++SOnTLcqda71oey/Kz5Q9w4T1oqEssuotcTjLuRfFfV7Tqy5t1bxYTm7miGM+pSPE4goBegraG00b28k2CluxzQbfxVI3yfDt8mz3Yp4E4goSb5fHFYA/0YQ1cKV6Qk9sxMTkS99ZMdG8qOTp+FQ9oaMMdWXWxed35cn8HNjnIyAd9vnahJpFBMBxuT0C3OXhDrjnwd1VK3hxIRT2PBZXCNBhuG8qV9PJrl4T7evieXLeTU/+e0iP+jiarWejI/3RNw2MzGNO4yUjfFk1e9Ho4ufwXpcdWRrPPMst2QPBQ3w/OU63eNmY8FTzxXUJ77q5OiX4buI51s937OQxV39bvhwI0MtjjhobBNYw5pq56PKHe3o1YzxeM7sLC6kLd7NkfDbrqhdE7z4d0Zwe+CZ4lv4oMQdNwH4OFMPKSIZ9mDnIlQABcJwA1IWKBHcLAS1VA9zz4O6qFby4EAp7HosrBOgw3DeVq+1k12fqJSssPmEvOgtxSw3HCpTjar3nze7rE7r57m6MT6nEOrymNz/e0s+aDZn+EpCbPpZsQ1V/pE446quPxa2NZ2q93EqOXSXHw9LXo7/Zfh3dCnxrLtUaqKmH79jJYx29NcQKCNAhqCFPPALbHXPx2K2xBPCZjxVgD+zzIVB/zRhf5XIM7vJwB9zz4O6qFby4EAp7HosrBOgw3DeVq+tkV/TmwT7RNe85JcbBE8Vb3aUClriuzS3iv+3QHROYNRdFmUBXRWOxbtPNyuJlIV3p8QK0WEYXD3e3v02bb4H9Zu2cHQx8TxGgy+U7dvLI2UdR94gAeCynN4CrcrjysRR8+qCUJg2wT4OrT6nA3gelstOA43L5A3d5uAPueXB31QpeXAiFPY/FFQJ0GO6bysU6mcl7ubsYSxVvXelZWIzbF42obfAs/ey+jEPvAU296GsTetVn8QK0WKYtiPxaA8yD7ykCdLl8x04em3oJrrix4HHF5EimgatyuPKxFHz6oJQmDbBPg6tPqcDeB6Wy04DjcvkDd3m4A+55cHfVCl5cCIU9j8UVAnQY7pvKNXQyySu5FWv/ekn3vzTys8Z72JGepNAWOkF2jJ08LQY0DeE2NLeVc+zJFySZBWgxJjC7AXsI78GVyceftl3AJOO3lk4FvhsBun6+YyePtfTXrdsBHsvpAeCqHK58LAWfPiilSQPs0+DqUyqw90Gp7DTguFz+wF0e7oB7HtxdtYIXF0Jhz2NxhQAdhvumco2djPf2JPr44yPqvJc7OFTx1p5eEZwtsZa7iwaJi+s8UmCq9/jxFd3/stPaef6Uiy89ZJ3fA7qzcwy5UbIHNPNQ77AD3123ET31S+Y7dvLY1EtwxY0FjysmRzINXJXDlY+l4NMHpTRpgH0aXH1KBfY+KJWdBhyXyx+4y8MdcM+Du6tW8OJCKOx5LK4QoMNw31QuvpMNYu+LW3q0x8JcmARoTpRW0vcXA2qQ5D2Ix8e6mNIe9X46ottfH9A+NWJ056k9/GniTM8dgkNbnkbIXFOHAt/hIThK4jt28lhTn92yLeCxHPbBVTlc+VgKPn1QSpMG2KfB1adUYO+DUtlpwHG5/IG7PNwB9zy4u2oFLy6Ewp7H4goBOgz3TeUSO1kjBL+lm2cXRJJXsV5806eXPUcZoOzCwP99ek7/H72j858edo9c3tG/H44XGFLn2dx5QO8RtULzMdFH3gtaStMbEC9Ay57gvdA+hATpKjJfjJi/a4HvKQJ0uXzHTh75eyosaBAAj+X0A3BVDlc+loJPH5TSpAH2aXD1KRXY+6BUdhpwXC5/4C4Pd8A9D+6uWsGLC6Gw57G4QoAOw31TueRO1sVlVmMym7w/1fSWiwEHr+R3RC8e0fFnBnVoDOhB2qY3D/aJj+w7xnEe6fSNAU3ELkfUeWabLlTkuo0kSK+pQ4FvNQZ0jXzHTh5r6rNbtgU8lsM+uCqHKx9LwacPSmnSAPs0uPqUCux9UCo7DTgulz9wl4c74J4Hd1et4MWFUNjzWFwhQIfhvqlcsZ1sU2BV0FjwXQGJHk0Azx4gFZAEPBZAUm8iuCqHKx9LwacPSmnSAPs0uPqUCux9UCo7DTgulz9wl4c74J4Hd1et4MWFUNjzWFwhQIfhvqlcsZ1sU2BV0FjwXQGJHk0Azx4gFZAEPBZAEgTockiaYCnG3gSwZk4K7GcGdEJxwH4CWIUmBceFEoewbNmIw5jJBr21YvCShpdYXCFAp+GlqlJjO1lVYGygMeB7AyRjkVoNyRiv5VAJrsrhysdS8OmDUpo0wD4Nrj6lAnsflMpOA47L5Q/c5eEOuOfB3VUreHEhFPY8FlcI0GG4bypXbCfbFFgVNBZ8V0CiRxPAswdIBSQBjwWQ1JsIrsrhysdS8OmDUpo0wD4Nrj6lAnsflMpOA47L5Q/c5eEOuOfB3VUreHEhFPY8FlcI0GG4bypXbCfbFFgVNBZ8V0CiRxPAswdIBSQBjwWQBAG6HJImWIqxNwGsmZMC+5kBnVAcsJ8AVqFJwXGhxOF0YzbiMGayQW+tGLyk4SUW1+IF6DSwolQgAASAABAAAkAACAABIAAEgAAQAAJAAAgAASAABIAAEGgQuL+/DwaieAE6pvHBqG0sY+xXjo3BVXxzwXfxFHo1ADx7wbT6ROBx9RQNBoKrcrjysRR8+qCUJg2wT4OrT6nA3gelstOA43L5A3d5uAPueXB31QpeXAiFPY/FFQJ0GO6byhXbyTYFVgWNBd8VkOjRBPDsAVIBScBjAST1JoKrcrjysRR8+qCUJg2wT4OrT6nA3gelstOA43L5A3d5uAPueXB31QpeXAiFPY/FFQJ0GO6byhXbyTYFVgWNBd8VkOjRBPDsAVIBScBjASRBgC6HpAmWYuxNAGvmpMB+ZkAnFAfsJ4BVaFJwXChxiAGdjTiMmWzQWysGL2l4icUVAnQaXqoqNbaTVQXGBhoDvjdAMhap1ZCM8VoOleCqHK58LAWfPiilSQPs0+DqUyqw90Gp7DTguFz+wF0e7oB7HtxdtYIXF0Jhz2NxhQAdhvumcsV2sk2BVUFjwXcFJHo0ATx7gFRAEvBYAEm9ieCqHK58LAWfPiilSQPs0+DqUyqw90Gp7DTguFz+wF0e7oB7HtxdtYIXF0Jhz2NxhQAdhvumcsV2sk2BVUFjwXcFJHo0ATx7gFRAEvBYAEkQoMshaYKlGHsTwJo5KbCfGdAJxQH7CWAVmhQcF0ocTjdmIw5jJhv01orBSxpeYnGFAJ2Gl6pKlTvZ9a8PaP+U6Oz6nl59zzX17490+O0xXTz7QHefjughe/TnG3qwR3R1/4r2huTX9ObBPp3wSL2+ovtfuhT//OeQHh1diDj25VLz7PdDsY4mpbaef+jjj4/o+DMr6oA+fD2no2/Goo3tEWofy1Ha3Vk81KM8b+06IeLa1xWtwUDArntOvjjP1OvAt4PPSviOnTxm6m4oJhIB8BgJ4ILZwdWCYC9QFfhcAGRDFcAe2OdDoP6aMb7K5Rjc5eEOuOfB3VUreHEhFPY8FlcI0GG4byqX2MkaUfQt0WuiE3o5CMYtIK3QekMHzy6Int7R+U+9BC0Lw70ge/CRS9PIsb8+oMsfOlG7FaB1IjMTp70E6E7AveHraUTyF0TvBoHc0h6B5b6sZwd0QRrxuxXfz4meXdDuC1GYb9r1ls6IToleakT4UWDuRezHTIjXC9AtNn/t0tnpDe1IYvocHRN8jx8HbirmO3bymKOvoYx4BMBjPIZLlQCulkJ6mXrA5zI462oB9sA+HwL114zxVS7H4C4Pd8A9D+6uWsGLC6Gw57G4QoAOw31TuYRO1ojHv+3Q3W9Ez7+9FQVVJjRfE+3zHs+CAN2JrOe8QK1Bcw4BuvVsptGrWkuarT0aAZqur4j23irCbysyf3dFh7/v060gQHcC987Xd0QvHmmeiR7OYrt1AnSHX1PHkz+aOkURf46OCb5HAbpmvmMnjzn6GsqIRwA8xmO4VAngaimkl6kHfC6DMwTofDgD+3Vhv5Q1eLcthfT89YC7+TH1KRG4+6C0fBrwkgbzWFwhQKfhpapS+U7WCa2N6EmqkDwIzT/TbRP2gnny8gJ07yl86PDcjRegR6FWCBMiMWNtj1aA7oRfQdhu29SI8V27BQGaCdyfjkgNHSILzLI4rxGgh7pe0Z425Eh81wPfvABdL9+xk0d8T0MJcyAAHudAcZkywNUyOC9VC/hcCmm1HmAP7PMhUH/NGF/lcgzu8nAH3PPg7qoVvLgQCnseiysE6DDcN5Vr6GSSeKyIxCah+W8uBrQhHAcDlMVP1sWAFp45Q3AY4ifzzLnaYxCgX33DBOcupnUXEqMJR7IzeCd3orckKCviuxoDWowfrbZB9Or2aGNATwXfogBdK9+xk0dA10KWBAiAxwSgJioSXCUCNlOx4DMT8LhoKx/wwD4r9ktVjnfbUkjPXw+4mx9TnxKBuw9Ky6cBL2kwj8UVAnQaXqoqlXUyRXCWBVVJXB7E0h8ux0sIjR7QosdyvAe0W5x1tsckQH/PC8u3fYiN5mJDyetaaavdw7kT3Xe5yxrlNrgE6Xm6HfiWBOhK+Y6dPObpbSglFgHwGIvgcvnB1XJYL1ET+FwCZX0dwB7Y50Og/poxvsrlGNzl4Q6458HdVSt4cSEU9jwWVwjQYbhvKlfXye5a797jz2rTh8sEZe/mVoA9pt3XZ3RySr2wqrkYsC1ybgG6u9TQHAO6v/DP1h6jAN1fuPjbDl09Paf9wRtb04ajCxWwZx/orr0EcWIIjv7yRrXAM060ju+a4FsWoOvkO3byiO9pKGEOBMDjHCguUwa4WgbnpWoBn0shrdYD7IF9PgTqrxnjq1yOwV0e7oB7HtxdtYIXF0Jhz2NxhQAdhvumcrWd7PqMHuzd0AcpdrPgtauJSTyG0uBE0l5IHYTrRAI09QI4feQu6mt+e0H07sUtPXK1xyZA9+LxCRGNYTN4AdogtDNR/vqeXn2vejSbLyHsBXMWV3uwzSToh3dR8K0RoCvkO3byCO9hyDknAuBxTjTTlgWu0uK7dOngc2nEx/qAPbDPh0D9NWN8lcsxuMvDHXDPg7urVvDiQijseSyuEKDDcN9UrqaTXb0mgzcxJ6ISF+tZEkhPSPbSVeMf0+AZ3MdVlr2H++ftZX7Ss1bM3nk/hvpg9feC7+iHfNCK6Dv/NnlHm0J3GMRiIWQGJ0BrseiMGj2zid482CdqxWhmMF8P9+827vQ56S5vtIUrCemo4FsnQLM+yYdIKZvv2MkjpG8hz/wIgMf5MU1VIrhKhWyecsFnHtybWoE9sM+HQP01Y3yVyzG4y8MdcM+Du6tW8OJCKOx5LK4QoMNw31Su2E62KbAqaCz4roBEjyaAZw+QCkgCHgsgqTcRXJXDlY+l4NMHpTRpgH0aXH1KBfY+KJWdBhyXyx+4y8MdcM+Du6tW8OJCKOx5LK4QoMNw31Su2E62KbAqaCz4roBEjyaAZw+QCkgCHgsgCQJ0OSRNsBRjbwJYMycF9jMDOqE4YD8BrEKTguNCicPpkGzEYcxkg95aMXhJw0ssrhCg0/BSVamxnawqMDbQGPC9AZKxSK2GZIzXcqgEV+Vw5WMp+PRBKU0aYJ8GV59Sgb0PSmWnAcfl8gfu8nAH3PPg7qoVvLgQCnseiysE6DDcN5UrtpNtCqwKGgu+KyDRowng2QOkApKAxwJI6k0EV+Vw5WMp+PRBKU0aYJ8GV59Sgb0PSmWnAcfl8gfu8nAH3PPg7qoVvLgQCnseiysE6DDcN5UrtpNtCqwKGgu+KyDRowng2QOkApKAxwJIggBdDkkTLMXYmwDWzEmB/cyATigO2E8Aq9Ck4LhQ4nC6MRtxGDPZoLdWDF7S8BKLKwToNLxUVWpsJ6sKjA00BnxvgGQsUqshGeO1HCrBVTlc+VgKPn1QSpMG2KfB1adUYO+DUtlpwHG5/IG7PNwB9zy4u2oFLy6Ewp7H4goBOgz3TeWK7WSbAquCxoLvCkj0aAJ49gCpgCTgsQCSehPBVTlc+VgKPn1QSpMG2KfB1adUYO+DUtlpwHG5/IG7PNwB9zy4u2oFLy6Ewp7H4goBOgz3TeWK7WSbAquCxoLvCkj0aAJ49gCpgCTgsQCSIECXQ9IESzH2JoA1c1JgPzOgE4oD9hPAKjQpOC6UOJxuzEYcxkw26K0Vg5c0vMTiCgE6DS9VlRrbyaoCYwONAd8bIBmL1GpIxngth0pwVQ5XPpaCTx+U0qQB9mlw9SkV2PugVHYacFwuf+AuD3fAPQ/urlrBiwuhsOexuEKADsN9U7liO9mmwKqgseC7AhI9mgCePUAqIAl4LICk3sTVcPXnGzq8/ZnOf3pYDngrtDQtn//Qxx/f086nV7S3wrbnNgnY52MgLfb52oWaRwTAcbm9Adzl4Q6458HdVSt4cSEU9jwWVwjQYbhvKldsJ9sUWBU0FnxXQKJHE+bi+Z//HNKj3w/p7tMRQc7yAD46yTW9efCWdr6e09E3RHPxGG0WCnAisBaumjH7nN5BgHYyZk+Qls9mnF/Sk3sI0DoWgH1k543Inhb7CMOQdTYEwPFsUC5eELhbHPK2QuCeB3dXreDFhVDY81hcIUCH4P73Rzr89pgunn2QRJfGY+URHX8+oA+9ODAU/+cberB3Mvz34OMdt/lrNhr7NDyVy5Xy0usruv9lOZ+YrpPd9W3jATujq2FzxNouAtq1kzR5iUQMWD5NOUJ7TRh3GNL1Pb36nqgVxY4uRGMUvprHrvpCOkjZecB32fz5Wj9OHhFjoHk3/bbjJz63781beglBxZciQ7r0ArT8/jzr36vMoOtfH9D+KfufZb7j393yPDa0jp9H5Cbb50anHVJxpvTa+aLJq50zwumLXbCF19znlDlg7fPgxt4nHGsYwXB72vnqiUbLWUAaPtX3sWn8Cb+7ONQ9t6wlY3hwvT+cwHokWBx7F362Nb4rr9TebWLvQbppRhTmoyYRN6dox0X/3LSXa/NQv7+x7W0eavca8nhtzWZ2KGNO3LuEozBvzjTjy89GcZ4Gn36ojamW5i7mfdVYzfieNJ/pQLHqLFNRnJ5+adynW7jNHMXwYpwj1slbLK4QoCfz2i1Gbh+f0ckXTnhpO84Nfbg+pPO9czrkBWj2jP3WL3p2+0198/K9/KETTom6xcgNE6jbtHx50vPJ9k/PwAuS509H4bydNL4wEb7DhX8+1qR5xhZ+wmKs35jqBGdi9fTtf3ZAF8R7XWoEaMErky0iebHDp77peJWeA3yXzqCf/ePkIW+AdOPCr0xrKgjQM4DI5oiEHtANTy+I3vUe7d3mYnf42Ch7vIvP+/fs4yu6on3aJ/vH0nYOMaaR542x7OYDrDj/sI+Oo50y2Ha7ldSW+SycxtgFW3jNRKSsJRo8nxP91nnSy38CN4Igw8SUm/5Du50nsVxH2tnqiULKO3MKPpUx0WDyx5PO6WBYO14R7Y0f3E0GWzm0tTKGB2teb2idCRfHXm6XYKHkrS6v+a15paZuFHsn4doE/VpF57TDxowN+56ng2cXRNzephOLRQFav7fp5x1+ryFz39vdjMW3dEZ0StJHeAjQI7XgM2wciLlSvBuNdlnXi475PmY+U1cs4okhwzicA19TGYvinrIhlZVdCi/mOWKdhMTiCgF6Iq/tJvavl3T/w6Xe80/Z5GlusVgCAAAgAElEQVQWKP0Xv7ff8V7Q3BTcLFTYM0W0sQm9ExvjmdwkSPov0gw2S1jJgoK8KOm8m9liTd6AuQTopjTRDr/6PEGqKBn4rohMS1PMArT0zuoFkFZQPB1PLoheKqIXq/Ds2Qf636fn9H/4Ewlsw8g+RPV2jh4QTBx7SbffstMhTR0/0217yqTJIHve+nph9mLB1x1625xkaesW7Rc9Ovh6+rzXRPvNiZa2HTv0njvBwp/sMHuGmNrHHbcXvDlkGxIK0HKfEd7T/QfYF+yDaZNYv4G2i8s6QVSqWPfBYhAGun4gigKiZ7hYmr/dbb4pgtGE10Xsgm1CVWrSKW3SzM3ieoWbS//nUj3ZYKrLyukrIn7t07YgsJ4ooPwzz8+n7/rOQ7SS16IT+G83QsL61J8HK4czxhxfHPsJ+CnvxAl5t4m9/5jjU3qF/3IK0ERX7XzOBGf5/W8fk6oNurHJ5qZ3RC8e0a3H/BmGyHy55h9fbtvApxsjnxQ5uBvs4ucd0px61I7HgPnMCYRHmc4ypiXIivs0UzeVugxebHPEOumKxRUC9CReuQ3u34aj5yYBmvMga7fsJs8vTf5OzOkEkmZxP3odTzI+OLHVI3bwXpvoAS1vLvswHW4P6tsh1MbPt7xnno8AzQtrT+hyisd2MHrlZQTf5XEWYvEkAXrvRAiZI28UFE87XVgORXzSeY3Jx16ZMDweg2UitfgBST4ZInrLivioXjY2T0Gxrfq8uo+JsudwJ2qKXqPHn6X2Pe49hnVeJYOXlSi0xi4CnH1H2DDoRF79u98lQLuet3jJ/WiYH7uN/DHDq22EbcPhb7f8odKJz4QEybmy2sI+0NhCnnQFiNzoxHsuje5jvGYd0xbswakozgTWM4GTmKQp+GQfrfQhypi17s211pOaCwOnfsBjZcfwrRPYLOvdCPAXx174INgYrgk9xNqjFf/HEHzAPoL4IavnxxofAZp92GbzSbQHNCdmS+89Uu7McI/lOdCaWkaK8WW3AXxO5ciUfnnuOEv4sWOd7/mTV+4x4FwvymCY1iBzgawpJyvuCdtVetFF8MKNFXWOWCcDsbhCgJ7Aq+CZoHuxNmUZXnpyTKuDJoTE45d9LGfRc08XP2zMb1n0TmjLlKS8INl5HnZ/4gZJFydNFFd04vKIaRcnWt58DtutwSNnFKBffc8vWPjf9V7nbVkDb50A7a5ve9eqge8po6PctGYBWhJzlXedRqDgxWXT0TdXCA6Hp+1w+oTFv3ctdI0bT40YyaVVPfj49Gpe/UkKnYjDv6/U953V+8ciAscuAiZtCrXzW4gA7d5waPEQ6pc83umAmqPUu4J3Wd+6CXab5vA5Rnparvws5NciepFT5sbu4X733Vv1ElLDOsjOaXfagd3jwM/9TZiWKfX4IRGfKhmfwskQ3QcD1/hxPWdxN/3LZgKAnQc7h3PeXZIP+67f8I4h8o0sLrHEnDdmrFWA/aQhqX9PDTI/C+WnfDjg9i78vMq/sxoHI2sM6HHcKPcHGO4GGvY/yrvRPVYnwTJT4mTjy2gf+JyJuoyX4YlrQfcabpjlhTucVBymjxHXO3gurPlylh8zKVpRX5nr50XaQ2X4eBLCeiyuEKB9UZdFmIkCtFyN+eXYC7lSzONhU9ZvTEi4xNC3EWHptB6xisi0vAd0GzN7WEA+oUv5EkIhBnTX9nFChAe0qTeA77BxUlouWYAW/LP494vyrpOFP9Zy/cU/wwc14/F7nWeYKuDaBOgdxauIfQzUXXqoEaAH2/gQHzyj7MOfzpN2vERlDOVhFhI6b2nNBzcJZ/ViPIbvch7Q6jxl9iQ2eq5qLsw1HVtmPaEVRnfeGzygTRdZjpg/+YO7JHEIkzKGLelnA+1Hz5Qbl9gF26zvGMNaQuXG7BHb9uUpPBk9ohpOu7Gn60eT65kVKHNhS/CpFyvtG3Kvo+ztiQF5TLSrJOO4cPPg4HDVITg0sgd3+lC99luPH7BfaPBJIfX4WoW1gpcHdBf6anj3N6c6gmJASx/vG6MUMUHeK00X15ZAeIl3m9gO8x4SfE5jfHnuOvu0p260p9jkNdzU+Uzcg8gf0v3ewdMw9UmdC3cf27acZvW8OOeIdbIXiysEaE9eZQ/mMZvkkez15cKx4OAWTDphZemXa7KQDJo4k9oLqTReb6OXFDtqf0ZnpyeD95QeI3GBMyUMimc3qSIZ+K6CRmcjzB7QUlYfD2hTbfyHKjkenPyuXK0HNN84k2jDLcDbi1l1JyzsHtBCeAJ505zBA1rv2a2buyyivPaCQc8Nt044MH34beC3CQ3a8BymDxHSJcLOkeSfIHbB5l+TX0r9BwbZC1knDHAiJfHegn29Jp6snOo+CgfW49f86FSL8KldU9rGkOf4Mq5VY/h2cNhetD3PXz7se/s1+Clhl0xNBfazdAL9HNU7mjR39TQfPycI0MMln6/P6OQ05hLCMQSH+iG5b/rgKe05XmdBzL+QRcaXZA749OfHlnI13Hmv4WaYz3pAvN/B80AtlJID9wTNqK7ItfPiniPWSUksrhCgQ3kN9oCWPZyb/7+nnU/j5VP8JNzGghHiR9tim4Y2xp7PJEjGXULYf8Fkx+QaE7QeWXJ7NRMVd1yVeVvqBGjFk8irvjSYrrlU8L1mduazLVyA7j0dWqH1iKxBanivZ3nTLS1Ou0mY6MPXJjbcNA/ovX4s77YXlTYY2d6T/btn2ACKae0LWLsAzXvqKJsp4dSIxsuQm1PkGGDiuyu1B7R9jpHbZfogavrA579BkL3JLKdsPE4G+dht2gDPNepiF2wxdjS4P6d3dD54oareeiZu9PHMmcji4EnzAflmOGGhObLLr3eUDy/7ZMobg01o3vn5bLC8pCf343pQz4l5w27i8PrXQ7r91xh3U+7r/HiN4dueNxRpNd/S2JMPfoY5EdjPx7tYkjyXd09DPWaHvO2Fye4QgkN64bQlPzY1HtHcXqdbr0CAHjkFn3OMlPnfjTar3Gtt95w9fT7TWZR6/ebiZlncXdbgOUNg3bz4zBHr5DIWVwjQobzqQnIIF7w0Bffe0a3n3zE1S5r2T44RJscok54r3tdKjLHQRvjlMwqSwhG47kg5HyO6RaDdaOqf6WJds4ukjOEADBdNMYwEAbpdRHJ/vNg9/Cwe5Rlt3l7sZ/FlfdfyKcbtVj04wbffGFpjqhgBummP6b3UfTQbxx4/zoc8/Tvstj3i3KPzujnFcEM7IQI0t6kbataO99by7uj5x106PurfNNI71Tf8xSB0D7HxxZiqIkb8aRm7AP2QCeh9uQevz4hOiV62wlRiAVoTM7NlaMCz33Bo2yw/Y9z2lyv27+9xQ+IYGUIsXN6GXmTg+pn90ramHpvd4wfQ8SPG/KM2dsEWZ5FrrjMshPtKzX15xE479rQnHbj1kDROg+uJAycodwo+ze8eDc691eM71sKhzzqTO7EQw4M1bxDSaqbFsbfhJ7+nmLlsXgH2M7GuL0Y9ocrNtdr5rJ+ntd7R7D2pXoDM187mG90H2OG3F7f0aAjlIdo+fvChNv4tv+cZxe+ksFkLTzG+fFsDPn2R0qdblDvXetGyhmNOZ9JOnbzmM7nprndwHKReuRfF3csiJGoQWDUvlhM6xlP6K6E1FlcI0Cshcs1mxHayNbcNti2zsQPO60Ngu+Pa7sW8PqbsFm2Xx9KYWsdCWPWETotjs4ju4p7X91E33dhTPaGTsqSLz5+0wvjCgX08hqElpMM+1CLkmxsBcDw3osuVB+6Ww5qvCbjnwd1VK3hxIRT2PBZXCNBhuG8qV2wn2xRYFTQWfFdAokcTtsszBGiP7oEkCRBYw5hrBOHLH1iomgSNFIpcWEhN3Ryp/GR8NoLwC6J3rhBHM7V36Y8Sc5gN7OdAMayMZNiHmYNcCRAAxwlAXahIcLcQ0EutB/I0p5paMR7SUBmLKwToNLxUVWpsJ6sKjA00BnxvgOS1H0tKSgEE6KTwonAjAni31tU5wGc+PoE9sM+HQP01Y3yVyzG4y8MdcM+Du6tW8OJCKOx5LK4QoMNw31Su2E62KbAqaCz4roBEjyaAZw+QCkgCHgsgqTcRXJXDlY+l4NMHpTRpgH0aXH1KBfY+KJWdBhyXyx+4y8MdcM+Du6tW8OJCKOx5LK4QoMNw31Su2E62KbAqaCz4roBEjyaAZw+QCkgCHgsgCQJ0OSRNsBRjbwJYMycF9jMDOqE4YD8BrEKTguNCidv06ca8nGHM5MXfVDt4ScNLLK4QoNPwUlWpsZ2sKjA20BjwvQGSsUithmSM13KoBFflcOVjKfj0QSlNGmCfBlefUoG9D0plpwHH5fIH7vJwB9zz4O6qFby4EAp7HosrBOgw3DeVK7aTbQqsChoLvisg0aMJ4NkDpAKSgMcCSOpNBFflcOVjKfj0QSlNGmCfBlefUoG9D0plpwHH5fIH7vJwB9zz4O6qFby4EAp7HosrBOgw3DeVK7aTbQqsChoLvisg0aMJ4NkDpAKSgMcCSIIAXQ5JEyzF2JsA1sxJgf3MgE4oDthPAKvQpOC4UOJwujEbcRgz2aC3Vgxe0vASiysE6DS8VFVqbCerCowNNAZ8b4BkLFKrIRnjtRwqwVU5XPlYCj59UEqTBtinwdWnVGDvg1LZacBxufyBuzzcAfc8uLtqBS8uhMKex+IKAToM903liu1kmwKrgsaC7wpI9GgCePYAqYAk4LEAknoTwVU5XPlYCj59UEqTBtinwdWnVGDvg1LZacBxufyBuzzcAfc8uLtqBS8uhMKex+IKAToM903liu1kmwKrgsaC7wpI9GgCePYAqYAk4LEAkiBAl0PSBEsx9iaANXNSYD8zoBOKA/YTwCo0KTgulDicbsxGHMZMNuitFYOXNLzE4goBOg0vVZUqdLK/P9Lht8d0wbXw7PqeXn3PfrimNw/2iYTfmmfN729p5+s5HX1D9M9/DunR74d09+mIHjZPf31A+6dEYln/0McfH9H50zs633lPD/ZO9Li+vqL7Hy41z8/o6v4V7bV175OQ+9mHoe7B8t6GoRJNmqqINTQGfG+BZaLYyWMbKK2/leBx/RwxC8FVOVz5WAo+fVBKkwbYp8HVp1Rg74NS2WnAcbn8gbs83AH3PLi7agUvLoTCnsfiCgE6DPdN5Ro62Z9vWpFXEIl7QZo+3tH5T62UHCBA90IzHdDF591eNG4g5gTotuzuTxav2x9b24jLy1Mk29SVe/z4iu5/2RvqOSZRlO5EcSZib4dy8N18tKj/L3byqB+hMloIHsvgqbESXJXDlY+l4NMHpTRpgH0aXH1KBfY+KJWdBhyXyx+4y8MdcM+Du6tW8OJCKOx5LK4QoMNw31SurpNdtcLyzSA0cxAI4m+EAP30ig5/3+88nlvBOZUALYrY1HhjH/HC9yB1jx7YnABeO/ngm/W/upmOnTzqRqec1oFHcFUOAnVZirGXj09gD+zzIVB/zRhf5XIM7vJwB9zz4O6qFby4EAp7HosrBOgw3DeVq+1kXz/Q4bfndNiH0BAAaL2g2bMYAZqF2rihD209qQRosdzW05mYN7RIre1ZrZ0AfOv7Qm18x04eteFRanvAYznMgatyuPKxFHz6oJQmDbBPg6tPqcDeB6Wy04DjcvkDd3m4A+55cHfVCl5cCIU9j8UVAnQY7pvKNQqSt/Syjaks//HxnSMF6J8edvGgW0F4R+uBbA7BIcaIPpDCgvBP+TAiTX1vv9N7vbZ1/fWyD9WxDdrB9zb4jp08tjEa1t9K8Lh+jpiF4KocrnwsBZ8+KKVJA+zT4OpTKrD3QansNOC4XP7AXR7ugHse3F21ghcXQmHPY3GFAB2G+6ZyLeoR24S6GDyq3xG96C8hnDEGdCsqcyE34AEtdmfwDQ/oTb3gCm9s7CKg8OYXZT64Kooup7Hg0wlRsgTAPhm0zoKBvROi4hOA43IpBHd5uAPueXB31QpeXAiFPY/FFQJ0GO6bytV1si4GNF3f06vvxeaLgq4+bMYoKjehNeSLBNU8rSj85YzO6IRuhpjQXb1zXULIYk1ry2trMnlz100/+Fb7eI2Mx04eNWJSYpvAYzmsgatyuPKxFHz6oJQmDbBPg6tPqcDeB6Wy04DjcvkDd3m4A+55cHfVCl5cCIU9j8UVAnQY7pvKxTpZJzRTH5+5h6D1Vj6mXU6Y1qWTvYxF0VcnWnfibxM2YwylMZcALYvYfV2vRc/XTgT/QHefjqi5EnErf+B7G3zHTh5bGQ9rbyd4XDtDo33gqhyufCwFnz4opUkD7NPg6lMqsPdBqew04Lhc/sBdHu6Aex7cXbWCFxdCYc9jcYUAHYb7pnIJnezPN/RgT4y13IFxRldcfOhOhL4YcZLEXbcA3YvERxcTBGjZLmaTzpNZ/q0TwY8/c9RKNm+FdPC9DaZjJ49toLT+VoLH9XPELARX5XDlYyn49EEpTRpgnwZXn1KBvQ9KZacBx+XyB+7ycAfc8+DuqhW8uBAKex6LKwToMNw3lcurk/XCtOytvCmgKmks+K6ESEczvHjeBhRFtxI8lkMfuCqHKx9LwacPSmnSAPs0uPqUCux9UCo7DTgulz9wl4c74J4Hd1et4MWFUNjzWFwhQIfhvqlcsZ1sU2BV0FjwXQGJHk0Azx4gFZAEPBZAUm8iuCqHKx9LwacPSmnSAPs0uPqUCux9UCo7DTgulz9wl4c74J4Hd1et4MWFUNjzWFwhQIfhvqlcsZ1sU2BV0FjwXQGJHk0Azx4gFZAEPBZAEgTockiaYCnG3gSwZk4K7GcGdEJxwH4CWIUmBceFEkdE4C4Pd8A9D+6uWsGLC6Gw57G4QoAOw31TuWI72abAqqCx4LsCEj2aAJ49QCogCXgsgCQI0OWQNMFSjL0JYM2cFNjPDOiE4oD9BLAKTQqOCyUOAnQ24jBmskFvrRi8pOElFlcI0Gl4qarU2E5WFRgbaAz43gDJWKRWQzLGazlU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Dve7ZCMOYyYb9NaKwUsaXmJxhQCdhpeqSo3tZFWBsYHGgO8NkIxFajUkY7yWQyW4KocrH0vBpw9KadIA+zS4+pQK7H1QKjsNOC6XP3CXhzvgngd3V63gxYVQ2PNYXCFAh+G+qVyxnWxTYFXQWPBdAYkeTQDPHiAVkAQ8FkBSbyK4KocrH0vBpw9KadIA+zS4+pQK7H1QKjsNOC6XP3CXhzvgngd3V63gxYVQ2PNYXCFAh+G+qVyxnWxTYFXQWPBdAYkeTQDPHiBNSPLPfw7p0e+HdPfpiB5OyBebFDzGIrhcfnC1HNZL1AQ+l0BZXwewB/b5EKi/5irG198f6fAF0buF12RJekfTlm/P6fDrOR19Y6+hCu6SgJi2UOCeFt/Q0sFLKHJp3zMQoNPwUlWpbPBe//qA9k+JDj7e0flPqsRifN5OnMd08eyDJM78Qx9/fETHn3m4zujq/hXttT91z8+fyvWxfAf0wTQZWybr1k66ovtfiN482Ce6vqdX3482sHawX86u7+nn20N6dHSh5XXAg7WTS9XkHcu+bus74UsRMOmey/aQEb803Qx8b4PvVJOybvzw4ytNr1VLbe34Mr5zmv+//U7/7vK2qR+Lu9I7g/58Qw9+21lcfG7sTsWjNyZI6I0AuPKGqoiE4DMfTcAe2OdDoP6ax/El7UtM+5FmDbRH3P6NaNi7cHCN+0fT/o6o/Zgv77eGvZK4jzLtR5sqtWu+1k5uF/a62Qt2O87wv8amt7TjIQ4H1wEBOhi6pTJiTloK6Wn1gJdpePmmjsUVArQv0htO13Wyu04MpgO6+LwrLjJabLoJ+ObZBZEkGLeLib926ez0Rpqg1QWIKBoZFijtRHxLu69P6MYoKJkWN/xiShZ8e2H7Mb8gadJc0pNBFO8WNZ2AzS1a+kWNIDj3CzUaBHtXfXoB2oxfmk4JvrfBd+zkofY+v/GTpte6S51FgHZXs3iK+XlcvAmbqRBc1UU1+MzHJ7AH9vkQqL9mowDd7nVu6EDe60kCNBORRSecZo34nOi3xovXIUBrT5Opa8zrXw/p9l86r2BVFO5sEvevzbrw8gfRCWk6uxCgp2NWXw7MSevkFLyk4SUWVwjQaXipqlRBkHx6RYe/79PtC3HC7kTSl3RF+5KXYbdgaNI/+UP2QNQsQIRFjH6Bwuq6/+HS6nWoPRIveCqKgq/vEXpVgO7KudF5hgvtUQVmsU6dAG3DL003A98irrXyHTt5yL3PZ/wI3tG8938zTv54QnffvR09X3jPFOl0gbip6T8KnfYW9fmG90R/0oE/ecDyG+1pzl/wXjiC9w3v6SKf4uBPcPQfr77u0NvmBEhjnnIKJH4Mz81jvEUowYQAuKqrb4DPfHwCe2CfD4H6a7YL0ERX10T7vMezY6+jIhYuQKunYjV8yB7ZHh7Eouc1f8KWCecv6fZbdoq1X+vJHtXU/b7zn0N6Ti/b/XJzypetOWXvbnktO7ZEXFueffxAN0d8CA7pRC23Xsa7Mc/4BO55cHfVCl5cCIU9j8UVAnQY7pvKJQqSd/SOnkuxTsevvzv/lkTm3lv5ZeNBrBzRMnhAD97FugXKKMi++t4QsmJgR30uekGKz309JBVB0rawEZ7pPaDHxZSmPVb80nRD8O0QoCvhO3bykHufa/w0C+/n9K4P3yON7X4RPx6nlE8qcF7pOk8bzluGecQ8+W/3UYydVJDtc9szHidt0r7fOafuncMEaJ03Dh/2o98gSEdHtR+qIoby3DxGmIKsDgTAVV1dBHzm4xPYA/t8CNRfs1OAvv+ZbpsQiuzEKL8u04XjUCALEaBHxwCzcNtVpDhEuMKkWdeVTAxmDgby2s/kbX0xCM+DTbwHdu9NrgslKdovh52UsRP3jng35hmfwD0P7q5awYsLobDnsbhCgA7DfVO5ZEHy/KdbMd4VN7HfSnFWRbHWEIKCiwEtxvNyeUgbwmFw7Kj1896LvD3mxZBOaBNCcPAisdIz+IWJ9MWaxq/iXTa9YD7W5RLc5+mW4NtHgL6l9qNKwXzHTh5i0/3HD8snjE3N5kAb6qbJLHwA4D9ISRb1pzJMArRtXJvFdG48UxcKSOgHygcnMS6gsU0RQ3deHiMMQVYnAuDKCVFRCcBnPrqAPbDPh0D9NbsF6Fe0x693/h5jQDfev/yFzHrP4mkxoAXBmfM6tt5JxIVKdJ3QU9d8qrMBf/JXPb0qrvXGE3hsl6Bbq5ow0KTlsdasPfn68G7MMz6Bex7cXbWCFxdCYc9jcYUAHYb7pnKpguRDLg7yzhBio7lozOZh3EqsQvxknRfkDXexoMtDmqi9/Eu++IJnR/4qL1wUNqcAbbid2OIBrcYjkwVmlyCdphuCbx8Buny+YyeP6QK0HK6CiNixQY0ALSzglWOO7Hik+aOMvAFQNxgme7p3mv6YJ7cp4TZc44cI+YOTa1MSP4bn5THeHpRgRgBc1dU7wGc+PoE9sM+HQP01ewnQ/J6uCYnI9mLGfZkq6urWWS6xeEBfuWdn5EX+2G8vU7MWbIti60yNIKyEc3St9fRrVb2zg+k0bL/vaNeewnX2XcP79TTejXnGJ3DPg7urVvDiQijseSyuEKDDcN9ULp0g2Xkh3tJLKQ6YMJkqohGDTTzGxC9ArAJ17yGsmXaFY06SfNjGZ6brO9r5TRaVxEned9FjiglM1+pFFvYYz/ZjVJ24rm2t5hLI+bok+HYI0BpPdZajJL5jJw+5x7nGjzxuvD2g/3VLh99ygv9MHtA2e1J5QKteMfHjdm4e4y1CCSYEwFVdfQN85uMT2AP7fAjUX7OvAN3tBY9p9/UZnZz2YcvYb8qeaGYBWnFqMgvQ4sk5lT97CLk5BOi0HtB8i/BuzDM+gXse3F21ghcXQmHPY3GFAB2G+6ZyaQVJGr8Y80egxkmcWi/CIT7YgFgn+nZxULs0whdwyyWEuhuMm2JbIenLB7r7dEQPNcx0whjRweddKWyC3uP4hL/8rBUbufizhgVPZxtx3tssVMAx7Q6LMPWrtlmwVOPLdk3j8dO1Nr5rgu9t8B07eWiW8O3Y1o+fLl6gHO98SCvHgOY3MCSecpDHmjz+bTGgx3A2+o8/zB75XaOPAa2ORdEWQ1xALi51/Gglmp/HOaxCGToEwFVd/QJ85uMT2AP7fAjUX7O3AC1c2DxewszCboixmiMF6GZd+ILo3bDXc5yA4+4GGfaKp/xF0d3+8fKHe/r5ttnD7Rqce3wE6MbRaXRC0jkbKHtVSwxoMa0cA9q+D8S7Mc/4BO55cHfVCl5cCIU9j8UVAnQY7pvKpRckWfgLPmQGF4Ljfy5Fr0UOsVF0fUKXylF3XhjiBWqNWM3KdN1u3ItZF4KwPIq5oueyK06zJe60MUwAM1S3WOJ/4/79TeNVoA/z4PI0je2c4Fv0ZDfG7S2c79jJQ9/PLOOHjcM24wGdvSY6of6SwP4444fHx3R82pUsf9ja73+n12d0dnpDO1/P6eibJqV0fLIf58oGgKu/3RS1Y+yYLnT2sA9NrE7hIkE1jvxwTmFIxykEiTcAACAASURBVN4vrmOZsaMVAnQ8gsuVkGbMBdj/5xs6vP25vxA0ID+ytAgsymfz/vr3Dp3/ot48sEU60mLfzCnvaeeT7p6HLaIttjkt9sB3DQhMEaCZY8wJieIu847u1lj937AP04W96EJetBdIHwm5iPq1FbXOPuMzUwxoU3jGdj3P1nWNSdy+UIxV3TwUT+vyMaDb8rmQjmPeLk8bB1vjbCDWz0J86Bjn8WnSvaTbby1rT27NjPGZZwQB9zy4u2oFLy6Ewp7H4goBOgz3TeWK7WSbAquCxoLvCkj0aMKqeHbdUO7Rnq0mWRWPWyXBs91r4arZLD+ndxCgPXkzJVuUz+Yd+ccTYpeqRppefPa02Ksn34oHbMYGpMV+RkNRVDAC5XOsnkALBqOwjOVzVxjgvbnAfZ28gZc0vMTiCgE6hBfmSSd4uzUFycdkuMIlb0nxq63kNah40e2TGAlY+soc0oYJeWI72YSqkHQFCIDvFZCwgAmr4hkCdDDjKXiUPYHEY7T9KZDBi0jjxcPmO/7USVBMe9vcKNtBlrsAGnjtZckx942eVcFMLewxq7NT5kBew2jXNqYLmrhTCtb1DW+I2eutO81AZO97Dg4juAnJmmLsKXYIJ0eap+oxdz4P67eqN1+fSlm39r/LfUMJRcatQ11lKKfNQtC150mDvdo/Te8++ffWWtPeQPfus2Ik2yGt+a3jzZF3BirSYB9imCGUllSUGgZCDJfQzg6yZ6zcxxnmrr4/ZV8ozUkp5pwQVJs86+E4tAXcidyf0oQrDLcsbc6luYuds9nYE8ZpyHpRnisXmId4JpfGPW0vqqf0YnjR7ZtWTEMsrhCgJ5Pbx4J6fEYnX3bGuMMsltP1IZ3vSaET5DhP0gUNLAbVq+/HTXIXI7mZNM0xriabHpghtpMFVotsmRAA35mAX7jaVfEMATqY/dl5lOIs6uJhP+JiK4rPx9j1V7RPY8xtffOM4W3a5LK4IMbFV0IRWeIpMoGhifWonWcdc3QwOVLG2bmaYpgSqqrB8znRb10oGxZz8urpOe1LsTOVaoSyJG9RKw8yp1LJwh0Qcpgve3+YAsVcadPzqa7/+PXitHBcFuyVviHGGLWvURmancch8aGV5gJaU04K7JX3Ee91Pqzbr4j2DALmlw+kHT9yv7biMnGMCGU58s7ERwrsw0xzXOTdFCrfL6Hsqfp5hcR7ZDpRTPrY094lc8Hd6zJa3d5/8+WALuhQvI+mv7B99/UJ3XzH9nXj/Mbfk8Pur2Af48IwmSfXejiOaI8SMzqirIKyLsqddb3omLMd71QZcut6Ubn4Mv19SbJ9i+JeUH/MbWopvLRzCJ0RnZJ0X1luBPX1x+IKAXoir0Nc0R8uhfhPQzGaeMS6TYLtxl3xGQToiRQheSQCsS+VyOqRfSEEwPNCQCeuJjmPwpymu8ldP0fZxWXmLaiPc99C1m/cX95zcVg5IUeJsei6C0Digbdv6hwdSmlyrmyGeYpgPqKmnVvb0We7QKaui7j07b0St+LC3LNNoXy58iXn09Gnfbga2mDDShlrU3kavQ3f0XNt7FMXllOfz4+9r3hrX5NrOZnST60fY3XvXw65hT7kzo/9VPZZeg8Bukkq4C/yZ7rcXP4AynhtPzDIsX3Z+Lkm2ufiAjdVm/eMvv0tFJu4fOvhOK4dW8ydlTt+zqLmnhWfOdtD53Ct7zTvWN1FkCn7Q1bcUzas8LLL4IWtm98RvXhEQrz5leIfiysE6EnEchurv8ULCIZiTAK0dLuucQNn8EThQ3AsfUwrtpNNghiJsyMAvrNTsIgB4HkRmJNXkpxHZfMuXqyoeip3TXYJ0K7n8iU/baGK5+0+nbTHLInePNin8eSQC3Zx868TIZz2uarQPE/OldUmFr7CHsLLKWpGiaKaEBzSpVTywnvgQffR37UpDeBoSpb0fFrCumnClfDhOcR2uMUu3uOTGu/PL6JHqG2Ny38sMl2+NQVXn7QpsGdHye1r7FABWljFt5et6TxdRy+ok/6CXO6iNM6b9kQTAsma1wdUzzQpsPesWkrmKUALXs8if7b3vPYj5W9Ez6ULwocPZzvvJcck/oOB2m9Yf9OGcwkDZLZc6+F4tiZtpqCs3PHrRd0HMe2c7Ragnesxzckr51pm5h6RFfeZ21JTcUXwwo2V9qJV1ynEFRAUiysE6AkkCt45Jk8Dw4ZIji928OyALh6/7C+UEeMaWhcj/XGyJRcssZ1sAsRIugIEwPcKSFjABPC8AMgLVJGWR2mDr53f9OKW20tWPcbOw6XdPNg+0Jpic+o40HjL2OfoeYhMy5WfjXw7dUKba9Nm9vBkAtuEOyr6Y7PUhhy7bT8i0DULk9K1h/Wju+/eqovy6gXoDgMhxqYxrqU+lEBbgCdOY9+Q47rb1qiiV+5SXmfJxlLfJy9a4HR9OUCAloamHN6Bf9w+48V//mj5N41H4bEQAoJPf2vL24b4m+cvGfaTzfMVoM1CsO00Kt+X+fdeg/PbIZyGxTFJmme0cyIX63Zp5yIb3OvheHKn2HyGfNxpPuzLQlqQAO0WqJV5kohanUUOiZOwd+TDPWGjKih6/bz47LPWR0QsrhCgfTmVBeeJArRcjXlzbtlE9IXYFky+zZmSLraTTakLafMjAL7zc7CEBeB5CZTT15GSR3We0oVX0B8LtwnQqogpClztRlzxJpPCckib+06ko9azcOffTfzOHnvtRXuW0B/cPOuKYT2V3ZRcTbWFXZjWib/jJU12AdpjIyiIyu7Ln0aRZ4c+/qgePTR7FxrCtEwGIjzD8nz248QkQuvC1nicRlDuGrFyKK5RW28dLiRB8QI01x30QnG8AN3hLZ8k6SpW35tyGBrdHTNEV/evqPVcp+ZEyF7fCrfne0jvX77fm6z0FaB5ziI9oD8d0UNTKChpX6hw6QyDc0zy+ziEnznyrIfjOVqzrTJycaft71JIGm1oNcddV17rRc1Fk66P6XP3ily4z92O2spbPS/KR5k08/bcvMbiCgHakxHZO2rMJnmKeHmaODZx1nhxy3fM2E7mCTGSrQQB8L0SIhKbAZ4TA7xQ8al4VDzxOnlE46WqF1PMArSHiNlUpZsHhw3+E7r88RGdP1UvdRJ/k0hQLqoxkeRp40SOU3E10YwhuY4j26bNd0PnPC4ri3ytaNYJ0DpO27Ac9IYe7HVCG5PXtGFaQsEIyJeDTysHujHjsSbVlelXz890++MjOv6sA2+CJ/xasQ/w1vMaIxZO1Pz8ml9zSkAWQwWPwzT7hRz9Xt9FPAVoVwxo7XFnTazoIR376CpdSCkI0OJHVd5+0wnWKe/NgCEzKct6OJ5kNhITUQ7utOtF6xruiMbP07b1VuhaLM27z9bBcuCODu9GYO28CCfc+OZMOdXphmH2FLG4QoAOpSTYA1r2cG7+/552Po2bKuFF/ucbOrz9efRQ0sQ5Cm2Cb77YTuZbD9KtAwHwvQ4eUlsBnlMjvEz58/PYz1GPeU+6sS3yRsMkuJg20+ZLn2S8uo3HGNeZ31BQK1Ye8za6xGXvudN9CimU2fm58rekwf05veO8nWV8u7LMApo+fevR9O8dOh+8LqV08qVEfFqJM6VvaIQjfX9we1r7I+WfMjmfTfv/eKJ4tHb9vhHs+bWjftzqPySJH3jauM3CPSV8WXI9vZeuIUZ0uR7QTb+9pCfcBw79u2q6B/T1r4d0+68x5rPMifCulN9Twv9ljqX/W/P692tXyuT93mXA8NxDgFa8+WX+9KcKXPPcIBrwIoEcx1O6+6cxeyi3iSX9guhd41HdtidUaPMGa1LC9XA8yWwkXlyAtq0XbWs4fs42933/9aJIvS3MUapOgjGTCtm4ctfNi2VdLYXbikNh/tyxuEKADuVEF5Jjj79kpCm4945ub4I9Hi8Ukb9qcDHAWnOE5/JXdDk2X2gD/PPFdjL/mpByDQiA7zWwkN4G8Jwe4yVqmJ1HeT5ijZAuixu9HnlPx34zIntEDnkNiy0TUEI8Vu4yLm7D7ndBr8Eu3zl6JiJn52qSXapHHh9zVHvKi1uL2DaCcl4hlqng7anyIHsDimXpTphxayljPORJwAQnTs+npt9ybVY8Z2Q8bB9ldPFph4vtpHWodY0qwleuAC3F2m6bxb3b5HdR32zWf63jx4Gf/LFO5NUej5skzu15g7u6kDF9v/e1Uy9AizsxPX5irHn7OGusMYUBEC6+tZ7Q6dvEvQ+f/Lf58NNFG2/+EAPal3eksyGw6Ph0rRdtazjHO5V9lPG7XFpe36Q9gaPDf1HcMQS8EVg1L5aIB2s6EZOiv0OA9u7C20246sG7XVqStRx8J4N2VQWD51XREWwMeAyGbvGMa+BK9YROC8PSd1akbY1Y+mJ8Kp7Qsa3Ux22PLXXJ/OmwVz2hk7bLELc7aZ2RhafDPtIwZJ8NgTVz7BXmZjYkphW0hvluzdxNQ7Os1MB9nXyBlzS8xOIKAToNL1WVKnQyzRdL0YPJdJRGjBMqLyCY94hYFufd0FxIpXiY9zA3HiA/XGqesy+gmlhsmtg6igeLR/wdOc9gv+arMO/dYFpA8d5Dprjjpvhxc3U68G1Gsia+YyePufrbWM4079ilPO3mb+e8Ja6Px3nbV1Npa+CqeYdd/nBPr75fAtmFxbwlmsTVsRSfs380aNZxwvH/hYGbobpk2C+MzezczoCtq4hk2LsqxvPFEMjJsUtgFp67Qm8thlhf0cLvD13zcnK3NNxrqg+4r4mN0RbwkoaXWFwhQKfhpapSh07Wi6qCAOqMr8agsAnQvdBMB3TxeZe7ZEh/iYB2cWK9uFEWxQ1x9OgD3Q3x2PpYbaemYzy6uFfcZlu2RxfrUnPxiVVUs7Zxvi4HvrlLrgZY6+M7dvKYr8eFlQQBusOtdB7D2C8zF7gqkzeT1eAzH5/AHtjnQ6D+mnOOr0kC9Oqo0F/KvKSZOblbsp1rqwu4r40R7JFSMhLb3yFAp2SnkrK7TnYlXQjFNc5yw/SYykOAfnpFh7/v0/nTu/6ipFQCtBjPjZQLeJjV5lt0XQskUsRisSwfD2ix+yx3QQn4Zv1vZKBGvmMnj/lfb9Kx8P7Y+d13b4c4id0pgv4COi7O8HC6QDqhMZ46aMp+TvTikM73mhiy3Yel5vKt5mK2l389ov0+/qnuAxuL0pj69EEIpuvjMaQV28gDruriGXzm4xPYA/t8CNRfc87xpay3hXXdGX34eEPHgwOPLPjK8bx5J6LeSejrDr1l9zK1J1136P2Dfepih4tOR8KpR8v9TPJ9Cm+/U/cRS/WanNwt1cY11gPc18gKnHRSsRLb3yFAp2KmonLbTvb1Ax1+e06HX8ebvIcmCpcMhYTgkENt3NCHtp5UArRYri3Qu+mZM86X1gN6xG+qAL1kMHrwfUX3v+wJI7hGvmMnj/lfcRoBeu9kvJinHVPs3dB/RPrrJceV9O7RXn4mbi7YhU1MWBYvWpPCByx0AmEqruvjcWoLtpMeXNXFNfjMxyewB/b5EKi/5pzjS9wfSftAJkYPYjAvQKsnFdu90xd2urUPxyjkbYRndlGlmF8Mj6PuG00ic+7TeTm5q39kmFsI3NfJPnhJw0ssrhCg0/BSVamjIHlLL+914Qn4BUCkAP3TQxrF1h36+OMjziO6g9UcgkO6+7r1lnxI7CZd/invyWgTF/ULCbNn9EC8EgNaI3z5huBYWPgC37yo2fY4bT8UBnmBfMdOHvO/5DQC9G87XFgc8d2ijM3hBvojakZ98zeO7c5r+vaFGPtWKUMQraUW2p7ND4Z3ievj0dv0zSUEV3VRDj7z8QnsgX0+BOqvOef4UmM8i3tPcQ/I7T/pIx1+K+1TFQept7TDOVLJ+z/baUfeEUgUtqX+oFmLLtljcnK3ZDvXVhdwXxsjnT3gJQ0vsbhCgE7DS1WlLuoR2wjGw4LhHdGLKQI0cfGjeQo0wtXRGGt6uge0ryDJ7FG/yvt7QC8XeoMhBr5lD+g6+Y6dPOZ/ybkEaPG5LB4zb2bZLj5sh1OAJuk4p/JhgXnKzN/60BLXx2NoS+rPB67q4hh85uMT2AP7fAjUX3PO8SXsjzQOOEYB+u/mlJy8D5QdpKYI0HI4DyJqLr3vT0iO4Tmku4IgQNc/QDQtzDlmNgm4Z6PBiydQE5PF4goBeiLgW0zedbIuBjRdix6EDR7isXWDWCd5D1qPWPWei/tfzuiMTuhmiAndoT/XJYQs1rT5i7dZ/J0cE1j2njR4Ncti+JKhNwQBGnwLQ71GvmMnj/nfhXECdBt3XfCY5i2Uyu4fqSccZG8aLuwQPKDnp3xjJa5vzG2MgJmbCz5nBnRCccB+AlgzJwX2MwO6wuJycrwWD+jbJnwHSYIz939Gm+INDQF6hT06vUk5x0z61pVbA3hJw10srhCg0/BSVamsk3VCM/Xxmfsm9vG4djlhWpdOFlJdAjQfNoO/3GEeAVoWsfu4YNyX7aYe6xGr1lNyn06EPFzMWMclhEP7+PyeInXqzgW+xxAOI9b18R07eczfDwMEaD6MjeZdNNoYIEBL3jTa99/8IEwucX08Tm7CZjKAq7qoBp/5+AT2wD4fAvXXnHN8qR7O+3TDQipaY0B36/QhrbKPky8s5MO0dYHbxrqf0KUQAlK/TxzycPeRIAZ0/eND18KcY2abiPu1Grz44TQ1VSyuEKCnIr7B9EInU46kM0D0l3sNcEnirluAZp7VF+MlZH1hvjGgx9uMdZ7M8m/2o1Z62vsFCfdwiC2t83BWfpPzi8f7hduXuTpkQX7uLgm+TYjWxXfs5DF3v2OxtocwGYoXiSwij3wMY0K4Lb2zsBuTAQL0N/1HqNO+pa/P6Oz0RogfOD8G00tcH4/T27CVHOCqLqbBZz4+gT2wz4dA/TXnHF/KHo9f1zUXCL64pUfDaTdZVJbW6cOFgw1nUwToI3oorCcP6Ow10Qk1d8R09xMdf9bvf52XlifuPjm5S9y0VRcP3NdJD3hJw0ssrhCg0/BSValenawXplOLo1UBu9LGgO+VEjOzWV48z1wnipsfAfA4P6apSgRXqZDNUy74zIN7UyuwB/b5EKi/ZoyvUI6Xv7dHthTchXIXlw+4x+GXKjd4SYNsLK4QoNPwUlWpsZ2sKjA20BjwvQGSsYGvhmSM13KoBFflcOVjKfj0QSlNGmCfBlefUoG9D0plpwHHgfwZ7vcJLC0oG7gLgi06E3CPhjBJAeAlCazRTgAQoNPwUlWpGLxV0elsDPh2QlRFAvBcBY3Ri4A6UCijFRhzZfDkayX49EVq/nTAfn5MfUsE9r5IlZsOHIdxlzv8RmM1uAvjLjYXcI9FME1+8LJOXCFAp+GlqlIxeKui09kY8O2EqIoE4LkKGrHZKIhGjLmCyPIwFXx6gJQoCbBPBKxHscDeA6TCk4DjcgkEd3m4A+55cHfVCl5cCIU9j8UVAnQY7pvKFdvJNgVWBY0F3xWQ6NEE8OwBUgFJwGMBJPUm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jggXU2eiDmMmE/COasFLGl5icYUAnYaXqkqN7WRVgbGBxoDvDZCMRWo1JGO8lkMluCqHKx9LwacPSmnSAPs0uPqUCux9UCo7DTgulz9wl4c74J4Hd1et4MWFUNjzWFwhQIfhvqlcsZ1sU2BV0FjwXQGJHk0Azx4gFZAEPBZAUm8iuCqHKx9LwacPSmnSAPs0uPqUCux9UCo7DTgulz9wl4c74J4Hd1et4MWFUNjzWFwhQIfhvqlcsZ1sU2BV0FjwXQGJHk0Azx4gFZAEPBZAEgTockiaYCnG3gSwZk4K7GcGdEJxwH4CWIUmBcfTifvnP4f06PdDuvt0RA+nZ58tB7ibDcpJBQH3SXAtlhi8pIE6FlcI0Gl4qarU2E5WFRgbaAz43gDJCMFRDckYr+VQCa7K4crHUvDpg1KaNMA+Da4+pQJ7H5TKThPF8d8f6fDbY7p49kEUY/98Qw/2iK7uX9HeiuC5/vUB7Z+OBp1d39Or76cbKAjQPQa7gWVNr33MEcVdTMUbzwvc19kBwEsaXmJxhQCdhpeqSo3tZFWBsYHGgO8NkAwBuhqSMV7LoRJclcOVj6Xg0welNGmAfRpcfUoF9j4olZ0miuNWaL6hg2cXRE/v6Pyn3h94dQL0P/Txx0d0/PiK7n9hkvg1vXlwSU8CRHJ4QJfd52OtjxozsZUjvxEB8JKmc8TiCgE6DS9VlRrbyaoCYwONAd8bIBkCdDUkY7yWQyW4KocrH0vBpw9KadIA+zS4+pQK7H1QKjtNFMdMaL4m2uc9ngUBuhF694k4D2FFwGWe1D2UBx8bMZta0ficF7ZJLKst5+hiIMDk0ewjGFvLEuw7ow8fb+h4CMHR2PSWdr6e09E3RNS2/UTsFK+Z8N3ZPzyVPccndqUo7ibWheQjAsB9nb0BvKThJRZXCNBpeKmq1NhOVhUYG2gM+N4AyRCgqyEZ47UcKsFVOVz5WAo+fVBKkwbYp8HVp1Rg74NS2WmiOB6E5p/plvcwniRASwJ1K/ae0+HXc3ryXynWMlfuTis+745hPnpv7A9MCOZoaUJvvP2O89CWKOvEZ1NZnff0IIQrYUd4AVoUo9ty/3rZe1137bxpxfXGU1znlT2tL0VxN60qpOYQAO7r7A7gJQ0vsbhCgE7DS1WlxnayqsDYQGPA9wZIhgBdDckYr+VQCa7K4crHUvDpg1KaNMA+Da4+pQJ7H5TKThPFMS80c8Lx0d98DGiHB3RTxm87QgzpQTD+n8tBjG68i9sYztR4E++0ovDtCz6GsyQUD7SYfmcJuufGslobbuklF6pD9KjmRGdqxHMuLd82TTs7b+nwWNlR3JXdbbNaD9yzwm+sHLyk4SUWVwjQaXipqtTYTlYVGBtoDPjeAMkQoKshGeO1HCrBVTlc+VgKPn1QSpMG2KfB1adUYO+DUtlpojiWBNRBIP7hkhNW7QI0SWE0GJpqGI5bLtSFWmaTT+/p7BKgHWXtvFdEYqMA/Y3oAT0K5nukDQPSivaiuD2lN0VxN6UipBUQAO7r7BDgJQ0vsbhCgE7DS1WlxnayqsDYQGPA9wZIhgBdDckYr+VQCa7K4crHUvDpg1KaNMA+Da4+pQJ7H5TKThPFsezB24en2H19RienzLN3uge0gCjzHH5xS48GT2mH1zK7DLEvyB4Dem4P6GPiolKLIUIkT294QJc5dqLGTJlNLsJq8JKGplhcIUCn4aWqUmM7WVVgbKAx4HsDJEOAroZkjNdyqARX5XDlYyn49EEpTRpgnwZXn1KBvQ9KZaeJ4lgTQmK8zO+sF1+lWMdyDGUmWnOXFIqIdl7FN88uiLgLCVvv4i8fxtAdlhjQ1F9eeDJcBtjU0JR7SU/uXxFZy5JiN9tiQDehR/540sd8lvqF0k7EgC515ESNmVIbXYDd4CUNSbG4QoBOw0tVpcZ2sqrA2EBjwPcGSIYAXQ3JGK/lUAmuyuHKx1Lw6YNSmjTAPg2uPqUCex+Uyk4TxbE2hnEn2J4QE6CJiIm2LVRndHVNtM97AwvPOzzPOEG6FZtPD0i+YLD7neGvPleF7Mau8U+tw1AWb9+zD3QneGNrwm4MNhFRk/7TETXXDoo4EJEgiE/vR1HcTa8OOXoEgPs6uwJ4ScNLLK4QoNPwUlWpsZ2sKjA20BjwvQGSIUDPTrL9OOfs1Q0FYrymw3buksHV3IjmLQ985sMf2AP7fAjUXzPG13wc69aG+rjU89QJ7ubBcWopwH0qYsukBy9pcI7FFQJ0Gl6qKpV1MvZVubsEov1uK/wZnytHk1i2/qjRZ74Y7us4+7n9ms59n5a+Dotfu6Uvy7KRclnN8/5LdHvpxe+H/VdpnW1EYtvtaXIJUrGdD3yPCNbMd+zkYepn8njkvUli++aU/PJRzFkW/KZjobqbzKcYG5E2FY8RJiGrAQFwVVfXAJ/5+AT2JWDvv44+H8IoaPLwa36td61lT2HYL6Tdx8h7hd4+h0dvk2oMVdH8T7Mfaoti3sRiHxDXWj5pzH0I42u+8cVfOtiV6roAMa5ucBeHX2hu4B6KXNp84CUNvrG4QoBOw0tVpXad7I4+/viIzumALj7vjhcoDC3Vx+MaFlR/7dLZ6Q3tfD2no2/ExeK48OxuK+bjd3WLMbG+Js3lD/f06vt+oUrcUab+xuP9U8PCzbJ4FQVjzQKBLR6HBa19EVG2AA2+h2NxlfIdO3moLzld7Loxnt5e5rfiLAJ05jboqp+fxxU2shKTwFUlRPbNAJ/5+AT2JWAfso6WL6frhVS2DjOu4aV0nNB3POwRensS72PUtSNRd7HciRBCgqUj5tQjxytu9hz/3qHzX+TVk3qBHyt/FNY1aSZ0GYyvCWA5k6ofVUwfQJxFeSQAdx4gJUgC3BOAOkOR4GUGEDVFxOIKAToNL1WVKgjQT6/o8Pd9un3RCMBjM1ux9a+XdEX79PY73kN6vEn4yR8PtM94AVq4/bcVfM/pUBCtpTolcbp7ahGGYwTopmjBpg0I0OCb64N18R07ecgvOZ8PLoJ3NB8Dl7yFWwAAIABJREFUrxmXfzyhu+/e0qOj/q5w3nNJ8hySvaqFcvt87J10/wv1sQdHi1l+oz2yJ9JgqxjXj71rjodTHPyHr158/7pDb7/tb0Dn2zzTLDE3jzOZhWISLNgA6roQwNjLxwewLwF7w5rJuo5WhVNhbWFYwyuXzw3w8OUxexLvY5S9gnRhHU8d3x6rdzefySAuC/khQOcbIXlrxrsxD/7APQ/urlrBiwuhsOexuEKADsN9U7lEAfqO3tFzLlRFA8Uoyuz8WxKZ24XmLb28f0V7yuJKXZwKR5Ucx9rVY00jLcZnsQK0IG5T5xXO3cDMdwwfQW6NHQl88+Fl+D5aF9+xk4fcd10exs14eE7v+vA90tjvvYP03juSF7U0huVxdv3rId3+65ye/Lf7KHbfew/J9rntoeGkR5P2/c45vfqeF6BVj29xE9x7ZAni9T7dGEIYhb4L5uYx1A7kcyMArtwYlZQCfOZjC9iXgL3po71tXRUiQNucA/R1pdzHdMxw9f7PpdmZRhDj5TWDiWOTuMz/DgE63wjJWzPejXnwB+55cHfVCl5cCIU9j8UVAnQY7pvKJQuS5z/d0psHb8dwGpxQfPurKECLQrC8ILIfS3IJuDbBa/R+lI6uaWJAM9HLGYKjZ32stxMkR+/HJsHoAemyf62dCHyL8c1r5Tt28hD77/SYdq6PTcaPSBrvKflERrv9609lmARonYC+T1etYG1+t3ACNHEf11hhymaSe0+y8EB9HXON/3l5nMsqlKNDAFzV1S/AZz4+gX0J2JvXBfK6anTk0IfgGD7cap1IxpOW/MlMhpC+rnn3MTpHlKHeVoDuHXEU2mynquwxoOlaPInKRO9uPaSJAT3hBBbGV77xFVszuItFMCw/cA/DLXUu8JIG4VhcIUCn4aWqUlVB8mEXq7kVUnZaEZYJQKJwo36BF0UlnRfkDX3oQ264BFx4QKfpZuAbHtDTe5aPAG25XEhz2kEQkJUPRwf9e8Ls5eMWoE32dO80/ckGbrP4dxPTcfSS7jDjN5PyxlIVxafjrOaIXQTMYQPK8EMAXPnhVEoq8JmPKWBfAvbhHtDctePi5d8WAVo/Z5u9rZPsYwZaQjygRU67EGE6ERoe0Pl6//prxrsxD0fAPQ/urlrBiwuhsOexuEKADsN9U7l0gmQXC/mWXl4T7XMijCBAa7yNO+DYgsoRgsMnBvTvh3T36Ygkn9U25qvqHcAuApFFo84qLw/ozcWA7uN5g286+gYxoG0vvqkfjLw9oP91Kx5fnckDWv6Axf8/lQe08WRGxIwSuwiIqBpZJyIAriYCtvLk4DMfQcC+BOzniQEttNQWA1p3usi2Zk+0rm3t1YTW0O1JrOsm4x4IMaDz9f7114x3Yx6OgHse3F21ghcXQmHPY3GFAB2G+6ZyaQXoPr5ZE36Cv81XCVfwuDvSPv7xl3FoYupKi0udB0Dz2+UP3BEz/rIydsz9yweNMB0rQMu3bNclSDKOwDf7nFE337GTh/oSlPFqUrD4zT/TreBVLKWVY0D3lw7uNkdMSfQ0bjdsRzSclJAvH7LFgGYhNtSLSkV7ujp2HTGg1YuF1BjQYggOCNCbmjqVxs4/5raNZ+7Wg898DAD7ErDXrZFd6ypH7GLTPS79moGEOxbkexpke8ZTULPuY9p1zz6dcHsTed0yitTH1K5zvqf2ZGm3t+m4NYvTGoyU9iMGdL4RkrdmvBvz4A/c8+DuqhW8uBAKex6LKwToMNw3lUsvSDIxdwyZ0cpNLAa05dKNcVH1hC6Vo+4Gr+hTDnJBcLYc69exNPESQjG+M9GZEHNNUzeNgny34LwQrOAXuWvtROB7ZKZmvmMnD33/VeMODhj2G6RuRBzQ2WuiE+ovCexDcHx4fEzH/ViXN4T77B3w+ozOTm/GGPTcx7C26P79oIi9XP2tTd80pziOSWsP+5DF6hQuEuRFZam9QoxFhOBY6zsul11pxpytNc0c9Z52Pr0i6TaEXBBUVW9aPsGdrbMA+3xDyR97/RpZt64yx4CW2qk7WTnsCdT1h7jm1gjibXnx+xj7XqFvgzGUGGujbL89BjQfpqRZU7HwhV1pmhjQzflTJW60vh/5c5yvH6JmcLemPoAxsyY2RlvASxpeYnGFAJ2Gl6pKje1kVYGxgcaA7w2QTESr4lkTA3obLMS3clU8xjen6hKW54qdQIAAnaJjpeUT3OUToIF9PuxTjFSUORWBtO+2qdbkSz/l1JrtXiKxBapzwpwtBHdzoulfFnD3x2rJlOAlDdqxuEKADuGFedIpNwqzr/3yl2jmLTx+rxa/ypu96HRetK3JE24zDmkinye2k8XWj/zLIgC+l8U7V22r4hkCdHA3SMGjPO/IXlNdaCRmsmW+40+rOO8E0EFg8zDvTtyMdri8u+xlkWRfitMqKbjSdxzV89DEoZdHHMPGdfpI8MKTbTB5840tYHyqNtm5c/XX4MHlyJiGTxt3DkyFUybmdaIZZ9ZgD+6046ULqyZ7gzalzj2elsVe78mrtMvyDvF7V3nUY31PefA2w2BIg/0MhqGI2RBIzrH8rkrwjpgDDAjQbhTt869j3cWdNhTm/ZD14gJrOBsayceMmwqk0CBQDC/adfZ6KY3FFQL0ZG67Bd7t4zM6+bIzxhlmx7iuD+l875wOv57T0Td94fIRLz6+qRL3S40rKppojzs8uTkeGWI7mUcVSLIiBMD3ishIaMqqeIYAHcz07Dw289MLonf95a66eNiPuMtfxedjzM0r2qcx5ra+eXaPIUO8zv5eASU+puYoNV+rGF9Tmmcdc3QwOVLG2bkyGKbg2rTvjyfdfQzD+uOKaM9wWe9Qro1P9x0Iz+kdnf/UxNSXY7FKhlttsveD7sMBd7Gwox/MxWVTTgo+bdw1fd6MqRzz1YB5+65troI+IXoxxpvlcbHXY79LQ8HXcZl0KB9LY+9sl3d4N334OiMOymV2l/Tkvj/RIPV1J2+hYGd6j81kLooJQCDF+GJmMMFSDcXynOg3bu8cYPfcWSBAOxC1rhcdc/ektUjvcKC7aLQ1UTq1suA6gCGUcszM3a+3VF4pvLQhbOmM6JToJZvjV0xULK4QoCeSO0xGP1zSg984AZqVo1ls6y6SGC/rYxeejYbYnimbrYn2hySP7WQhdSJPPgTAdz7sl6wZPC+Jdrq6kvMozGn9B1hBuNJfduQ8juoSptrnt+JCjBN5dpoY+3/1McQbeF3lSRTw9k2do0PZTM5Va5jvR+ppl1SpfPrW06Hlt5E3Xa5l7gfE7p1ohe4p7Q9lccw3P58xmKrHulXOWJp3RC8e0a1BgJaREbnTvQPMWDrfA4E05MZebJcdE/19BJKjigEHO372o/x+Y246AfNjP90G5EiLQDqOfecdyXNWutCx+RD38q9HwwkoUcx25X1Jh7/vtyc1unzSyQH58kh+ncHDznvcPvtA7R0mnEAqegbzJ8UqDsHBr8PIvoYb76Xw6BMT13csBjp5xjyfYzSlGzNzWLfdMsrgJWxtlpPVWFwhQE9ij5s0/m68SCYI0Ee7dMV90TAuKq0v2Wmbk0lNsySO7WRz2YFylkEAfC+Dc+5awHNuBuapPzmPgmefbuOkn5dcwpPrefuxVZ5jFW/AfTppN4tEbx7s083Hu97j1oWtaLPs5d3kdtrnqkLzPDlXfZ1s42sPe+Cx6ePaYBKghXALQogOHgDfujTprP1AL6Sm4E5Hdwo+/bhre2jb5/kNdpeX2svInvy3+be47hwFyZ3uJJ+XAC3V038Y2n19Qie2MDyNiZNFA/9BlRV7uV1OTHpBbOq7yoGf7sPZiKDvmPPHnKVMgf10K5AjJQLJOLacFBjbI68pxL4se1DrTmGZLrXUeV/rTkex96r5I440vuTj81I7xbFasQDNt9u5hmOMu99Vk+f0hHOPadwlGzMpB/oGyi6CF26sULOO406ZrpWiWFwhQE9gVvBMNh0ZN7z05PhvB88O6OIx894Sv9YaYzJmeKE28MR2sgkQI+kKEADfKyBhARPA8wIgL1BFWh6ljaB2DgoRoN0bDq24otTPzZ1T7kXQbILtc/Q8RKblSrJRiLGpi7/s5kCQkJt428bjr0xsPCYaPgKIXmV+MYANoqq8GB/6wUu6/VYNIzJ5sxpIbzI+jdy5MeW97oS1pHCiwOXFbKlHCiHXSuFN3/jyYQxJ1+NpF0gDQe+zLY89J4/JG0QvTKa/q7T4CXFO5XHt7h9xqHe5k2E/h3EoYxYEUnEs92mtl7DGc5YXgq0nCqbmVdDSfJzWeUBrNAB+3lFPMvOic60CtAY749zNh1pxrUVcz9Uuv9QagK851ZiZZUBvuJD18+Kzz1ofgbG4QoD25VSebCYK0HI15pdjv4AkdTGf44WKxaZvB6knXexLpR4k6m4JeK6D35Q8mo/w85sHvZhlm69UYUX8CNuKlTvvDR7QfTgGnYdR7/2582/uckJZmPb8kJtivk3Jla03d+K6LFZN29T54GE78q+3QVkZKV69Zk/4ph/8TLcaT15rGLMZh/0SfNpwE5/pvQa7EwKyx7NLgBZBEurRjR+tV+O0/jWVlnzYa9rlwsTyrhruilEA8MCvF77Hjz4W3qYCbEm/BPYzmouiAhBIxrHRA1o6Ybx3olrdn7BR55mYvE014vqj+YV9MDXNaaawXd1H2u59q17GysJw1ClAK2sEowe0FFJLc5qHJ99rvTiE4OrDfWXwIE02ZgLGL7KMCKyeF2X9kCfawdQ+E4srBGhPxGXvqDEbH9fJ98ihY2Gpm6A9N82ezZmULLaTTaoMibMjAL6zU7CIAeB5EZiTV5KKR71Xo27u0m+mzIKlh7DSoKabB4cNzRO6/PERjcdsmwweizaNp6KeIE8bJ7KbiiunGdr1w7Q2+gjQ1jReaxiNTYH9wC+8hBM5a4JF+LThxj9rwsLxlzHyY+jrDr399pgudK0xhk3hEmtC3wixNTUcpfR+bizLhb2+XbZ+230kmfqu8sUvfsxNHwOLYD/dLOSYEYFkHBvnYG4doYsdzLXNKkBPzqu/KI+NV+NH1cke0Dw59QnQ2vWide4+ovEGLNtaZNo6RRdObcZhkX89sFRjKqon2btsJozEUyBcoVNOdc5ky5RiYnGFAD0FbT5tsAe07OHc/P897Xzqb7U2HGc0HXEMNX9KvthONqUupM2PAPjOz8ESFoDnJVBOX8f8PPZz1OPGk2e8Joa1RJ6LTEKJSRjx3yB0G48xrjO/UaTOw4i30SUue9+Kbj6FFMvm/FzpLGpwu6Qn3J0Tesz1GzsTb8rvDd7/3qFz1kck/K9/PaTbf42e8rIN+npMHzhM/eBhd7khH+vYK8ZoLJNd/vn5tHNHNkw1/du8blQ9oMXj4zbu5PeD7n0hj9158OZLWRr77k1oapcNk94b0vKu0p800cS0l8ecZI9rzM3FwvzYz2UZypkLgZQc6+Iwd2PrLe18beYM+/vDKkAH5eXCOEmnCowCtLzekGJA29c5NQnQtvWibQ03ys+2CwP914vmUFBzjQlXOSnHjKtuPDcjsG5eDO86135mBYTH4goBOpREXUgO5chQ7x3dfpHlvE/krxpCTDci0h4ZPqbdBW9zTbvQDwUd+ZZAIPalsoSNqCMeAfAcj+EaSpidR3k+Yo0cPCWlG+OJD+0gP+szD3knClNCLFwiErw1zcdmVV4MdpHnHD0T0bNzZbBL9ajgOJIx7ctg8YJFMczGp3rMWI05zHvdiiFAhHocNnWX2XFlSV674gk16VTaTNzpiknB5zTuREyteYUG2AVoBW9hjI9C7HBIXuJjimgQSs/i2DdnLOSPHYLx0vtowrtKFqBt9cinMYXY6so40sV+D0V8zJcC+3irUMKcCCTnWPfO9xwzdgFa835yhdSQ4qqfvT6hm++6C41tYaW6U1r9W/D1Fd1995YecfGize/jigRo13rRNne75n3jBz9NTzeUpegpcw4SqazkYyah7TUXvWpeLA4TPqcOc/IWiysE6JzsFVJ3bCcrpJkws0cAfG+jK4DnOngGj+XwuCxXqjetEynhojpn6vAES9UTbqFXznR8BnDnZbEhUYF8APsYwuPypsM+zi7kng8BcDwflkuXBO6WRryrD7jnwd1VK3hxIRT2PBZXCNBhuG8ql9DJNF8ZBa8n42UC4hdf+dg28+oQy+KOXDcXUukupWiYaL6a/3Cpec68P1RPOd1XUSXOt0/8HYaHklbnOeb2FBy8WaTjXKzD6Y+7s7o0nl/C12k/zzDwbRneFfEdO3nM/xKc5h1r9UyZ37jVlrg+HlcLVXbDFuWqeVe9IHr3iY+1aIegGVPP6V3r+ZXyb6l6UrYh6YYzgLuYtpbIR7KxBOydXcmOvWk9ajs501QprdNd62/F89K2vh3rFvcYw8p6uDROeW5Yizc5RQ9Xk7e5IYat8YI2MVa7bn8lXM+nxSl+T5BsfDl7FxLEIgDuYhEMyw/cw3BLnQu8pEE4FlcI0Gl4qarUoZP1CzHdMdvxFm7ThQE2AboXmumALj7v0tUQu1J/qZRWhLXGfZRtMsTrow90x23WbbfPC4LwX7t0dnrTxy4TF7T8xTNiPEb7hVldG4kOPl8IoVe0be+9l3a5Y2OtFUoMoWt68+Mt/ewQJMD3GI9dHsid6FkH37GTR+6XHATojoHSeczdj5asH1wtiXb6usBneoxNNQD7FWLP4pBfH9L53jkdtvF8OzvFjxz6Nfi4XrbfQ9AJv0QfuPJZOAS9wNx/3H52QBd0KKzzx7XyOdGzC9p9cU+vvh+xbdbtb+mM6JToJRdXv6vvZrRBic/NyvAUoIP2VwacZtgTYHzlG1+xNYO7WATD8gP3MNxS5wIvaRCOxRUCdBpeqiq162RX0oVQXBMF8TdCgH56RYe/73O3hacSoHvPhd+7hSgZ4/rZRWKiMY7ikz8e0Ns+Zli/3G49KoSbzwWcfAToQ7p6ek77vZ2NT5pOgB6EuMYL/LedcXEt3Fzv3yXBdxf7Tf2ri+/YycO/R/mmlOKSNuPljyddXL2ji7aQ7oRAfwHd57Hc4eSAdEJjjI/ZlP2c6EWzMW48jDpvpZ3e4/PlX49o/7QrzxbHVr+59W1fmnTr4zFNO2soFVzVwOLYBvCZj09gv2LsPdaewlpWFwLG5FRiuZxJf0KwwYntS66I9thFdyN+rcj8Xbf/uBUEaOY4847oxSPxmfdlpz4CtOX0l2N/lWpPgPGVb3zF1gzuYhEMyw/cw3BLnQu8pEE4FlcI0Gl4qarUtpN9/UCH34oeDUMjhcVmjAB9R+dtqA3mVZBKgBbLtQV6twaB5xfNymJUtV13uZMgUHO9ZlxU7tD7B+Nt6OpikxftDJ7en6ddRAO+r+j+l+7Oe+GvMr5jJ4/5X3IaAXrvpBedH5LscaS/iEa+zZy9s9iRVP2lXUxYFi9/kuKwem8450fGVuL6eFy2/SXVBq5KYsttK/h0Y5QqBbBPhay7XCf2HgK0sB42hqPQ7Dls87Dx2bg2bpxF9olb4w3rup/p9keNyNw7dbSOKpwzyBAyxBUqxBSWkG+zDS/r/kq3R5pnT+Dk2N1NkCITAuAuD/DAPQ/urlrBiwuhsOexuEKADsN9U7lGQfJWPII2oMCH14gUoH96SOPCdEf1IjZ4AQu3Efd2jd6Pagxo3pOx837Qe73ajvmLgrJJ/B27inBbee89fcx5cRJ307wgNHOL6sZjU1gESwtunWA+xraeEAO6/eAAvvmBXhvfsZPH/C9BjQDNe/RLGzllbGo2sePY7rymRe+m/kQBd2t5F7bG50Pb/K0PLXF9PIa2pP584KoujsFnPj6B/YqxdwnQ0nNzaDmDAC2sCzgcjJdpcuvzb5o5flzbjuuIbr8xrhEkcVfbJj6utT0GtBC3mZnMxGvrJaDq/oovSx+zmoZQhqF7AoyvfOMrtmZwF4tgWH7gHoZb6lzgJQ3CsbhCgE7DS1WlLuoR24Q+GBZ63bE32Us4Nga06OVInOCter2aPaBVod3q4SzHi+sFaLcHdHOB1LgQfkfPBQFasc/iHaKNm6fpqeBb5wFdH9+xk8f8LzmXAC0+lwVo8UIg+cOPpwDditzcEd1JFx3Nj4hPievj0cfqbaYBV3XxDj7z8QnsV4y9VYDWOKkYPaA1ThCRHtCvvueF5VtuvpfWH0ob7GHzzHfGeITg8P7wLZYl72WaHjHXngDjK9/4iq0Z3MUiGJYfuIfhljoXeEmDcCyuEKDT8FJVqV0n62JA07V4QUfTUHERZFikWT0eDOEqvpzRGZ3QzVPROzlWgGaxm5n4644bp7ZZ53Hdkc68IOYKwdEI0DSEHzh7TXTyhV2ionp2s45nu4hFxyHfYcH3NviOnTzmf8nFCdDtmDR5RnHx2vkLhvRhPHoBmiRvaJdX1/yAeJW4Ph69zN5kInBVF+3gMx+fwH7F2BvnSkOsY52obJrPLfOwt8NIX7Z4x4rmA3d/94SAtCnkhqPNyrpbaJ/p5Kh874v+pOXoyDLfngDjK9/4iq0Z3MUiGJYfuIfhljoXeEmDcCyuEKDT8FJVqayTaT1oNReC6NLJC0NR9NWJ1uNCSgxdob+IrxOEx2NnIgHq4k6sv6/rtej5+v+3dz8vklyHHcDfrjC2g42TtJTIQYEsCRM5whehg1dEewjkHDYih0jXueUmAjooEdjoIjC++bbBJ/tiVkP+AR3GQboYQTBKnIGggEKUZDVKjE1sY7QT6ld3VXV19+vuedtd9T4CYWu3ul69z7d6Zvfbb16V1/yj7y4/MbvZPuOr/ZWy7T9cVysu930IYfGQxOZxePOtNOo/AK96eGJz3f949374evj24oF6kXvYynthXt1Hq57IPu689/3mcf1f5HYooNt7Mq55OFH7gaHRBfS/d7+mxP4EwfW7rD/j8eX4qAXGM56sxpNVzJXKM0YpzTHs07jGnHWj/VAZu/b7c7+Y3mG18dJPGbZn0v87wOLvF4vFGst7J79XPvS49UDq1hyKvaTf/tPFYoWtF7L0Cva4v1+t/7vMdf6dYGPGMTeKYw4iILuDsAfuh3HfNKpcNgnt9vv7uiqgd3PP6lWdm2zpR9IbiuGHe82heuXu5gK6WVn91uIhZPXJVq+A7u+y1lzT0OqCzXs2h941z+eyZgXG4tr+JLzdL6A7225UBXV3D+gwn+vqPfFeDm+VBfTQ+esr7G1hshhjiz2gr66qk8m7tSXM/fDSU923/pjz3vebx/V/EdyugJ4/BCgs3jfV9j0vh7daF1f9BbN37vbXkvYe0L0tOBb7p4cQvvFGeOP198KtD5fvg+u3iD/j8eUYf+25HSmraSUuz8Plyf4I7Qf/vFj9ufPWd26E519fvuZ5Adz/3r3qz9/t792dFcrrHra9orh96dn5XsmdD6nD6gUti8U0ofyp0MXfOtbvAb1+BXQ9qY1bfq37u8xH4da3lrcsLM+8w98JvL8O9/7ad2TZ7Su42+u57+aW+lVySSO8r6sCOk0ukzpr1E1W/8Gpv1p5UhCZTEbeeQQdlXMeFKOepRzHE5+sxpNVzJXKM0YpzTHs07jGnJV9jNK4j5HxePOT3WGy434Y902jymWT0G6/v6+rAno396xete9NlhXWBCYr7wmEGDEFOUcgjeAQOY4gpPoSZTWerGKuVJ4xSmmOYZ/GNeas7GOUxn3MUWS88ifaxm2b+uqPIrvUkzzC83M/wlBCsDVKolj2vd8V0ImCmdJp973JpmSRw1zknUPKvilPJWXv1/EkKavxZBVzpfKMUUpzDPs0rjFnZR+jNO5jjiLj/nNr6p+0HX7I+ri9r/PqjyK765zQSM7F/TiDkkuaXPZ1VUCnyWVSZ933JpsURgaTkXcGIftUeDIhe7+OJ0pZjSermCuVZ4xSmmPYp3GNOSv7GKVxH3MUGS89OL39cMriOTp/FcIrL4b7t4vnfjR7cNcPDf9+47/m+UT1A93Lx0z2Vlu3t5OsHhDZPFmkfb7FwyzL0drnO2D8R5HdAed/qKG5H0p+/bhySZPLvq4K6DS5TOqs+95kk8LIYDLyziBkBfRkQvZ+HU+UshpPVjFXKs8YpTTHsE/jGnNW9jFK4z7mKDLeWEAXD3JvF8J1+fzVd8LV394uAygfGvmj4sHtL4Une+criuW/u3U/vPa13sMd2w+aD8WDrT8If331WqjO2PxTvea9730U7v9lUWEvj32oO+AosjvU5A84LvcD4q8ZWi5pctnXVQGdJpdJnXXfm2xSGBlMRt4ZhKyAnkzI3q/jiVJW48kq5krlGaOU5hj2aVxjzso+RmncxxxFxoNbcLwXvvvh/fDSU1Xh+8ErV+G1r9XWZXHcK4tbZfKt79wI3/yDpjBu5VOM861bVUld/3JRXJfHvvB2ePF3Xw7Pvtsapzhm4DXlr90O4Z2lsvrR3gtHkd2jnfJRjMb9KGJYugi5pMllX1cFdJpcJnXWfW+ySWFkMBl5ZxCyAnoyIXu/jidKWY0nq5grlWeMUppj2KdxjTkr+xilcR9zFBnXez4vJP+8Lp+LXxkooAcL4GKl8jfDrQ+/HcIrXw737y4X0N0tNlqjNaubW9tzNFtzlK85e7FTWlfbeAytln6098JRZPdop3wUo3E/ihgU0I8ohn3vdwX0IwpqzMPse5ONee45Xru880hdztPIWY7jyVFW48kq5krlGaOU5hj2aVxjzso+RmncxxxFxmtXFKddAT2YXl1El6uhw/KqaSugx33P73v1R/Ge2XcSE3y9XNKEuq+rAjpNLpM667432aQwMpiMvDMI2QroyYTs/TqeKGU1nqxirlSeMUppjmGfxjXmrOxjlMZ9zFFkvG0BHfr7Mnf3gA7lwwSfnW+RMd8D+qli5fLANhtLETarqe+Hl8q9oduvsQf0uO/4/a/+KN4z+09jcmeQS5pI93VVQKfJZVJn3fcmmxRGBpORdwZodQ0yAAAapklEQVQhK6AnE7L363iilNV4soq5UnnGKKU5hn0a15izso9RGvcxR5Hx1gV0YV6V0H/T8P9F/QDC+r/LhxK+Xv9H+/da22w0L32jWel8e3620GzBUR7Tf803Fg8/PGT6R5HdIQEONDb3A8FvGFYuaXLZ11UBnSaXSZ1135tsUhgZTEbeGYSsgJ5MyN6v44lSVuPJKuZK5RmjlOYY9mlcY87KPkZp3MfIeLz5ye4w2XE/jPumUeWySWi339/XVQG9m3tWr9r3JssKawKTlfcEQoyYgpwjkEZwiBxHEFJ9ibIaT1YxVyrPGKU0x7BP4xpzVvYxSuM+RsbjzU92h8mO+2HcN40ql01Cu/3+vq4K6N3cs3rVvjdZVlgTmKy8JxBixBTkHIE0gkPkOIKQFNDjCWmLK/Xe2wLrmg9lf82gW5yO/RZYIz1UxiMNzk83Hiw475mD0a8dWC5pctnXVQGdJpdJnXXfm2xSGBlMRt4ZhOwPqZMJ2ft1PFHKajxZxVypPGOU0hzDPo1rzFnZxyiN+xgZjzc/2R0mO+6Hcd80qlw2Ce32+/u6KqB3c8/qVfveZFlhTWCy8p5AiBFTkHME0ggOkeMIQqovUVbjySrmSuUZo5TmGPZpXGPOyj5GadzHyHi8+cnuMNlxP4z7plHlsklot9/f13X0BfRubF5FgAABAgQIECBAgAABAgQIECBAgAABAjECV1dXMYcNHjPqAnrnWXshAQ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lw0AL644f/Gk6eeC7cvPFYnvpmTYAAAQIECBAgQIAAAQIECBAgQIAAgYkKPLz6NFw8+GF4/Obvh8ce260DvvHJJ59c7eLz6aefhp9c/Uf4zS/8VviNzz+5yym8hgABAgQIECBAgAABAgQIECBAgAABAgSOVOB/fv6f4ZOf/Xf40o3fefQF9MOHD8MvfvWz8NObH4Xf/uLvhS997gkroY/0RnFZBAgQIECAAAECBAgQIECAAAECBAgQiBUoVj7/5BcPwn/99N/CFx9+OXzuM18IN2/ejH1557idV0BfXV2FYhX0Lz/9v/DLm/8bfhV+Hq7CToupd7pwLyJAgAABAgQIECBAgAABAgQIECBAgACB6xe4EW6Ez4TPh88+/PXw2cd+rVz9fOPGjZ0G2rmALkZrSuiiiC7+f/GvfwgQIECAAAECBAgQIECAAAECBAgQIEBgvAJF2Vz8WxTP+5TPhcBeBXRTQiufx3szuXICBAgQIECAAAECBAgQIECAAAECBAj0BZoSeteVz8359i6gRUOAAAECBAgQIECAAAECBAgQIECAAAECBIYEFNDuCwIECBAgQIAAAQIECBAgQIAAAQIECBBIIqCATsLqpAQIECBAgAABAgQIECBAgAABAgQIECCggHYPECBAgAABAgQIECBAgAABAgQIECBAgEASAQV0ElYnJUCAAAECBAgQIECAAAECBAgQIECAAAEFtHuAAAECBAgQIECAAAECBAgQIECAAAECBJIIKKCTsDopAQIECBAgQIAAAQIECBAgQIAAAQIEQggXZ+HNsxDuvno3nGQIooDOMHRTJkCAAAECBAgQIECAAAECBLYRuAhnb56Fi/5Lnr4bXv2zzXXS5Tv3wr1/eiacnt4Os22GbR1bnuMHs2sssC7Du/fuhff/6DScPr/rVa2ezPVf745wj+Rl12d58fdvhrMfNxc9C3dOT8PtTjzVWOdPLO698jUP7qy/v8oC9HLgfNcBVL0/Ll/o30vbulTnCXdfDXeX3lbt92Djsmrc65hT7xylX/8rwMmG9+Pi+u48uBfe/8rQvBJc6+W74d6983BZnrp1D7XmMOtl1f0atfz1rn/8tletgN5WzPEECBAgQIAAAQIECBAgQIBApgLbFmoVkwJ66rfLbvdFV2XoHEOF7I4F9EEi2NZldQHdfg9dFoV7iPvw59qmvVTgx8ztERbkrYmWH0jUPgu3WThvyv1ZUVC/H56pP9yoPiy6DGE28CHGNX1woYC+tjvRiQgQIECAAAECBAgQIECAAIFpCwyUTp2VkYvVhvNSJ8zCydMhXDyoV0B3VieGcNKs9uycZ3llZWdF8apzhO7Kxfm556HU5WWxNHJ2Ek7CRbisV0AvrjeEZrVjVV6FMLu8DJflau/QWgneusb2tderwqvzhTCbXYbLcrym3GpdQ3Fd81Xk3V9fXnFZl3mzWXm+YmXwyb/UxVlx+vmKzmGDoflV2yJcVtcYngvPhR+GD5oV4fMtE+6Ey2LFcbWcdHgePcvOKuYV816a38VZuPfxnXD6hxfz1avVMZfh7F6xcrlZPb++gA5lZrMy24u2+7xIvBvCWWvle2triFlTRLY8198Dzf3bLlpDtUJ76R5r/XrHsZXX0yfh5McXgyugm/upuyJ8Me7dcNa9356+E+48OK+vY1GsDmZTG5w8fREuytXnAyubl4rYXrk8+HWgdczj5/UK9NX+obP6vb6Gzj26YZX7wBff+er4ctimdG4V/eEsvHn+ZLjzxHk4X1pFf30FugJ62t8ZzY4AAQIECBAgQIAAAQIECBC4NoF+Ad1dsTlfbViWPedhVpbLdWEYivLoJFy0t73ol5ytbRX6l7wooKtCdL51xlKBuHqbjqESOxQlZ1l6LpdTdz6uSuSm9Nu4svJk4dF5bVisuCxL4/l2JL0ibO0WEXVR2RTWZQm/6pp7BiuOLUrLYluFpqhfrBbt5dSE0Sohq/K7Hqf+QKC0LIvGZq/f1v0yLyD7W2pUJy/GPn/8NBRuxf8utqAoznEeZqfN3sERBXSTWele34flXKstOBYZtOYZeQ8Mb63SL4IHXNrbvLQcZ//Q2j6kLnGXPzipjNrl8bycr7f+aAro8l69bG030rr3ql9flU1zH6woXYe24Jh/uLDi68Bpteq43Jqklf+gf9unvp/Krx+9e3SbL2XNhy6l1Yp8m/tsaBuX69xGRwG9TXKOJUCAAAECBAgQIECAAAECBDIW6BXQnWKz9aCx0yfDef9H3MvStfVj8MUet+3Xl+VYs8fs8t6/izLomfB+e5/cgXJ1fpa1+7z2y9Hu/rZFaVWWevOyuLdyubwLTsLd3lybm2Oo7C4KtWf+ub19Qtuzt0J2aX/t3vYMA4Vgu5TsGJTl3/L8umVxWXFWexC/cCdc/mBgi4JyclU23SJ9MY+uWV2altshzBYrg4vT9OcXvQK6fc5qo+ThDwZuh9lSkdnsAT0wz879V6W4fA8sjLr32OV8D+ihe6b5sKS9Cr1xLAvo+XYa6/aAXnzZqYroYoVw9V4oCt6qgK6L7/YD/1rvj25mLbevvN8qptcV0N09tOfuf3zZ2dJi8cDBxfW1C+jbs+H7rHrd4j4ti/iygB5+eOGikF/1ExOXi/ts1Ycw9V7bywV0zBYj8d8KFNDxVo4kQIAAAQIECBAgQIAAAQIEshYYXgHdPHwtdgX0/AFy7aJs7jpc/PRXQK8/x/C+03EroBcB9/eubhedrTqw9eC4XhHbWyFcFNDVyuhmhfKKwnHQpXdsv/wfuC+7eSwK5fmhA+PMS71mdWv7mOgV0E1RuaLEi8592KdbFnZXRHcyW1lAt1YTN/Nc4blu//L+/sJLRfCqleE7rIBeKtnLe2i7ArqzMnrW/wCmKXm3LKDLbStaK52fn7X2fB9eAV08VHLpPmv7L61cHy6gV34provs7jYvrXuptwf0/EOM9hYc7Xtn83NWN35XUEBvJHIAAQIECBAgQIAAAQIECBAgQKAQ2LQH9GIlYtwe0IuVzp29aQf2oF29B3RrtfTQCspOeRS3B3SzX3O1n3C9d3V5A6zYY7o9bl1olq8dKKDnW5LUeyrPS7Levtar9oAOzZ7ZzcMdi4enFf90CuPeKtKTupAfPLZX7i0Vb605z2blftidrVUG9tPuZNnZMuQ8zLeS7q1Ob95f3ftgeSV8dVx/NXrvvmsyW1NAV6vvm21i6rO29oBeeQ8M3mMxe0BXq6TLZDqOcXtAD997K7b+WLECulP8FtfRZNP5QGCLLTjq1fDFeburl5s8hvaArrdgWfJvZzor9yUPxX7knS1dYr4KD/ykwsB7o//+WloBHfEBT8zVNMcooLfRciwBAgQIECBAgAABAgQIECBAgAABAgQIRAsooKOpHEiAAAECBAgQIECAAAECBAgQIECAAAEC2wgooLfRciwBAgQIECBAgAABAgQIECBAgAABAgQIRAsooKOpHEiAAAECBAgQIECAAAECBAgQIECAAAEC2wgooLfRciwBAgQIECBAgAABAgQIECBAgAABAgQIRAsooKOpHEiAAAECBAgQIECAAAECBAgQIECAAAEC2wgooLfRciwBAgQIECBAgAABAgQIECBAgAABAgQIRAsooKOpHEiAAAECBAgQIECAAAECBAgQIECAAAEC2wgooLfRciwBAgQIECBAgAABAgQIECBAgAABAgQIRAv8P5FAKzMk22ak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5" name="4 Rectángulo"/>
          <p:cNvSpPr/>
          <p:nvPr/>
        </p:nvSpPr>
        <p:spPr>
          <a:xfrm>
            <a:off x="7755127" y="1835788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97435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8" y="1735839"/>
            <a:ext cx="8428271" cy="472334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Para generar el reporte aplicar los filtros necesarios y presionar el botón </a:t>
            </a:r>
            <a:r>
              <a:rPr lang="es-CO" sz="1600" dirty="0" smtClean="0"/>
              <a:t>«Generar»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460375" y="2633472"/>
            <a:ext cx="7868617" cy="934675"/>
          </a:xfrm>
          <a:prstGeom prst="roundRect">
            <a:avLst>
              <a:gd name="adj" fmla="val 8464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61040" y="1484912"/>
            <a:ext cx="0" cy="1228470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4" name="AutoShape 2" descr="data:image/png;base64,iVBORw0KGgoAAAANSUhEUgAABaAAAAMnCAYAAADIxfWSAAAgAElEQVR4Xuy9CZhUxbn//4IoqKAQFcENiIpbxA01QlxCcqMmLlFEEwJ4RfTnjVv0MWqiYCIal/B3iTHXaxSuSrxGReOSoCYhLtEYwYgYN6IBNCjihoqIRuH/fKu7eqpPn9Pn9DIz3TOf8zw8DN11qt76VHUz8+l33uqyevXq1cYFAQhAAAIQgAAEIAABCEAAAhCAAAQgAAEIQAACEKgzgS4I6DoTpTsIQAACEIAABCAAAQhAAAIQgAAEIAABCEAAAhBwBBDQbAQIQAACEIAABCAAAQhAAAIQgAAEIAABCEAAAhBoFQII6FbBSqcQgAAEIAABCEAAAhCAAAQgAAEIQAACEIAABCCAgGYPQAACEIAABCAAAQhAAAIQgAAEIAABCEAAAhCAQKsQQEC3ClY6hQAEIAABCEAAAhCAAAQgAAEIQAACjUngjjvusMMPP7wxgyMqCECgwxFAQHe4JWVCEIAABCAAAQhAAAIQgAAEIAABCEAgmQACmt0BAQi0JQEEdFvSZiwIQAACEIAABNqUwF/+8hfbfPPNbbPNNmvTcRkMAhCAAAQgAAEINDIBBHQjrw6xQaDjEUBAd7w1ZUYQgAAEGorAL3/5SzvuuOMaKiaC6RwEbrvtNrvmmmvszjvvtPXWW69zTJpZQgACEIAABCAAgQwEENAZINEEAhCoGwEEdN1Q0hEEIAABCMQRQECzL9qLwP3332977bUX8rm9FoBxIQABCEAAAhBoWAKNJKD//e9/2yeffGKffvqp+/PZZ5/ZqlWrbPXq1Y5fly5drGvXrrbGGmu4P2uuuaattdZa7m8uCECgOQggoJtjnYgSAhCAQNMSqFRAq2TCueeea3PnznVzPvTQQ+2KK64oSMSRI0fajBkz3HPvv/++XXbZZXbTTTfZsmXLbNCgQXbWWWfZqFGjTNmvt9xySyy3b33rW7bDDjvYxIkTY59X/88995x7/sADD7QJEyYUtTv99NNt0aJFhTj8k4pF/e6///6x/fo+wyeHDx/u+vcZuklx77jjjvajH/2opF89duSRR9r222/v5ix+iiO8wjb6+plnninpxzPVE7r/5ptvtgULFjimo0ePNs3ZX3F9KD618fPQOg0YMKAkluuuu85mzpxpkydPdjFnYee5Pfjgg9a7d28bO3ZsEYtwfupP7adMmWJ33XVXYQ+dccYZhfF8f9OmTSuS0+KnS/uHCwIQgAAEIAABCHRkAu0toCWcV65c6f5IOFdzSUb36NHD/ZGQ5oIABBqXAAK6cdeGyCAAAQh0CAKVCGgJ5REjRthVV13lMle9YJYw9YJ0gw02sLffftuxkSj917/+5WSkxKfk68knn+zuV93fV1991bWLikX/nET3BRdcUMJZY6uvMWPGWJ8+fWzOnDmFNhpv3333dcLbx6EnFethhx3m2v3xj3+MXTsv18MxxUcy25eJ8HOKStD111+/SNj6ASR6JVcVs+698MIL7ZJLLimS5mEbfS2pLlEeXrpfl1g+8sgjdsMNN7i6yZrv0UcfbXvvvXdB+sb1oXm89957ReskWfzQQw8V1V8eOnSovfvuuzZ9+nQXcxo7yeJx48a5eUns+3i+8Y1vFKR4OD+/Pj/4wQ8KDCS9L7rookIsWoeDDjrIfbgxderUAgYv7kPZ3iFehEwCAhCAAAQgAAEIRAi0l4D+6KOPbMWKFS7jOXop0znt8lnR0XYS0Ouss46tvfbaaV3wPAQg0A4EENDtAJ0hIQABCHQmApUIaIlBZa6G2bhiJTHopWAooEPx6JmqD11ebvr79XcoFpPGCvtRLJLDN954Y0H+SmZKikrQhgJaj0sSq19lNIfZvdE+o/MbP368k8KSzpVK0KiAloB9+OGH7Te/+U1B/EYFtBfW0X2oe7/5zW/arFmzijKDJdd32WWXgsCN466+wrXR1xLX4uAzyL1MVmZ0GEM5diEbH6/inDRpUkEeh/FojcMx/T1e7Otvv/b6EOHMM88sZKxXyr4zvY6ZKwQgAAEIQAACHYtAWwvojz/+2JYvX15WPEsuKxval+LwZTh8+Y1u3boVym5IVsfJaJXl6NWrl3Xv3r3+C7b0Ljv167NsxO+utEP75rt3jy2wY+d8z4bUf0Qzm2dXDL3eBoVjtso4pZ2+ffeptv/CY23OKa0zs9qmUQWXuVfY0KmD7P6fHWob1DY4d1dBAAFdBTRugQAEIACB7AQqEdBedCozVdmucfV7oxnQKhVxwgkn2LBhw2KlryKNE4tZBbRKSygT2EtUCdGjjjrKlaUIBbQyeyVu1a9qD0fLYCiOpDHV/te//rUTqpVK0KiA1jjKBn/sscdiBW2SPNZ9Xq7HxR6K3bg+dK8O/PPZ4lonrY2fl+9f8lgZ7aGALsduyy23tKeeeqpsHecwHrWPZl1rbJ8Z/fLLLxfWQWVAlF3thXul7LO/CmgJAQhAAAIQgAAEGotAWwpofY//4YcfFgHw2c6SyPoj2axa0O+88477o/bKktZzvtSGfjOxX79+ruSGHvNXnIhWNrSSQ+p6tYuArusMKuqsoQV03FpUNDsatzUBBHRbE2e8hiEw5fe/sGeXzM8czw+/dpJtvfFWie3/8cZL9pMHfp65vx36DbYz/uO7mdvTEALNSqASAa05+vq9kojKUJWMDuv3hgJa7SUNf/vb37qa0XH1in0b/R3NgFYZhui13377uQxsL4slKVXWQ2U1vCCXxAzjUFuV+fAC0wtVXw/Zj5EkoMPHfRmNaFznnHNOUfz++TgBrXnq8eOPP96J/GgGtGoph9e9995bKOER5eTbhXJW/UX7ELewrrPnEwrkr3zlK648imprewGdxi663nGvg3B+5dr756K8ta4qPYKAbtZ3GeKGAAQgAAEIQKBSAm0hoCWUVaJNf/vLi2f/tySzhPOSJUts6dKlrq2X0tE56R7J58GDB1v//v0L2dBeQEdFtDKmVRKubocVpgpoZeWOt+n5wMdcN8e+t/Pbdtcp+9usr95vVx6ygVmYhev6m2yP5tsPn5RrkxO/g2zMjdNtwaQrbND5txUyoN1z5+fu8O1zWdKzbERMFva8nw218Td6kmNsqmuTyx62cWbTb1Rfw22iz7BWfBM0g+E2Rs+bMqAtaD/I9bFpEIeNm9qSJV24PzdmjkG4kvnM5UmDbPL5uXEKY5fjkZ+zDZto9//sS/bnU/a3yY+Z5f59qG0QjluIJ5znIJt6ndl4MqArfauoW3sEdN1Q0lGzETjmpu+ZJHAWCd177V42do8jbNctdkqc5t9eedpueuJ2W/bRB6ko/LjTxl6R2pYGEGh2ApUK6HC+ktG33nqrO2TQZ8EmCUZJRGUSKws3rA+s/mrJgJaMllBWSQuJS3/IXxiHhK/KXqi0hC7J8IsvvrjkMLtyGdDXXnutE9+VStAkAR2W0zjmmGMKwrdcBnS5sX2dbS+3vUD2ZTXCMiVi4PmovTLZ9UflPZQhHS2ZUY5dvQS09oc+oFDWenQdJMZVl9uXb6EGdLO/6xA/BCAAAQhAAAJpBFpbQOtwQSWTeCkcFc+KT3JaiR36/kziWeU3kmo8+/moH5XXUKLH5z73OSeiVXJDV5yIVntJaInrmq8UAe2krC9ZURDNOVkaJ6Bt7jyznYfkykEEYtqc3M2JXi+LXQmO1ySHLXh8vFmJ4A1nOc/mzR1iQ5wAzonwBeMlhHOifEFeeDtJbZLIEs2+z1z7yVu1PO7bF0n0on7N5s2dZ0N2zpXsiM+gzkv6vCR2bf4wwknkeB6D7KZCCZJgDpsE5VAsLI0SCv/FRfMsjrvm3UAHFRJAQFcIjOYdh4AEtK5fLWo5XCxpdt8ZMNRO3veYVAF91UPTMvensRDQHWc/MZNkApUIaAlQn40a9piU4So5uWDBgqLyDHGSt1YBLfmqMhwqa6HyG8oq9mLUZ0XrUD1/Sf5KhEcPI0wS0GF5i3oJaMWivv7+97+7b+69MC4noL1MDg9d9HOShPeSOdqHxP+ll15aOEhR93g+vryISqT4AyP9/ToIUbWly7HzJU/EPLwkjf1BiWE8cTWjdZ8y1GfOnOnKkkTXwR9eqYx4/TCDgOYdDQIQgAAEIACBjk6gNQW0DhqUfPZXKJ/91x988IG9+OKL9uabb8bWhU7jrxIcymyWgN52221Ts6EloWs+oDAtAzrI4G3J/C2TAa1Jhlm/+WxeJ6DzUnaDoAb0lx4vrskscXz9wHxmdRlgYRZ0Lq6cBPbyuiCK95kVCO5QIIdiOv+4z0j24yZlQYePu7aR2s3RGtoxPBb7LG6f7Vzglq/HLTEfZDa3iO/iuBHQaa+q1n0eAd26fOm9gQlIQG/Rp7/NW/IP++2SF2IjHdZ7Uxu0fn/3XBYBffrdP7HHli22LXusZy+vfL+kT/Wn532/WQW0ynt88HFxzSyfjR0+16v7uollQsJ2/dfb2Pr37leIb/nK5TZ/6cuFfw/uu6X17NGzJP7Xly2x199/o+jxatpmHS9u3n7wcnONi3P+kpfcnDdZf+OypVTCyamfh+Y/au+vXO4e3qbfVrbv4OGJuzo6LzVM4hPX9oOVy+3FJS/Z0IG531Eql3GfFISY/enFR+34fY7O/OpT9n70mrNwrm0iXr37Jc4h6wCVCGhfp/eee+4p1HOWFD344INjM6C9KAxrFusxSURJY3/VKqAVg8pwLFy40GVp6PKCVbWPvVgNmfhyE+FhhHECWvdfdNFFhfnVU0ArHsWhuCV5lYVcTkCrvZ5XJneUqQ5j9IcnxvUh8fuFL3wh9rBIleEYOHCgK78hHv7+Z599NpWdl9teNitGxfboo4/GxiPGY8aMsbg95BnErYP2izLtTzzxRAR01hc37SAAAQhAAAIQaFoCrSWglfn87rvvFrjEyWc9KfmsRBIdTljLpTrPQ4YMcdnQusLyHdFsatWQri0TOubgu7hDCAvlIFTyYqwtSMiAzonVfFmMaAZ0PQR0Xuaay3S2kgzomgR07OGE+axpy5XFcCK9pF2ygLYEHrkDA/N9P5YvPfLFP7ccCImAruUl1Gb3IqDbDDUDNRoBLzcnP3CVvbDstVhhLJH806+dmknCeaF417z77JV3X4/NhP5Gv22td/ee9p97jqpIhN47736b8vDUgtw+bY+jCoJRz13/xG1uDor1oCHFWYKeu9p9/4Er3TwlwO+dcH1BMku0XvqHq+3qF/5kP9lztH1n98OLBLXvw5cZUTtdaW3F1sv9H+x8sJ3wpaNdvxrvmj/fYBfNvcdO3PbLduZXT4wdz89NfWgtvrjxYDfugvdedx8MJAl8xRlmoyuDfdnHywux/Hyf41IFrcY+/O7JpjU7cPDe9pdFT7k1vfFrp9m39hgZu51DjmpQbm4hA7X1e0NfP/7GfLdOmvM1h5xTVnpHAznt9oluHR8fd3VmgX3twzfY5U/8urA3/Icu4qwPTPxaV1uzvBIBrbGUqXr22Wc7YalMhWg5i7Akg7KPVV5CbXbeeWeTJJU8nTZtWlFWdJKAjqsBrRhUE1nXlClTCpJTGcD77LNPQcz6OMLM4HA94g70k/iMjhmtcZ1UA9p92/X22yV7L6kEh28oeb733nu7OWUR0J6pZxnHNE5A+0xwfwBgXIkSn1nt75fUj5buUNxRdp6J6kwrHv2g4WW22kfj8XtIe0JXdA/FCWjFP2LECHe4JBnQjfY/NvFAAAIQgAAEIFBvAq0hoFVGQ9+vxpXdkIj2Mlrt9D2jDhpMK7mRNm8J5a233tqU8KArKqDD/jW+vketviZ0JJtZ+bySpi+1CNfzbVKu1nMgpp1YdSUuhhS1l4D2GczRfuIyoCsuwRHK8byMHlQuAzqlBEeh3IcT7AvytZtDJqHkDkt45Epy5K7i8h9hCY54HirB0VLfupD1HQrolBIcRXFTAzrtJdVqzyOgWw0tHTcLAcm3kx7+ZWK4n5z754qmEpWf4c1ZSnkkDebjVB9R8arnJEjTMqqV9e1LjkiOXn7E5MJwEqIDfn6Epc1X8/vijSe6+9La+j7VNipuvRCffdKtsdnWPrC4eSsGif4fH3RW4trExenlbBzDsCN9mPC5KQc4Uf/gSb8uPKX7s9QC93yySOC1LviS6z9sq/En3nuJE8mS0LMmTI0V9NHJh7yj65u2if3eiMr5W56YYeMeuNzdfschExM/4CjXf6UC2vfl6/GqTEP0ML/oeMpAfvXVV52YDDOO0+bN88kEPNPNN9/clR9p70uCWBnTlayx30MS71wQgAAEIAABCEAAAi0EWkNAv/XWW4UDB6OZz15Ar1q1yknq2bNn15z9rNlIJm+66aaurJuuOAEdSmgdTLjRRhvVsBWKDxo08wf7qcuWLF39q1CGIzggb8y4MTb9pUElB+eNmTTRFpy/wI71B/zFZEAf2re4/EX6IYRBPMMm2sStJtssV7IjVxu5JAP6lCG5WtSxhxAW15sOD0MMDyFseXy4TdRBg3/IzVVyedY+Qf3pYcPt0ceSDkA0C3kMCQ8YLJThyK9D6iGEQdzhAZA17ABurY4AAro6btzVgQh0NgHts2u1hFHZKBmaJpUrEdAaw0vfqMz1h0CmZdWWE+/ltmFcnL6vNDnr71VW8p0TrisMo8ej5UviYoiTykmxJrX1EjxunZL6CjOZ1WbRSbdnEtdqmySgw+eiPLK+DVQroLP2TzsIQAACEIAABCAAAQhAoDIC9RbQShZQRrOuJPmsxz/99FNbvHixPfPMM1XVfo7O0teB3n333d1TEtxeQieV41hnnXVcUgNXexAorj/dHhEwZvsQQEC3D3dGbSACnU1A7zVgF3t+6Usuu1ZXmNXaGgJaNZT/49ZcprLP8vWZulkEaZyAriZOCd2DrjvWlZRIy0xWeZYdfvmfLmZlS4uZ6jIn1XOObud6CGj16aVwWsa2H3+/nx9lP/7aKXbC3Re6choqkZIm+P295QR0+BpJ+4Ai7qWNgG6gNzxCgQAEIAABCEAAAhCAgH4OvOMOO/zww+vCQnWc33nnHddXOfnctWtXlyGt80mef/75ugnoTTbZxLyAlnTOIqFVM7p79+51mT+dVEIAAV0JrY7UFgHdkVaTuVRFoDMK6NF7jLSx07/naiKrxMPdY3/mDuarRuxmgS4xKvGrOtAqmyHmkuBhCZCkfpLWJ02EhhnQErHXP52r6Zu1nMVh102IPZwySxmK9hDQEv0Sz8+f8Tub8vtf2A//erNb27QSJwjoLDuYNhCAAAQgAAEIQAACEOhYBOopoFVS45NPPikIaF9uI/xb8ln/9gJa55T4e2ohu9Zaa7kzYPzZHz7rOU5Ch6U4lDm94YYb1jI090IAAhUQQEBXAIumzUtA9Yb/OP/PtnDZ6+6wvlBCViuglVH70z9cbe+vXF4kUhu9BrSyeY/f52hTlu8hN51SOOxOTOpdA9rvmLCO8Dtn3OcykZWpu+/g4ambKpoB7UtTVCKgnz3ufwsZzeUOEYwGI6n74pKXCgcQ6nlJXUnecle9BXSWTGaVOtGlGtWvLVviDlDUlUWYq12WDOhoGZXUxcs36GwZ0Ppm+r333nMH/nFBAAIQgAAEIACBRifgDj+7sTjKQu3a1gw+PCCtonHytV/H5Q51S77y9W8td0DcBr4+b+K/k3qK9lNRsDGN691fdfHUS0B/9NFHtmzZMhdEKJz1by+d9bj/WiU4dHbL008/XRcB7Q8h1DkwYemNUEDra11hSQ79Wweer7322tUB5C4IQKAiAgjoinDRuBkJqNzDr2bfYYvfez32ULdqBHQob8VEtZRVomHXLXayZhHQijvMElZ9X2VEVyJ209r6/RLWM1Y5iQXvvV50uF+5fZV0CKFYl7uiNaB9P1kO9VO8D85/tOjAvbAsR9q86yGgQ2ZpJUN8SROx9ZcYK+s8qzTOUgPaZ7BX+j7QmQS0Du7baaed7JJLLrEJEyZUior2EIAABCAAAQhAoO0IOAE82XQMWOyVKnhrCzV3WNkgmzrne1ZOI5eOgoCujXzu7noJ6LTsZ4nnUERLBr/xxhv2xBNP2MqVK2ueiuo569DyLbfcsqT2s8YKRbQGCyW0sqc32GCDmmOgAwhAIJ0AAjqdES2akICE3D3z7reb5/2uIOH2Hbir7b7Fzrbf4OHWs0fPwqwqFdDq+7u3n2vvrvzA9e0vX6e3tQV0XFkFyUOf2VxuueLaKTvcZ8vq3jS5WukhhD6e8+69xC6ae4/7Z/Tww3IxJx1CqLn88GsnudIhcVc0zrAGdFpNZb+G08ZeUejaS940oRuK6jRxrM6TZLXnlXZgovoQo5nzHyk6MDFc1yxxJAlo308l5Tyi69GZBPRll11mktD6mwsCEIAABCAAAQg0LoG8xFWAJaK55bnWzIRufQEdpV9t5nG19yWtfr37q26X1UNAq4SGBLSuuLIbYeazl9Bqu3z5cvvjH/9oyp6u9Vp33XVdAsjAgQOdXI5mPqeV4pCAlojmggAEWpcAArp1+dJ7GxOQJLzmzzc40Slx95XBX7LdttjJ+vfulxhJNQK6V4+ehQPtNI4O9JOgO2Dgbq4EwlUPTbNfLZpTMqbE58n7HuMypSu9vADVfZKgo4d83XUh8RgtKxLXtxfnQ/ptbd//6olFEj6Uw+UEtCTuzU/MsJMe/qUb4vdHXpKpjIbahmI2y+GDfg6+nrEytCd+7WT7YOVyVxbj8id+nVgKIxqnF7DhgYjlJLiX12pz8JD9XSiX/uFqt87l5qxxJWzHPXC5u0flPg4asn8R63BtwjVV28H9tnLlM2Y8PdPtH+2tyQedlXi/53rcbeeYPmBRfW1/hX1r31016oKy/fia18pyPnTIAY7zrPl/dq8l7bdfjrowUfan7eVaBPRf/vIXd0K1fqWu3KWyF/fdd59rsvnmm9v+++9v6623XuIt5fqVQNavBUYvZVbE9am+yl3+Pt9vufn4vvw9Ok382WefdVkd0bH13P3331+I9YADDijLKcpIJUI222yztOVLfN7HJt5x/fhSJNEO4kqTVMNG/YpXOH658idRluXYiqu46xJ7xez5J+2PcJ4+piQGaXvajxFd97S9phgUa3RuUU7RNUliUe89U/Vm40YIQAACEKg7gZz8fdSGT7rfrjwkJgPUZ0cP8+UrfAiBuHYPjYlkMAdydfwC23/C9ELsLWPl2zzWMq2iOOZeYUOD+9SqOM4gA3qfWUHbMrFUUoKjaHz1OdYWnLK/TS6U7sjHnRpnXLsy/dV9lct3WA8Bre8hPvzwQzdQXL3naAkO/VuX6kD/9re/tRUrVtQ8a5XQ0M8K2267bZGA9uI5+rcGDLOglUGt7824IACB1iWAgG5dvvTehgR8WQxJ4DO/emJZ6RyGVamA1r1epkrs7b/N3k44SkC/vPJ9k+xsDQGtcSVGb3ridrtv4ZNuLF2SlN/d++hUOSiR++yS+e6ekTsdWFReQo/p+XtffKhsaQzJVcnR8CqXhRxdfonuXt172Rn/8d1MO0Ocf/LAzxPbhhnKYaNycSqGV9593TVPit1/kHHrCw8VOEuAf2+fY8oK97h4y/EJ1ySMf4d+g23ENsMzfVChzGV/hesaPq7n1WcS9zheumeLPv3dbw1IotdyVSugJQFHjx7thl6wYEGs/NU3vcccc4w9+OCD7uAR1XGbO3euu+fiiy+2UaNGlYSe1q+yly+88MLYKe+33342bdq0oljSfm3v3nvvdVIw7DduPmFc/h6Jw4MOOsj8v31Qt912m5199tnun5q36u5p3nHxxTFatGiRY3ryySfbj370o6qWV/ddddVVbnxlsESvkSNHunWJu6LjVsNG/Yr9OeecY6effrobxo958803uw8hwivKMo6thOu4ceMcG7HU5ffTPffc4364Kbc//Hg+pnIMtFenT58eWyv8K1/5ihs3yiltr2l8ZSFF56b+dMWtkx73a+n3ZWvtmao2GjdBAAIQgEArEPACOCpsU4aKEa65O4bbxN9daYf2df8T2V2StYFcDnvNZVQnC2gvxuMiaZHQeQE9bLgNf+zRSAmRmFgqqAEdO/6wMTbGptv0QEBni9Msa3+tsMipXdZDQC9dutQ+++yzgnzWoGHJDS+c/WP6W/JX36889NBDdSnB0a1bN+vbt6/tvffetsYaa7h5+9IbUfkc1oj2BxLqHt3PBQEItC4BBHTr8qX3NiSw38+PciUxdOia+0F7/p/tqSXz3WNhtqsvxfDgSb927SQbX3//jcRI47KVJTElJ6855Bw74e4L7adfO9Wuf+I26929p/3k4LPtyVeedpmsup5f+pKt16OnbbpeP9ukd7/UjOw2RMZQEGgTAtUKaElFiVV9cxonkyXJDjvsMDeHG264oZCFq8cl1PTYI488UpIVnNavF4z+1wk9JAliiUVlSNx5550FCR2VoElQfb8Sj3HzUVx33XWXm3M5AS35fMIJJ5TUmZZ0HDNmjO277742derUQhiSjwsXLiyRndddd52dddZZVUvooUOH2j777OM46xCZaBa05KuuGTNmFGLR2tx666120UUX2aGHHlooVVING3WaJKDF+Kmnnir6oCCLgFbMkvOzZs0q3OtlrITwyy+/XLK8cfP0jZKeU4bz0Ucf7dYl2qevI67nH374YZszp/S3adR/0ocTcc/5PRO3Tmrv19KXjmmtPdMmbzgMAgEIQAACGQhkraEcdtUijYvKcngpXciUDuRyWNrDtwseKy3BkSDGfTZ24d6WLOwwM7ogewvtKj2E0PebINRL5hgR+IlxpvWXYclaoUmtAlpZzG+99ZaTz7p8BrTPeg6znyV5/b913wsvvGDPP/98XQ4h1NjKgv7yl7/sklEUR5yAjivF4bFuuOGGtuaaa7YCZbqEAAQ8AQQ0e6HDENhuytcL2aqalDJWjxpyoL2/crn9ZdFT5rNlb3kiJ0NU7uCuefcVxLCyPJXBqusXj9xglx8x2WUc919v452es8QAACAASURBVKJs6rA8g2pMq/SBShZ88cYTXfZzKKx9aYu0msMdZhGCiSizXNwff2O+3T32Z6kZ2h2RQdqcfAa0GM0+6dayJTLS+mrk56sR0JJ+gwYNsmuuucaJNomzaPamF6hxUk3377LLLjZ27NiiDN8s/SYJaDFWhqyyK8Ks20oFtMSiJHMoidW3Dk6RlJXQLSegfbu4OtM+dp/J6sVjnIjXmL59kphM2lc+W1v3ffOb33RZ2tFM6nJi1q9dNDu8EjaKLU5ASyC/++67JSI+i4BOWkvdO2XKFJs8eXLJBxrVCGjF7hlGs9vFUY/95je/cfUM47K5dX8lAjrp9RAXR2vtmUZ+jyI2CEAAAp2PQBUCukSutlCb97OhNv5GL1mTsqtLx0yvAR0p9xEV0CXlQcxysXgxXKGAzs/RSsqS+IzraDkSzyAhzqr7a5sdWauAVvmM9957L1ZAhxI6mhEtAS35XE8B3aNHD9tjjz1s0003dVnQaQJaz+vyWdAqtaZa0lwQgEDrEUBAtx5bem5jAhLDcxbOLcky9uUFVArhzHsutt8uecGVrVA93/CSJFbdXZXS2Lb3Jq6dL6vh6yIre3r3nx/pnh/Yu78t++gDJ7aVfT1o/f6upEPP7j2dsPbyWSL8wMF7u7iyljLwtYQlz0fvMbLpxKQ/uK7W2sFtvIXadDhf+kX74xdHXJC5ZEybBlmnwaoR0BKUypJVdqiXvlGJqixNZTmEGbZpIWfpt5yAVv/jx493WbJeiFcqoCUUVVokLMPh5+ifSxLQSdIyad7l5Kju8UI+FOppDD0D/S2JHjIN700bWyLdf0DgmVfCRmPFCWg9fuCBB7rs7lDeZhHQygTWJfmbtT52tQI6SfSKyw9+8AObMGGC22uec3RdKhHQulcZ9nEZ1dHH09at2j2TZV/RBgIQgAAE2opA9QJ6kCuhEYnTZTcvyJfhSDpgr/TxWAHtRXccioJwzsW/IKZ+da5PS4glRUjns7RLD16MmVOWOCvpr62WPhinVgEt+SwJ7TOf1XVUNus5CWF/GKGel4B+6aWXbN68efbxxx/XZeYS0Cp5179//xIBnVQLmjrQdUFPJxDITAABnRkVDZuRgDKaJZ3fXfmBK8Wh6yd7jrbrn77Xvrjx4IJw9l/rADYduqY2qofcp0cvGz5g10LtXNXVlaR+9rj/tT+9+KiTw/7QuajA1sGA5+1zrO02YCd7ctHTbuxv7ZH7lXSV/bhn3v3u6+P3Odr9LYHuy3Z8/4Er3YGGqvWsPvx9zbAGvhb3kdvuW3LYYTPE3xYx+sMQyx2E2BZxtNUY1QhoyWVlf/osX4nBaJZtVvEbzjNLv2kCOvq84lC94OHDh5cg1WF0vg51eJ8k4y9+8YtCnWJlvb7yyit23HHHFdV8jkrGtNiiAWRhlCYco32GWeSamy8ZEc3UTes3fL4aNoorSUDrQwn1r7IZKuEimZxFQOuDgIMPPthlqKu2tbLd9cNMtJ50yCRNQKuvCy64oAijDjjUByw6rT3M7A8zyxWzl9RxNcMrFdDhhxx+Pn4tL7nkEie845jGvU+krW1bvbcwDgQgAAEIVEsgWw3oIplrd9mpX59srSugizOJW0RwNAO5vQV0xjg7uIBWubpPPvmk7OGDEs5RAf3pp5/a4sWL7fHHH69LDWi9ClSCwyenSHZLLodZ0GkHEq611lru+8q6Xe4Dilk2olAbvW490xEEmpYAArppl47AyxFQBvFP/3C1k8nKYlat5v+49SyX+ay60MpW1tV77V4uE1rCWQf07TVgF7v8iV/bxj16udIaqvPsSyOoXMIP/3qza+sPc5M0/s6tP3B96VBAL7A1pspO6DrkplOc7F7w3ut274Tr7eYnZrgxvGDWWLq8IPfzUmbskH5bN53ElYB+7b03yh7W19l3rxh98PGHmQ4Z7AisKhXQXpSFpQkkKK+++uqierlZ5GrIL2u/aZI3TkCrXMiAAQNKlmvHHXcslKYI7/OH5oWCXRm7ko7hoYONKKB9xnNYY1lCUrWxw7IiaZIySUBnZRMnS8M+JcZVD1siWUI6i4BWn75O9cyZMwuHKCbV7Vb7NAEddxCj+lO5FX3woF/59JcynpVN5LP6fekMnxEdbrBKBbTujdZ6jqsNneV1lba2HeF9izlAAAIQ6OgEfL3ksIZy8Zy9ZM2Xs6i0BEdwYF+u3wwZ0PkxSiS3HzuSAT09rDEdjvFYK5fgyBpnBy/BoQMIJXbDGtDRDOjw8EFflkNyWN/v/P73v3cZ1LVeGl/fT+k34CSSdXkBrQMS4+Szf8y3rfQgwlypFx956WGeen3dtMWVpb8tEOzTBeP12wR6nV1vg1pFVOdec7lxWii71/7CY23OKUNyDxYdLupL6UTKyriGQS3z8J6Suu6PutYtHyAVHzqa9BsGRXEG/Rfeo2J/66DCg1Rr3WzcXxMBBHRN+Li5EQmoxvOPH77elIErAa0s06EDd3Y1mn2WsuSuSmjocEC1ufFrp7l7dKm8hrKeF7/3upPVOqzQZ6yqpIQkcs8ePc0Lad2jfnVt0ad/IYP6hL3H2djp33PjqJ8z9hnvDipUaQ+N9+t5M11pDsloCer9t9nbxj1wedGBiVG+Ktswc/4jrg9/+RIfPpPalxyJ3jtypwNdCRBfdzh8/qpRF5Qt83Ha7RNduRF/7dBvcEHC+8ck41VT+6GFfyuS6YpPPL+z++ElZSaUUR5e/7nnqFhxHW3n5xKdo8TuTx74edltqdjjYtFNvvTJ/S8+4jLd/aUPFPSBwdg9jiiRxnE8dZ/KsWy98VYlsUTn4huolEva2qlt3BzjxtKa6cOVRSfdnljeI2m8MGjt6RO+dHRNJUIqFdASkKqDrKxifymLVNmsqgntM4rDEg5Z3ouy9psmoCUNb7rppoIMzyLsFF/YrzJdv/vd7xaVGFGWqzJjywloXzs5LiM2jkEWRsoWkTyP1qROYiqJqRrLErv+UkkSxRTWkk6TlOG41bDR2OUyoPW8zyhWhu8OO+xQlm3SfNXHpZde6vZfXC3tNAGtfr1Q9ocPSkBPmzatSD77TPLohxkat0+fPiWHEVYjoKP7J27tW2PPZHl90gYCEIAABNqaQCCYSkRu3CF/FR5CmFlA+3IZZhYruYM4owJaSiwow1H7IYRxcwzkmR8/c5wZ+2vrpc+PV2sJjiVLlriefAmO8BBCL5t99nOYBe0PCdRvgb355puuJIevyVwpCo2j8hv6XnbPPfd0t8dlP/tsaP+cL7/h/1ZM/fr1yzB8fk23mhoRuGZT53zP8krX3l76tm3QNymjOl4MZxi8giYtr5tQ+BbEeVE99RYBnlSXXY+fb5PsykM2yL9OF9ixbr6ay/lm515ph7rfksg/LoE8dZDd/7NDzULh7cRyyCouzkDKh31GZq+5zNonpiRQBZRo2rYEENBty5vRWpGA5OHEey9xZSt+deRFrh605K4ymF9/b4nt8Mv/dBnQ3907V/IilIO6d/7Sl92Bg8s/Xu6eU5kMXarnLJnn+9Uhg76+s56XfJY89gJbmdAS1bp8VrMEpjKdfznqQidIo7WmfVmQn37t1MQ60YddN8GJZwndY/cY5WpKz3rxUVdORNfzZ/zO/a24NRdlfPtLwnvfwcPdXCQwVT7kpId/WfR8UpkPX8/ZN5bQ//I2w4v4hTJeWeAjBn/JevXoWYhPTMQgOj9J65ueuL1Qj9tnjkfFrdpd9dA0x+33R15ig/tuGStE/TqefvdPCuwVz6br9XMHInqprPXRBwvh5UuH+PU7YY8j3UGVKosy4+mZhXvV348PamEb5am+Lzvkhy5GfVARvaJz1p70Yltrpw879EFE3NrpMT/HyQ9cVfgwQx8shGOpnwE/P8J1EWbsR2OJjif+p+1xlGumAzb9/o3jVclLuVIBLQEmuRktaaESD0OGDCmI0mgt5mhMvqyFF6tZ+00T0FFpV42A9qUPNCeJRJXfUJxpWbpxZRTCeXvBeeaZZ7qyEWmM4kowlFtbP74OC4zWSL7wwgstLOVQTsxGxw2ZZ2WjONMEtNqIgcpwXHzxxXbCCSckHvCobOBbbrkltqZ4ubrHlQhoxeOzmn1mtuft5bDqcUfXVB/IROV3NQI6LJ+i0iJxhxzWe89U8l5BWwhAAAIQaGMC5eoYK5SomC7KlCyOtSTbMbOAzmVL5kSyuYzNyY8lcIjWgB43xuzG6ZbrwV9hRmSFhxCqi7g5DhtjY2y6TS/MqTijsyTa8HDETP218brnh6tVQL/++utl5XNc9nOYIf3GG2/Y/Pnz7dVXX7WPPvqoKggqvaHv8bfbbjvr1atXkXwuV4bDZ0CHdaBVPzr1cq8ZL19bWr+9dJ6ZDbEN+kb2UPAaKsjf/H6yaAZ0vsyN9vOYcWNs+ks5gSuNXfhwJfzQRbFcYDYp3yaIxu465SYb9LMRNmvoeLN83XaflT3i4aE23gKBHk46bn6Rx4pkdHCvi/EPI/IxJ2R2B2J6AyevS+PMvQa9pE6Q9UX9pK4aDRqEAAK6QRaCMGoj4Gs9q5ebxlxhD85/1A6/e3LZbOJqR5RsDWtIPz7uaicbNeZuW+xkr7//hpOWEsSS4AcP2d89FickFff02TNMhw1u13erQj3oaGxeAksQ+pIgvo3PYlUGbXjpYEQvEP0hiv55SVBlhPurnGD0da9923fOuK9IdvrD9PS8RHdUZIdiV21UPzsUzD673Pcvwa41jMpbjSOJHJ1n3DqGMWt99KGBrpBJ+LhE7IjrxrsyKknj+4xi9ROVuiFPfSCRFmPILK4OtP+wIYmpHt9uytddVvblR0wuQRD2H7dnojesdcGX3ENh7P7ATTHRVS6TOu21VImAjisJ4PuPPuf/HZbq8G295FOZA8nNSvotJ6B9Rm2YiV2NgFacEn3KhNXBcBKjqsGbJqB1nzKQleURd/iij91nIvv+wnjD9VJW+F133WVhOY1y65l0kJ3uqeQwO304cNVVVxUypqPMs7DRmFkEtN8Laq9M+rQDHuNYlRP1lQpoxRFmZvvay9HyGOE6xD1XjYD266T9ofrWYjFnTstve+j5eu+ZtPcHnocABCAAgfYmEC9TS39NPh9nibSO/gp89kMIzcpnN+dGzP3a/6BbVPKguDyAO4Rwi5ts6ITp+eDSYkkT0nFzVJ9jbYHEeJFUj5YoiIuzkv7afh+0poCOymefEe3/9nWa9b3Z7NmznYSu5tJvuOkDdWVB6/JCOVr/OZoBHQpof18WAV0sWWMiLqr9nNtvs77q92leqhaVcPGidpLZBfm2h2xgTla/NDEnc4uEbG7fealcnll8W9d3goAuKc9h5mIJM42dgF44qOXDn7xkL743OnbCb1C4CUTalkjqFi65+QZZ1xL+XE1DAAHdNEtFoOUIeOEoqTh/yUsugzQsl1HuXsk6ZUp70Ra2lYy89OCzCxnRPrNYUi/aXm17d+/p6kqrXEVYwsH3KcF38r7HFIUjMX3QdccWDjwcsc3wkjIPXn7GyU0J3rvmPVBSEiOUsEkCWoy8pL7jkIkl2dderIbzDfsKM201/zsnXBeLOhSi0TnEjaGs4KhYrYeADpmEIjyUy6GYDicjIfu5KQcUHgqFbKUCWmVifJZznIAOs87juPrnk2INRbsCjlvbcG5xAlrPh7yiHzxU8o5UiYCWzNM3ouHBbH6suCxUf9CcsluV8av6bxJo5557ri1cuLBwAF0l/XoZKjkXXpKGKr3hpbZ/ThJUGcG+NEiUjQ4iVLZwVLJKiitjOCxdkUVA+zaK44wzzrDtt9/eZdUqg1ZZyCeffHKh7rRi8aVHlFkr2SlGypSeNGmSk89R4ao4lR2rP+HlRe7YsWOL+vdtvFT1gtczDw/gUx9qp4zecNxq2GjcLAJa7Xxs+jpJQOs5Zbdr34T7SVnfYqrH40R9NQJaY/nMbGVn64culV6JHuTo2fqyL+H41Qpoz0KlPkaPHu32R/SqdM9U8n5AWwhAAAIQgAAEGoNArQI6rgSHSm2EsjkU0ZLOoYDWv5cvX25PPvmk/eMf/6gYiu7/4he/6LKfvdAOBXSYAa1a0NGMaP1bl/87UwmOtMzbyPNeyk618YH0DbN68wL6xhE2a1xwaGFSCYu8EL5+oH5jIO3QxAoFdOzc1McsGxGUFymS44E8HvtKWFs6SZTHPV6hgE7M/K54C3FDGxNAQLcxcIZrHQJeoIVCNZppmzRyXF1l31b97dJvsKvhHD0ksNxMwjjCdpKJYf1m/5wEr78ktqNiMSmjt1wMWQS0xKQyxXXFZUGH9Yq9UA8FdJpI9fFF5W0oM728VWmNsGxIVMzWKqAl6lWGRVc009eLZa2DL2USxzYU1WF8lQrosH2cgNbYynD2H3JE97Li8PXJo3H6jHJlo3vJnVZCI0lA+xjS7k97VWcV0L4GbljGIdq3pN28efMKWZsSmpKXyqYNL9WPnjx5spOzlfbrZWh0bJVM+Pa3v+0kbnilnZgt8SuhF5WsXqirXy/cswhoja12kqKS1/5SNvWJJ54YKxT9wYGS+/6SgJSwlriPzsfHHD7us8jj6iAX3su23LIg6CVm4w7gkzg/6qijisatho3GzCqg1VZ7R8K9nIDWmkj2SpAn7afovqhWQIelOJTRrthefvnl2JeTL30SSvtqBbQGUEZ1tGZ3dOBK9kzaewDPQwACEIAABCDQeARqFdDhIYRR6exlc1wZjrBmtEpv6LwLnYNS6dWtWzcbNmyYDR48uCCRQ8lciYBWnH37ZkinTSjBISnrpLAy8vO1jwulMxYea40uoOMyn916SEo/PKKl3rUvB1I4xLAly3uSnZ9egiN/GKnLCi8I9BgBXaYER1IJkEr3D+3bngACuu2ZM2IrEPACTV3H1RouN6SySac8PDVWMHuRLHH8vX2OsReXvFSonSx5u83GW9qZ91xckMq+fZKA1uOD1u9vOkRPJTp0qUxHeLCg5Gj0UMAwg1j3+H72GrCLbdNvq8SD++Kkse73AlQyOcyWDTNlfXazxPD//vW2QkZ3KKBDIat2qjOddCWVvwhjic4zjKdaAa2azb269yrUylaN49F7jCyU+KhEHofxhbWgK+kj5K+vkwR0tK62rzvt1yUpq1lrsnDZ6y4bPYl5dI3iBLSvc55Ul7uSl3FWAV1Jn3FtJeR0+YzjWvtrhvsl1/2vLEYzluPil8jUqePlGImj/sRlxjYDk3rEKDnsfxDqTPup2j1TD+b0AQEIQAACEIBA2xKoVUC//fbb7gDBMLM5rPGsr6OHEEYPLNT9zzzzjJPQlR5EqJrP+v53iy22cOCi5TcqqQG95pprusSG9CvlEMImLMFRTujGHvRXJOEDebxJ8iGExQcYBpneDng0K7rcIYSU30jfo43bAgHduGtDZBUQkKx7dsl826JPfzvhS0fHHlCX1J3kYXhoXdjOZyZ/cePB9p97jnICWnWIVWZD19Uv/KnQXG3P2+dYdxhhXDkPNYwrLZFlmtF6vNF74uoWZ8mAlkwOs5jDzGAJyIcW/s0d1pfUVyWZ2UltQwGteYUHPIbys1oB7UujeBnvD9o7fp/cYZSVyOOkUiKV9BEdM0lAh+VNwjrOvmRMtBa4+o3K6TDecnsvFND6UMOXpIn7MCTLfo22aSsBXU1s3FNKQOJZf6KHDMIKAhCAAAQgAAEIQKDjEKhVQCupQRnMcQK6XA1oEfQiWpJYZc6U/LBixYrMcNX/Ntts4w4ol4jWVYuA1mGG66+/fsbxo3XTI7XHw4Mn2+UQQj+NDCU4Yg8i9fNJlr2xhyIWHZbo67UrlmJepfXlY+IMGBa3Ly0JknHRaNYABBDQDbAIhND+BFRqQFecOA4l9ONvzC9p48VzWO4grlyHROgLy14zyWxJPi9As85eElrZ2n99ZW5sSZDowXhZBXRUbqv8R//1NrYBPz+iUDs4i4BOqzOcVUArnrHTv1fIKvfy9eYnZtR0CKHk7Lenn1rIdPcZ25XI41Dohrwr6UPrnaUEh9qFzPwBj8pq3nfgruYzosP9E5XTocRWu6SDBEMB/cOvnWSH3HRKYvmPrPs1bIeAroZa+92j7F/VieaCAAQgAAEIQAACEOi4BGoV0BLG+r6xFgGte1euXOlqQD/++OOZYEs+63vVr371q04aqw9dtQho9bfOOutkGr8tGpU7KLAtxmcMCLQGAQR0a1Clz6Yj4GvqxoljCdCNe/SyN1Z+UJByksnH7jHKXlu2xG6e97tM9aGj5TnSSlakQZSoveaRG+2Hf73ZNY0e7pdVQOveaGavMsl99rOeT+orzFZOyuT18whrGodlPKIZ0GovcTriuvFFvIcP2NVluU8be0UamqJ4w3racSU0QhmcVgM6vN8LYQXTWgLa13PWGNo/P/7aKa5OdlJ98+jhg1FQSWsULcGRlBWfCj6hAQK6WnLcBwEIQAACEIAABCAAgdYhUKuAVvkMleGoRUBrZm+99ZYrw5F0FkZ09hqvR48etuWWW7r6z3369Ck6hFClPPSnkhIcKr+hMhztd6VkVbdfYIwMgboRQEDXDSUdNSsByc5fzb7D7n3xobIi2WcwHzBwNxu7xxGF6c568VF7dNHf7N2VHyTe77OoJbJ1qKFKd0goHrTNvrb7gJ3K1k7WQMp81nXQkOLDwvSYl461COi4Eh9hRnOSgFZc/hBD8VHd4bgr6QBAtY0T0Ho8vMf3GZ1j0p5LyrZOquFc7sC/cIzDrptQyMwOs4nTBLT2mK7++brfoVhOE/ehVNae6dOjVyxn36fWzdcX15jzl7xUOIwwSbDH1YAO5xrK9mpe5wjoaqhxDwQgAAEIQAACEIAABFqPQK0CWpG9+eabTvYmHUKYVgNaJTx0Ron+fPzxx5knq/HWWmst22677dyh4yqhUW0GtPraaKONMo9NQwhAoDoCCOjquHFXByAgwfmTB35eOFxPU5KgS6rf7KfsDwD0/17w3uupGdDRQwl9VnWYca0avd8cckCsjJY41RVXtsPLw6gkzJIBHUrUUM6GNYc1blJfceU7dt1ip5LdEWZKhxnJapgkoPVcKLj171oFdBhH9IDDkx7+pYs7qVZyKMSjbdIEtMbddL1+hfULWacJ6HIHM4agfRa/anZHr6SDJn27OAEdzQyfNWFqRbXVwxgQ0B3gDZMpQAACEIAABCAAAQh0KAL1ENAqwSGJnCSgo7Wgw0MIBXPx4sU2e/Zsl0ldzaXM5d1339023XRTd3uY9Rx+/dlnnxUEtb72GdK6R/Ka8nPV0OceCFRGAAFdGS9adxACYQaqpObInQ505TR0+JquNAldCQbJZ12D1u/v/tYBhmd+9UQn85QZO3/pyzZ70dOFDGy1P2Of8UXZzpKL9y180n515EUWCl4vVKPCWON4qaiv3znjPuvZo2chbD//UAaH9YKjUjTMho2WfwhZKo5ojGE5h2idagXkBWs0Rh9s0sF/5dYgLgM6jCOarR2tOx2dv9h89/ZzXfZz3IGPSQJa973+/hvukMvLDvlhYe2SaknHzUmxfW7KAe6puHXW437t4vjqeR3S6Uu1xM097P/5M35XCCMU9uUy3NNeDwjoNEI8DwEIQAACEIAABCAAgbYlUA8BrTIc77zzTuFQQWU8R2W0l9BePmuWEsCffPKJPfHEE/bKK6/Yp59+WtXku3XrZltssYXtscceroSGxtIVzYb2AtqX5wgF9Oc+97l2Lr9R1dS5CQJNRwAB3XRLRsD1IOAF5Q92PrjoMDcJN9U+jqsFXe24koZ3j/2Zbb3xVqldKMv2rnkP2PVP32vb9t7ELj34bHdfKAJ9BrbPvNa/fznqwkL/yhq+/onbCqUiNGgotSUj1b8kuy8DcsZ/fNfFpnFufeEhm33SrU5YK54z77m4pC+VDvH36D4JWElWz02ysnf3nuZj9Ac1fmuPkUUMtA7+YMc48e4b+/mrTVyGb9hpKMTjgEvSnrD3uCIhr3YSvRPvvcSVR9GlmHVgpK5fLZrj/tZ++f5XTyy5NxT0SYvsZX84Z982LbPbzz+6X3W/1vv7D1zp1lMxH7vTQUVro/WOlpfR+mhvvfjGyzbl4alF+93XN1e5l2iGexb+cfOvREBfd12ujMuECRNiUZZ7/l//+pfdeuutia+zI4880jbbbDN3yrb+nH766a6tv2+vvfYy/Ylet912m3to1KhRRU8p40PxKGMiLt5q+1VsGnPRokVuvAMPPNAUe5iZ4fv2c0qbu/rx8/XzjwOVxEBtFdPMmTNNJ57rwJdhw4aVxJUIP+MTYqo11Di6BgwY4NYkyv6yyy5zj0fXK21NwjD0q5733Xef7bDDDrb//qXljTTfV199NTbyzTffvCSmjFOkGQQgAAEIQAACEGgIAvUQ0JqIBLQEsq8FHc16DgW0RPCyZcts6dKl9tprr7m/JaJruVSKo2/fvrbJJpu4v/V9qkR4KJvj6kJLUktaS0BzQQACrU8AAd36jBmhAQl4AS2hNnrI123owJ3tg5XLXSayMkX1eHjoYDVT8H1klc/hGBJ/Nz8xw1QWwpeKkAx+ctHT9v7K5YWm2/TbqqRkh8+6jcbcf72NXda1+vng4w8LT/fqvm5BXuveJ195upB9rTiUoR29wnvC5yR/X1zyUlHzuBh9A4nr8PIxxvH2fceVIQnbJ81fbeLKg0TH0v0aK+S8Xo+ejrOv4Ry9JzqPuPgH993SieuktuVi83PyfZSbb3Rtouvt71Vf2vPK0E7aK3o8en8WhtH+KhHQ999/v40ePdouueSSEqkr2XvWWWfZzTffHCsMJVYPOugg23nnna13794l85o8ebKrESd5eeGFFxZ+1c/fp3ueeuqpkl/BGzky98HJjBkzivqUoDz77LPdN9FPP/20k9vhVU2/ksQ33HCDHXroofaFL3zBnSx+0003uW7vueceF78u3/e9997rJGza3MP4/fz322+/AbTs2gAAIABJREFUong1j7lz57qxp06dWnhOMRx22GHuuaOPPtrNMymuuL2f9TFJ9H333dcdJKN1lHDXY+KhcRW3v/Trluecc05BqvvH09YkjEWs77rrLjfenDm5D5nCS+uuOWs/Ra8dd9zRfvSjH2WdGu0gAAEIQAACEIBAwxGol4BeuXKl+94wFNBRGf3BBx842axsZ33PKSEsae0zk2uBo7EknJUNLdmt7+mVFa26zj179kwsyyEBLVmtAw25IACB1ieAgG59xozQgAQk1Y677Zyymc6+dEal2dBhyY2fHHx21XVzhU3i8dI/XG1fGfyl2AMIGxAtIUGghEAlAlo3jx8/3h566CH3x0tdLyclKEM5Gg4WlbJJS5EkoNU+Kl/1WJKA1uPK0H344YedNPcZxn5cH0/WfiU0JZtD0ax79Q39iBEj3DfIf/zjH133SQLaC+ly2zA6/7BtnOT3IjYuLonphQsXxor7Sl8KXghHPwSQVD7hhBOKPnhIEtBpa+JjEtNddtnFTjzxRPdhRBy3pHWvdF60hwAEIAABCEAAAo1IoF4CWnN79913i7Kg9ZgEs8TzkiVLXJa0vtZBg9WW28jKUCK6e/fu1qtXL5do0K9fPyeile2sy5ffUDuyn7NSpR0EaieAgK6dIT00MQFlo85ZONfNYPH7S1zW63Z9c6UylLk7a/6fXUmOPj16FWapOsDhpZIFLyx7zTbOt1HbY/cYVVdhrDjjsl+bGD2hdyIClQpoLweVeeqzjr0EjctQ9ihrFdCSz8qIjWZYx4lICfGddtrJiUuNq3uiWbQ+niz9as6DBg2KzerV/JQZfu2119q0adNcZnBrCWiNFcrdNKaeQ1w2cqVbXJyVEeMle3h/tORGnIDOsia+T58prf10zDHHuA8SwgxrtUNAV7qCtIcABCAAAQhAoJkI1FNAq4yGvo9TRrO+Xr58ufttQ2U9SzzXI9O5UrY+M1oiWtnQ+v5RIlolO5QxLTmtr7kgAIG2IYCAbhvOjNLEBFSG4sH5j9oLb7xszy6Z7w4R9JL6+aUv2bKPPrAt+vR3j5Ur09DECAgdAjURqFRAa7Aw61X/VobxNddcU7bubpos9ZNIyoCWTJ4yZYoruxCK7jgRqWxltZd09uIzKq7DeNL69fN95JFHCmU2ykFvLQHt+/WsfVb2yy+XluLx8SljXfWq48RxJRvHr4tktq9tnXR/nIDOsia+v6985SvuAwSN6dkvWLCgqPwKArqS1aMtBCAAAQhAAALNRqCeAlpzl3DW94SLFy92MlqlORrlkoxWVrR+o3DTTTe1gQMHOiHNBQEItB0BBHTbsWYkCEAAAp2SQDUCWqB81rO+DrOhkyB6eerrFIftQqFZTkDrcDmV+YhmX6uvsAb00KFDXZ1iXwc4FJp+3FASp/VbrixG3HwrrQH9rW99qyDvQ9Eb9i2RrgxwfUN+5513OhmbRcJWGnu5F4F4XnXVVa6JMsL32WcfV+87ekhgnIDOsibqN/qBgc8+j37Aobnrhyh9+BFeHEDYKd/GmDQEIAABCECgwxGot4AWoN/85jf25ptvNjQrZUN/85vfrDHGv9iFXYbZuYVeLrDHVp9jpceZ1zhMI9z++IXWZS8rmd9fJnexYc/8yl6/dbT1a4Q4iaHhCSCgG36JCBACZm+99Zb7j1z/Wa679tr24Ucfub8XvvKKrbvOOrbOuusWnt9www3tlUWLbKMNNyy0E8Owre/Ds9U9GkOPr73uuoX79bwfS3+r3fPPP+/G1PX8c8/ZdttvXxh/4BZbFNq/+dZb9uGKFa6dj1t9h5f68s8pPn2tS+N89OGHLmY9tuLDDwvz0dfq17dVzBpriwEDivpWLd2xY8cWHvPz0wO+vZ+L+Pkxwvn7OWhenkXISkziLq2VGPn5ey5qG66bYtZa+b/V3o+l2JRdqzn4cTR2M17VCmhf91lzDutBJzEodxCfP4BQ95YT0DrQz2fE+oMQoxLWH5QYHjwYl0UblcTl+q1U4iYJ6Dj5rjlrXvoTzt8fQugPH5TwVa1lyXrJZ11tLaA1ptb9vvvus8cee8ytu+LTBwJeiqtNVEBnXRPdG2ZK+72k+tNazzCLO+kQQg4gbMZ3IWKGAAQgAAEIQCBKoDUEtLKg77777lav81ztaqru8yGHHFJb9vO/braRm3/H7ObXbca3c+p1yf+NtP6jd+2YEjpOQIvB6WZXI5+r3Yqd8j4EdKdcdibdbAT0zcFbS5fa0jfftH323ddm6FCu737XXlm40GbPmWN9N9rI9t53X7vmF78wCagbbrjB/X31f/+3nfhf/2UPPvywy2rUYWG6DjzwQCeS/XX44Yebxthuu+3cn1NPPtlGjhplu++2m/1/l13m+j9A9zz3nJOhH374oS1auNDOnTjR3ffcs8/a1w880ElwPa8+9PXMmTNt3LhxduONN9p+ymQ88MDCmPfPnOm+XvrWW042K3vxdzNn2vY77GCK59prrik8pnaat/qT2FU8YqG2krLicWU+a9IPcMHkyS4+f0n0znnySRe7xlPNVz++/tZ8Rh5xRNH8lf24w3bbOREsMa37jj/hBDdnieRnn3/ecdU1e/Zs23333d3Xmr/ivG/mTNuwb1/H3bfzX2s9tWYqzXDepEl2+4wZbiwvm/W87lW8zz33nOtbXJrxqlZAa65ZBKhnUo8SHF7ShgchnnrqqW4InwGt55QpHHd5aa3n4uJJ6tfL6VBqR/tXpq4Xw/UuweHHj2YBS8zqkMVofeswtnJtwoMY/T36waSSyx+MePLJJxcyzqMCOuuaaNwtt9zSSe24KyyBUsneq2Q+tIUABCAAAQhAAAKNQKA1BLTm9corr7jzSxrx0m/VbZFPLqo2Ppf5a4/Z6olhvvMSu/nI/jbjsBYpXW3/3AeBjkoAAd1RV5Z5dSgCXkAvX7HCid0Vy5fb0D32cEJ0waJFTk56sao2zz77rO25++6mrxctWGAb9e3rRLAErGSxRKtkrpeioYAWOInsdXr2tIsuusj+NmeOE63KxPWSWuNKckv6KtNYgnTSuefa7CefdJnUyuKVsJ1x++1u3B+ff771XGcd115iWI9JzqpP3SPRq6/1nBfQXiCr/zlPPOHmsGDhQhs0cKAT0LokaDWfN5cudcJ916FDC+seFdB6wh8y5uetODUP9a1LXML5e+mrvjS2LglGCTmNq4xlL53F/8EHH7RvfOMbrp0ktCT/0N12cwJe89Kl+074r/9yHx5I6v119mzbYYcdXEa3PhhQ35LPEvK6JOUHDBzo+r7++uubcl83o4AOD0L00CWgfbkGydBoWQh9mBAeohcnoJP69WUhkupc6zW29957F+pg11tAa46+/EUoYbOIce1VlcqIHuKnPjVfvR+Fl5f84WN+PtE62r5NVAaHArqSNfGZ0uK82WabFcU1ZswY9z7ky6ogoJvy7YagIQABCEAAAhDISKC1BLSG/+c//1nz+SAZp5G5mUrmff7zn8/cPr5hrvSG/WW1nfPF8l3lsqLvyDUa1VKqQgJ7il1gNulcu0OPX2Z24uYLbNfzz7VzJ5ld4PrOCe3v3ObHaCnxUXJ/NAs5n6GdHznfn++nuHRIbqz8cy7T2RcVOdx+9eoMG61vlyMZ0Enz8u0uyM9DvR4eZInXCJ7bOwABBHQHWESm0PEJSEq+8NxzTur23XBDJ3v++3/+x44YOdIWLlrknlNmrmTtuuuu6zJlJU2VNSxZvMXAgU44q8yEHpP4lPD0WcCSxrq8xD78iCPsydmzbbfdd3f3aAyNqb40hi5JJ2VWe1GqPiVQH3noIfe8RM7td9zhxth+++0L/fkyEspIlpiVXFUbzWHb7bd3AluX5LD69FnAmlcYo49dGcMH7r+/zbz//qIM4TgBLY4S4RLzAwcMcBJcXyvzWJnYujRHxa62EuP+efHacKONHAvfLiwpov4eevhhNxfNQfPUnHS/1kljuf+EjzjCzduVHsmvlb758+zFU/16jsqSVja1+g5LijTTrm9GAS2+Xlbqa5WrkID22bjRA+vC9l7gJmVkx/Wr+33N4VmzZhUdhqfnfOa0PxyxNQS0RO6IESPc4SxhKQrtST0WlsDw+0/Zz/oQp1zmdta9qszkuFrfPq5QcocCupI1KXdgYvTARQR01pWjHQQgAAEIQAACzUigNQW0eCgTWt9Tfvrpp+2KR2U3JJ9rzXx2k3Byd4aN9HI2aWYRaRtmTbuvJwU1o5NKerx0Rj7Luji7uuT+ohhybRecnhfLru8FdoarTx3J0i6ai8T0FBsUSufLBuXqO4dzKZpXXpLvmM8GzwvsgnR2//5bi8hu113A4I1AAAHdCKtADBCAQN0JRGtA130AOsxMoFkFtBe/KrfhBbRk7JAhQ2zq1Kmx85dEPfTQQ102cLmSIL5khO/XfT/7r3+5AxD79OnjajErM17y9dprr3UZ8GF2dKU1oNW/P4ixXL1p3+8555xjksu6lH198MEHu7jOOusslzmcFFfmTRHT0Gdbi4kOTdQ4YqJ5q3RNWAc8FNBZ10Tz2WmnndxvMUyYMKEkgmiWOQK6ltXkXghAAAIQgAAEGp1AawtozV+l19xveOaTfdqaiZKClMSg7x3rcmUU0C5LeaugHEcggi1awiO1z1zW8t/y2cTxJUD87PJS2GIOByyS0bn2LXEuyB2qeH60tEhxBnRJ7IlyugJZX5eFoZNmIICAboZVIkYIQAACTUygFgHtyyH4v8thkECcOHGihQcOxrWX6LzlllsKNZ3L3SfReswxx5gOnpO0VD3o448/vqT8hh9Hcvfvf/+7E9RZ+w3npvH0b32jrixrXRLaxx13XOEQQT0W7dv/uxwfzyU6/+g9msOjjz5q06ZNK2RiR+Pq3bu3k+XRuGrdphLg2i++xrbG0fwlj8OSGZLDktQq55F1TY466ign86+88sqS8hs+bn0w8IUvfMGNV8neq3Xe3A8BCEAAAhCAAATamkBbCGg/J32Pp++R2/LS93Rxpd9qiyFLCY5o+Qw/Yq6sxaBpkRrScQI6Ug7j8FF3mOXrS5cX0BorMr4v/1HUZ0ChIJ2Ly3OYf7wgmY+1BdE61wjo2rZTJ7sbAd3JFpzpQgACEGhrArUI6LaOlfEgAAEIQAACEIAABCDQGQi0pYAWz9dee82efPJJW7JkSavi7devn+222262ySabtMo4SQI4WmajKAM6iKTk/hIBHT3QMKYER8khiElTDbKn954VlONIQZMvC7KrakSbSmmYPbb6HCMDulW2VKfpFAHdaZaaiUIAAhBoHwII6PbhzqgQgAAEIAABCEAAAhBIItDWAtrHoQMKdUh1vUW0xLNK2NV+0GA2OWvhAXvResexB/ftGi9xEwT0dxJqK5fPgI5maIc1oaNiOyqnw9rWQU3of7UI6L1Sa0DnRPVeQphaWoTXZmcjgIDubCvOfCEAAQi0MQEEdBsDZzgIQAACEIAABCAAAQikEGgvAe3DWrp0qb388svurI/ly5dXtV49e/a0gQMHms5h6du3b1V9VHdTpFyFBYcK5jtc8n8jrf/oO/L/ypXfGL1Zru7ysDCDOa0Ex/mP2WM2rHBPagmOfPayH7lQSsNFklBmQ09FSnQUHybYIpaL5uXLexTuR0BXt586x10I6M6xzswSAhCAQLsRQEC3G3oGhgAEIAABCEAAAhCAQCyB9hbQYVA6rPCNN95whxYuW7bMCemVK1fap59+6pp169bNevToYRLOOiNEhwpuvPHG9TtckD0CAQi0OgEEdKsjZgAIQAACnZsAArpzrz+zhwAEIAABCEAAAhBoPAKNJKAbjw4RQQAC9SaAgK43UfqDAAQgAAEIQAACEIAABCAAAQhAAAINTAAB3cCLQ2gQ6IAEENAdcFGZEgQgAAEIQAACEIAABCAAAQhAAAIQSCKAgGZvQAACbUkAAd2WtBkLAhCAAAQgAAEIQAACEIAABCAAAQi0MwEEdDsvAMNDoJMRQEB3sgVnuhCAAAQgAAEIQAACEIAABCAAAQhAAAIQgAAE2ooAArqtSDMOBCAAAQhAAAIQgAAEIAABCEAAAhCAAAQgAIFORgAB3ckWnOlCAAIQgAAEIAABCEAAAhCAAAQgAAEIQAACEGgrAgjotiLNOBCAAAQgAAEIQAACEIAABCAAAQhAAAIQgAAEOhkBBHQnW3CmCwEIQAACEIAABCAAAQhAAAIQgAAEIAABCECgrQh0WXHvt1e31WCMAwEIQAACEIAABCAAgU5NoIuZFb771j/KXClPF9+Z3rhLehMzy9SoZejE5ppk10pDzLUvYlSn3VKIs/z8xCj7D0eR+SWFmhVp1nZZN40mkrXP2HbxN2fbR9EgswaSst6umwx9ZWji+qmAUUXzrnoP68aE4DPNKRueil9VFU0+bQ2zTiTfT1mWQV9Zu61gr2flVNxlnd7Xs+711CD9Ju+S6aWT2l3kDbqy98yM7wtZ17LQXcU3xEwz5v+sdBilLer2WqnHnDK+X1Yzz6ru0f+Z2f+HjR+ikbh0tFgq+A+xqvU36/LeRTXvgCqH5jYIQAACEIAABCAAAQh0MgKV/LxSSdsMGCv6uTjr2FnbVfJzcCV9Zpi3a5Kxzy5Zfz7O2k5jZ2rbpcTXZ51acbtgoll9SmK7GMG+2swxSrtK+sy4AGn9uk2coa8MTQr9ZGprVv71E+kkY58x9ip5w2Tts9AuZeNl7U/EM78w0hZQna2RoVHQJDHOyCbLOp+SduonIaaMfba7gE6NM/+6SW2XZWkis830/pa0rRMCytpnIdy6TKz0Q9MsOKJtujZQLJX851d2rvWak15nHUlA12M+mb9JSNmNWf5jTtvQWb9pSOsn+fku70+peQdUPzp3QgACEIAABCAAAQhAoLMQqETKZf45wDcs/wPi6tVmXVN/Psn3lXXssu0iUqemPrPenLCRCreX7ycbo/zPz13LSKswjEyhrzZb3bUOAjoyWKax/Xyi7OLnVxkj32fWQFLeCAqDp8iQTMNVttfLz7tK7iXTTXgtZ5pPvrOMe90ZgNT3g1yfq1evtq7pbx7Z3sUdyAoEdOp7TH4SWecT2y7htZyxz+JmKTdl7DO3PhkaZ2iSE35dzVbX40OuyGwz/b9S7j0m/kOurHszv0Ozb+ayuzTje3q5PjK/Qaa9XOoQS+HXO2qVx5k2WdqE8puggtd+bI/1jCXjG2DizOqxRu4dtg77tx591CuW8luhy+rLEdAZXi00gQAEIAABCEAAAhCAQO0EKvlZsJK2WSKrpL+sGWhlf4YLnqzk56PYOCsJPgZG4faUfrIO49plzH7K1GdXsy6CVOtVZdmTkvUu88N1VXsjE4S8T1pttiqBhUtDziAOUocLNmRq2/yalG0XeTJrnyXLnc9UjT5eSX9Z93rWdVQs9crqdNgzvm5SfUhkAlkZxbYrkwG9+jMzW1XBC7NO7zEVCei09478vsrKqOxsq9zrsWMnbMKK48zwnpC6gnUSihX9qlG5oOoxp0pe5GmxpO2xVMDJv2mQ5dZCm4o3R0Lv9einljVaZbZqRZb/XDLSqcd83Jt9HbLUk0PusvPJW9ZjJ2WEQjMIQAACEIAABCAAAQhAoL4E6vWDRxVRtdnQbTNQ5lGyNtRPWlnbVoG/9JZ6DRYfeEXTqSYUlfhYaw1bq+86tjpJQrct0BbE1cynLmtabSf1C7huTq2iDVTtvKu5L4nVZ/ZJ981tVbc+FUro7DH4kd9f1dXt7E9Xd7EVn+nr7JpmlXW1j23NNnplZI8rO4VqW9Zvj+ciaKS5VcuE+xqdwOrVq6xb13VsjQ1PCiR0o0ddW3zrdutq3fU5u03YkVdZbSy5GwIQgAAEIAABCEAAAhCAQAcj0A4/JmrI7t1szc172erP2mH8DraCDTmdhlzW+KC6rP7M/r3O1mZr9jUzZUI36tWQUBsVFnFBoJ0JrLI1uqxj6/Q721avWt7OsbTN8KpO4z5/7Hb8F3i3ahvmjAIBCEAAAhCAAAQgAAEIQAACCQRcveHu3az7pr2Sy3BADwJtRWD1p/bx2lvZZ2tuZF0qKsPRVgEyDgQg0GwEVq/+zNbsuq6ts/GZnUZA+zVCQDfbbiVe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ICAbshlISgIQAACEIAABCAAAQhAAAIQ6CwEENCdZaWbZJ4I6CZZKMKEQPMQQEA3z1oRKQQgAAEIQAACEIAABCAAAQh0QAII6A64qM08JQR0M68esUOgIQkgoBtyWQgKAhCAAAQgAAEIQAACEIAABDoLAQR0Z1npJpknArpJFoowIdA8BBDQzbNWRAoB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NCpBfQ777yzuiFXhaAgAAEIQAACEIAABCAAAQhAAAIQgAAEIAABCECgqQl0QUA39foRPAQgAAEIQAACEIAABCAAAQhAAAIQgAAEIACBhiWAgG7YpSEwCEAAAhCAAAQgAAEIQAACEIAABCAAAQhAAALNTQAB3dzrR/QQgAAEIAABCEAAAhCAAAQgAAEIQAACEIAABBqWAAK6YZeGwCAAAQhAAAIQgAAEIAABCEAAAhCAAAQgAAEINDcBBHRzrx/RQwACEIAABCAAAQhAAAIQgAAEIAABCEAAAhBoWAII6IZdGgKDAAQgAAEIQAACEIAABCAAAQhAAAIQgAAEINDcBBDQzb1+RA8BCEAAAhCAAAQgAAEIQAACEIAABCAAAQhAoGEJIKAbdmkIDAIQgAAEIAABCEAAAhCAAAQgAAEIQAACEIBAcxNAQDf3+hE9BCAAAQhAAAIQgAAEIAABCEAAAhCAAAQgAIGGJVCzgP5k1Ue2YvU79vGqD221rWrYiRIYBCAAAQhAAAIQgAAEIAABCEAAAhCAAAQgAAEIpBPoYl2te9d1bZ0un7O1uq6dfkOZFjUJaMnndz971e6dO9cu/O1UW75yRU3BcDMEIAABCEAAAhCAAAQgAAEIQAACEIAABCAAAQi0L4H11+5pZ3/9P+2gnXe2PmtsXpOErlpAr1692patWmx3/O0x+8GMn7cvEUaHAAQgAAEIQAACEIAABCAAAQhAAAIQgAAEIACBuhK4aORJdviuw6x3102tS5cuVfVdtYBetWqVvfnZS7bXhaeQ+VwVem6CAAQgAAEIQAACEIAABCAAAQhAAAIQgAAEINC4BJQJ/ecfXmEbrbGVde3atapAqxbQn332mb256h82ZOLxVQ3MTRCAAAQgAAEIQAACEIAABCAAAQhAAAIQgAAEINDYBOZNvtY26rq1rbHGGlUFioCuChs3QQACEIAABCAAAQhAAAIQgAAEIAABCEAAAhDo+AQQ0B1/jZkhBCAAAQhAAAIQgAAEIAABCEAAAhCAAAQgAIF2IYCAbhfsDAoBCEAAAhCAAAQgAAEIQAACEIAABCAAAQhAoOMTQEB3/DVmhhCAAAQgAAEIQAACEIAABCAAAQhAAAIQgAAE2oUAArpdsDMoBCAAAQhAAAIQgAAEIAABCEAAAhCAAAQgAIGOTwAB3fHXmBlCAAIQgAAEIAABCEAAAhCAAAQgAAEIQAACEGgXAh1YQG9qpx19vK284Tz773ZBy6AQgAAEIAABCEAAAhCAAAQgAAEIQAACEIAABDo3gQ4qoDe1006/zS7d/Dk787QJdnnnXmNmDwEIQAACEIAABCAAAQhAAAIQgAAEIAABCECgXQh0QAGdl8/b9DJb8VcEdLtsKwaFAAQgAAEIQAACEIAABCAAAQhAAAIQgAAEIGDWwQR0IJ+1ugho9jgEIAABCEAAAhCAAAQgAAEIQAACEIAABCAAgXYj0IEEdEQ+I6DbbVMxMAQgAAEIQAACEIAABCAAAQhAAAIQgAAEIAABEeggAjpGPgfru/Ljj83+/ZYtXPJP+9PTN9hlD/zVFrL+EIAABCAAAQhAAAIQgAAEIAABCEAAAhCAAAQg0KoEOoCALi+f4+itfPuv9t+3TLAz57UqWzqHAAQgAAEIQAACEIAABCAAAQhAAAIQgAAEINCpCTS5gK5cPhdW+9+L7c7bjrUjH1rcqTcAk4cABCAAAQhAAAIQgAAEIAABCEAAAhCAAAQg0FoEmlxAm9mQH9szxx9u265ZBaKPn7aLLhhjk5ZWce9Xr7M3R+1pvYNbX3hsR9vxhqx9/die+Z/DbdsMByWedvpjdunmz9mZp02wy92429tTtw2zr/0hN9ZpR//Y7Ibz7PKsQ9MOAhCAAAQgAAEIQAACEIAABCAAAQhAAAIQgEAbEGh+AS1INUjoJX8/zza/6o6KUF/742fsmH4f2J8CCWx5IW0vTrGNLku30EVSOWX0cm0r6aeiSdIYAhCAAAQgAAEIQAACEIAABCAAAQhAAAIQgECNBDqGgE6S0Cuetst//VtbudXONnCdDWyXz29v2/bpVYwsQwZy0Q1H32X/HrZRsXwsDqWlAAAgAElEQVT2Dco9V8NCIaBrgMetEIAABCAAAQhAAAIQgAAEIAABCEAAAhCAQLsR6DgCOk5Cx8jlgbufYdeO/JZ9uU/3PPTF9n8TD7BxGctwuOxnu8PWPO+81EVT28Pe+6st2WZP29bMCiU6nKj+fOH+ZZGsaSect/Gi/J/2pxc3si/HlOCYOSRsF2RkV9S/WXT81InRAAIQgAAEIAABCEAAAhCAAAQgAAEIQAACEIBABgIdS0BHJXRSdnPfb9vdp//QDuyjGyKlNMpCO9oeuPwM2+XVbGU24kp15OTymzbt/x1qx7uxcrWg+3kJHc2i9jLZzyVSAzqaHZ3r31oytKOlQVx/1jJ+TE3pDPuGJhCAAAQgAAEIQAACEIAABCAAAQhAAAIQgAAEUgl0PAEdSuh//zV3cF8chmG/sFeP3tv62WK784oD7MjnU1mZWU5A95+b7bBBJ6DXC2NIuL8ghe+wgTGCu6ifsgI6XpCHktpKBHiWedMGAhCAAAQgAAEIQAACEIAABCAAAQhAAAIQgEDlBDqmgPYSevSmNvXsBAGdl8lf7vG8Xf5fR9qZmdhVkQFdVK4jl+2schyl1z9t2v+ba3v9z+FmjxUL7qIs57ICOtd/9P7cAYkb2Z0u67o4BspvZFp4GkEAAhCAAAQgAAEIQAACEIAABCAAAQhAAAJVEOi4Alow+m5qA5cutoWxYHIy+cvv32Fbn3deQpvSG8vXgC7OcC5pmy+HsSQimFtGiRfINQvoaNmN/IBhrWlEdBWvHm6BAAQgAAEIQAACEIAABCAAAQhAAAIQgAAEyhLo2AK67NRzsrjPXw+w3W9ZnH2blKuZHKnfXCqrI/WeS0aNz7CuZwmOuHIk0TrS2WHQEgIQgAAEIAABCEAAAhCAAAQgAAEIQAACEIBAMoHOK6D7XmL/+MEG9oukGtFldk3c4YK5Mhd7mvnDBM0sLlu65JBA387Xiq7wEEKLZDenHUJYeghiZWVFeDFBAAIQgAAEIAABCEAAAhCAAAQgAAEIQAACEMhKoNMK6IFH32q3rTjNdr+tguznkKoTv58v4vxCpLRGUrmOsPSF62BF5LDEor7/aX96cSP78ubP5Q5ULMnAbqnpXBg/Elu0vEZOoAehL7nD1jzvvKx7hnYQgAAEIAABCEAAAhCAAAQgAAEIQAACEIAABDIR6KQCek/7wSHb2v/dfUPm2s+ZaNIIAhCAAAQgAAEIQAACEIAABCAAAQhAAAIQgAAECgQ6p4AuezghuwMCEIAABCAAAQhAAAIQgAAEIAABCEAAAhCAAATqQaBzCuh6kKMPCEAAAhCAAAQgAAEIQAACEIAABCAAAQhAAAIQKEsAAc0GgQAEIAABCEAAAhCAAAQgAAEIQAACEIAABCAAgVYhgIBuFax0CgEIQAACEIAABCAAAQhAAAIQgAAEIAABCEAAAgho9gAEIAABCEAAAhCAAAQgAAEIQAACEIAABCAAAQi0CgEEdKtgpVMIQAACEIAABCAAAQhAAAIQgAAEIAABCEAAAhBAQLMHIAABCEAAAhCAAAQgAAEIQAACEIAABCAAAQhAoFUIIKBbBSudQgACEIAABCAAAQhAAAIQgAAEIAABCEAAAhCAAAKaPQABCEAAAhCAAAQgAAEIQAACEIAABCAAAQhAAAKtQgAB3SpY6RQCEIAABCAAAQhAAAIQgAAEIAABCEAAAhCAAAQQ0OwBCEAAAhCAAAQgAAEIQAACEIAABCAAAQhAAAIQaBUCCOhWwUqnEIAABCAAAQhAAAIQgAAEIAABCEAAAhCAAAQg0O4CmiWAAAQgAAEIQAACEIAABCAAAQhAAAIQgAAEIACBjktgo65b2xprrFHVBLu88847q6u587PPPrM3V/3Dtuu7VzW3cw8EIAABCEAAAhCAAAQgAAEIQAACEIAABCAAAQg0OIHnl/7FENANvkiEBwEIQAACEIAABCAAAQhAAAIQgAAEIAABCECgGQkgoJtx1YgZAhCAAAQgAAEIQAACEIAABCAAAQhAAAIQgEATEEBAN8EiESIEIAABCEAAAhCAAAQgAAEIQAACEIAABCAAgWYkgIBuxlUjZghAAAIQgAAEIAABCEAAAhCAAAQgAAEIQAACTUAAAd0Ei0SIEIAABCAAAQhAAAIQgAAEIAABCEAAAhCAAASakQACuhlXjZghAAEIQAACEIAABCAAAQhAAAIQgAAEIAABCDQBAQR0EywSIUIAAhCAAAQgAAEIQAACEIAABCAAAQhAAAIQaEYCCOhmXDVihgAEIAABCEAAAhCAAAQgAAEIQAACEIAABCDQBAQQ0E2wSIQIAQhAAAIQgAAEIAABCEAAAhCAAAQgAAEIQKAZCSCgm3HViBkCEIAABCAAAQhAAAIQgAAEIAABCEAAAhCAQBMQQEA3wSIRIgQgAAEIQAACEIAABCAAAQhAAAIQgAAEIACBZiSAgG7GVSNmCEAAAhCAAAQgAAEIQAACEIAABCAAAQhAAAJNQAAB3QSLRIgQgAAEIAABCEAAAhCAAAQgAAEIQAACEIAABJqRAAK6GVeNmCEAAQhAAAIQgAAEIAABCEAAAhCAAAQgAAEINAEBBHQTLBIhQgACEIAABCAAAQhAAAIQgAAEIAABCEAAAhBoRgII6GZcNWKGAAQgAAEIQAACEIAABCAAAQhAAAIQgAAEINAEBBDQTbBIhAgBCEAAAhCAAAQgAAEIQAACEIAABCAAAQhAoBkJIKCbcdWIGQIQgAAEIAABCEAAAhCAAAQgAAEIQAACEIBAExBAQDfBIhEiBCAAAQhAAAIQgAAEIAABCEAAAhCAAAQgAIFmJICAbsZVI2YIQAACEIAABCAAAQhAAAIQgAAEIAABCEAAAk1AAAHdBItEiBCAAAQgAAEIQAACEIAABCAAAQhAAAIQgAAEmpEAAroZV42YIQABCEAAAhCAAAQgAAEIQAACEIAABCAAAQg0AQEEdBMsEiFCAAIQgAAEIAABCEAAAhCAAAQgAAEIQAACEGhGAgjoZlw1YoYABCAAAQhAAAIQgAAEIAABCEAAAhCAAAQg0AQEENBNsEiECAEIQAACEIAABCAAAQhAAAIQgAAEIAABCECgGQkgoJtx1YgZAhCAAAQgAAEIQAACEIAABCAAAQhAAAIQgEATEEBAN8EiESIEIAABCEAAAhCAAAQgAAEIQAACEIAABCAAgWYk0OQCep5dMXS8TY8lP8amzvmeDWmEVZl7hQ19eITNOaUhomkEIsQAAQg0PYEy77/DJtr9PzvUNqhpjr7/+r2Xz/vZUBt/o9mY6+bY93bOENzSu+zUr0+2RzPO5+27T7X9z3/Uhk+63648pLbZZ4iOJhCAQKcl0Lzvv6VLNtwm/u5KO7Rv/d/zO+32YOIQgAAEIAABCECgAQl0YAFtZhmlQauui+TzhOlm46YioFsVNJ1DAAJtS6D5BEjb8mE0CEAAAq1FoPnef/0HgMkCurVY0S8EIAABCEAAAhCAQCMQ6CACOpoh97bddcr+Nvkxn1Uh1JFv1ouEcEvWxcRJC2zy+Y/m1iYqjX02nF+5hD7GjJtu0280swP2N7vv/mCdfZzlYjGrOEuvEXYSMUAAAp2MQLZsNZ8VnIMTvifnHkl+Puj/d4PsemUix7wvF99f/oPH6Htr4d+TJtqC8/P9W/D/SWwGdPL7d2wGtP8QMr87otnRvN93spcN04VAXQg0//tvKYbInIL334lbTbbJ+r5a/4uEv2FCkkdddhOdQAACEIAABCAAgbYg0EkEdHymSMs3scmZJIU2UfnsV6eQZV3ax5izxtj0S8ICIRIbI2xWTNmQ8BtqhERbbH3GgAAEaiOQLkBK5LAbsEXwxj8f/XXs0igLJTQicte3TCqBkSSgS0bwHy6WCOiE/yvy7UsEdEJ84YebvN/Xtgu5GwKdk0Dzv/9mFtAlDYMPMhHQnXP7M2sIQAACEIAABJqSQAcR0AnsvUTIf4PaIiV8hnRpRnKJ2MgL5sX52qGlffh6oi1ioqi+aPSb49RYmnIfETQEINDpCCR/cJd7D4y+z5pZ0fvf4nwN/xaZUCxw/fMtNZtTayynyIhEAR35v6JQvikioC1f47lFIBdLoE2LakBb/jdxwprTvn1pJnin2z5MGAIQqIFA877/Jn7gV/hNxfz35oXED/9+6f9PqaCOfw2EuRUCEIAABCAAAQhAoL4EOqyADiVwfJadQEYy7YpqRofyxGctR0p9xMqU+DZeWKTHUt8FpjcIQAACrUMgTYCUqVEq4futBSkH/MVk+JV8gJefWdnySC2zTyzBUTiUMD+m/78gIqD9B5FJhxgWCfIv/jl2fr5N5oMQW2fx6BUCEGhqAs37/luxgA6+N+f9s6k3LcFDAAIQgAAEINDJCXQQAR1TWzmoz5wsfaPZy6E8DgX0WFvgakq3poAmo6OTvxaZPgSajEDar4CnHJJ1rtn5quuceFhsBgGd8BsmSYe+tqmAPiSfwR2ZHwKlybY54UKgIQk0//tvKdbkGtD3/+xQ2yA4M4AP8BpyUxIUBCAAAQhAAAIQKEuggwloMwsy4aLlNJLqgoYHFNZegqN8BnTxr6Dr22kuCEAAAs1IIE2AxJTgKJpmTNmiIqFs+RIdwXtqJAM6KpQLHzZGD5DNj1urgC6U4ChI5eIDb7/0+Km2//mP5g/JogRHM+5qYoZAcxBo/vdfBHRz7DSihAAEIAABCEAAAvUi0PEEdJAh0XLYVUImXpkDBD3gyg8hTBDQrkOV/DjWFnx9vIVHE7qngiw5DqWq1/amHwhAoPUIpAkQs6TfPvEf9GU7hDBdQJfMsZUE9AaFGqWRETmEsPW2GT1DAAIxBJr//bcuAppDCHl1QAACEIAABCAAgaYh0CEFtFnLQSWlh0X5tQlFccs38hMnLbDJ5z+aaxSVGGXrjCb9MBDEEq05XdgmxdIaAd00rx8ChUAnJpAuQAQnKpmjv4kSfb7lV6szlOAoEsL6gG+S2QUx5ZLyq1RrBnTud1YiH2jG1CctmqMXJPkYovPn/b4Tv4SYOgSqJtD8778I6KoXnxshAAEIQAACEIBAUxJocgFdL+bZvpGv12j0AwEIQAACEIAABCAAAQhAAAIQgAAEIAABCECgMxBAQLtVRkB3hs3OHCEAAQhAAAIQgAAEIAABCEAAAhCAAAQgAIG2JYCARkC37Y5jNAhAAAIQgAAEIAABCEAAAhCAAAQgAAEIQKDTEEBAd5qlZqIQgAAEIAABCEAAAhCAAAQgAAEIQAACEIAABNqWAAK6bXkzGgQgAAEIQAACEIAABCAAAQhAAAIQgAAEIACBTkMAAd1plpqJQgACEIAABCAAAQhAAAIQgAAEIAABCEAAAhBoWwII6LblzWgQgAAEIAABCEAAAhCAAAQgAAEIQAACEIAABDoNAQR0p1lqJgoBCEAAAhCAAAQgAAEIQAACEIBAtQReWvaSTfv7NHvu7efs01WfVtsN99WRQLeu3Wz7Dba3Y75wjG3Ve6s69kxXEIBAPQkgoOtJk74gAAEIQAACEIAABCAAAQhAAAIQ6HAEJJ+//9D3bc1ua9pa3dayLtalw82xGSe02lbbJ59+Yv/+9N/2031/ioRuxkUk5k5BAAHdKZaZSUIAAhCAAAQgAAEIQAACEIAABCBQLYFz/nyO/eO9f1j3bt2r7YL7WpHAx59+bFuvv7Vd+KULW3EUuoYABKol0PQCesWKFfb666/b+++/b6tWraqWA/dBoF0JdO3a1f5/9t4+9pOjvvP8DAZMCPicAMYO5pLhIQSIl8WsFc+sETrnDAerCHkGc2HmVgpxlGjlJCKWlxXy4NWaGaHNWgYRrFNO60ukvRmymLGFooUjvniFwnqcIzhLHEK8QCYrG4wNOByQBwPmd+rnqurqrurqrm93db/mL/v3rcfXu6q6+t3Vnz7vvPPkoosukmc+85mztoXKIeBLgPXXlxTp1kaANXttiqbXH9bf9DSjxdMQYP2dhiOlhBG4+qNXyw8/44c5+RyGL3qu7CT03/7D38pdb74rel1UAAEIDCeQtAGdbb4ffPBBef7zn5+bdtmGhH8QSJFA9vAkG8+PPvqovOxlL8OETlHEjbWZ9XdjgtNdjQBrNgNiTgKsv3PSp+65CbD+zq3Atuv/ubt+Ts5/5vnbhrDw3n/z774pv3/17y+8lTQPAtskkLQB/aUvfUl+6Id+SH7kR35EzjnnHNm3jxhM2xzG6fd6b29PnnzySfmbv/kb+fu//3t58YtfnH6n6MGqCbD+rlpeOucgwJrNEJmTAOvvnPSpe24CrL9zK7Dt+jGgl68/BvTyNaKF2yWQtAH9p3/6p/lp0XPPPbc+/YwJvd3BnGrPs4109i870fHEE0/kp/pf/epXp9od2r0RAqy/GxGabrYIsGYzKOYmwPo7twLUPxcB1t+5yFNvRQADevljAQN6+RrRwu0SSNqA/sxnPiOXXHKJPO1pT+P083bH8Gp6nm2qv/e978kDDzwgr3nNa1bTLzqyTgKsv+vUlV75E2DN9mdFymkJsP5Oy5PS0iPA+pueZmtpMQb08pXEgF6+RrRwuwSSN6Bf9apXyVOf+tTtKkjPV0UgM6D/7M/+DAN6VaquszOZAcL6u05t6ZU/AdZsf1aknI4A6+90LCkpXQKsv+lql3LLMaCXrx4G9PI1ooXbJYABvV3t6fkCCXz/+9+Xz372sxjQC9SGJukEMEAYERAQYc1mFMxBgPV3DurUuTQCrL9LU2Qb7cGAXr7OGNDL14gWbpcABvR2tafnCyTAZnqBotAkKwEMEAYGBDCgGQPzEGD9nYc7tS6LAHvmZemxldZgQC9faQzo5WtEC7dLAAN6u9rT8wUSYDO9QFFoEgY0YwACHQRYsxkacxDAgJ6DOnUujQDr79IU2UZ7MKCXrzMG9PI1ooXbJYABvV3t6fkCCbCZXqAoNAkDmjEAAQxoxsCCCGBAL0gMmjIbAfbMs6HfdMVhBvSb5F0/+zZ5heWzVX/3+IfkVz79semZ/vi75Ld/6ifkr//yV+S9/3364qsS33TZb8vbzvtr+dAfvldE+e8IPfLuBAa0NyoSQmDnBDCgd46cCiHQTYDNNKMjFQIYIKkoRTtjEmDNjkmXsrsIsP4yNiBACCTGwDwExhjQ5z/6z+Vf/bna7l+Sf/uG18n5sUzoHSBSDeg5TWe1qxjQOxCeKiAQSAADOhBcetn+XG5/683yidffJB/+pZ9Or/kbaTFmxkaEXkE3MUBWICJdGE2ANXs0QgoIIMD6GwCNLKsjwPq7OkmT6NC0BrRIbuCe+2n555/69/JLV/wHeekTfyHn/+gr5Jnyd/IX+ell4/T09/8iP238MSn+/hPf0k9QZ2Vc9sSH5Fcee5V2Ajqv50efWTKuys7+tzDB5cuNOd4ylX/638p/eMGPKfp8RT75iX8l/17K9ltOQOenoev6mqxfqepxlPlm+Wv55o++QrJa6zyeIwQD2hMUySAwAwEMaHlMPnHjr8rtX2jTf8OxD8u1/8hXlaKch/9XvzyPffyY/OqnXisfPPEGueBrn5Bj1/2RvPa24/KG5/nWNzDdn90ub/1/f2ac+byLdg7s1tqSs5lem6Lr7U+4AVI+DKvQtB6K6b//5Ns/KMffeEEbZLam/ceLizU0/9UoV8nRWYYln5k2X6t/57+Vpf2kXOtcp4f1b9h1Zr3jKdWesWanqlza7d7m+vsGuenD10r/EQrH+pvvY2+XakVn/U17HrD+pq1fqq2PbUC/7ocbc1csJnNmML9OPpkb1u3Tx5mZfJl8MzOuRQnB8ezMQJbaNJbc/K3+32FA52nPL83wxrD+sb9tt6EvBEfe7nNL89ynzB8Vpc5howUDehgvUkNglwQwoEsDumUcl5vU/d4m9LIN6Me+9phc8DyLibPL0UZdTgJspp2ISLAQAmEGSGEOnK1N5WLd/KMrKpPZ/P8ivZjrcGY+H/+EyEuvVQzoNpjCPN7fY1o46svrOduYzvn/S095rv4Zv/NQbyGjObwZrNnh7MgZTmAL62+xfkuz/ubr5cPy850mtGP9Lff1Ylx/fA+OhKtFzlgEWH9jkaXcPgKTGtB5nOZXyDfLU8GquZy3ITNqn//N8sRz1aoOkzmL86ymV2NAmwa01kGPE9AGkC4TvNOA1gxvO91+Y33YmMSAHsaL1BDYJQEM6C4DOlOhZTYYp6Vr80P/e32CrjJJakWb0xv9J6BdJ+iaIZKX8+XXyrVnb69Pcfef4FNPkGT1/J5cfOy18kfHyxMheZ9eIL+fhevIq1FO/KlmiRQ3Aq99+1m5vTodaJhBf/7v3yo3/4EynDca/uPEiRPy2c9+VpvXr3rVq+TGG29szXU207tc/qhrDIEgA8Rm4KonmS2/F2vcz5dvb1Rr40/KG14v8omz5Vskto74PER01Ket03kd5ZrZdQp6cP9MA3yMIuSdgwBr9hzUqXP96+8FxsPJQvNsX/l7L+h5K8Z8QKhcX0R987AaQq03aRhbKRFg/U1JrfW0dYwB7foIoWlA62EzVIZ6eI4qDEcdfiP7qKH2EUI9jIce0sLTgC7N8iqIh/iegDZMdm0keJQZElcaA3o9842erI8ABnSfAa2ZDW2jIDdYpYqpbJyANk/OVa+HlyZstwFtnvjrNyiq18Pr1wiNes0TgPr/l2ZObRw35k71mrnWx5YBfbv8t9pU1k+e5PnOKqcTSzN+i687ZuZzZkKr/zLzOTOhzX9spte3yK61R0EGiAWGuhZ2GgS1qfDn8omPXyBveOMF0jaH9cL19dmugrUM1UQefAK6XU9vOzkBnfz0YM1OXsIkO7D+9ffn5MuWsHY+67oqaOv6Uj/MLFM532pJcnhsptGsv5uRelEdHWNAtz9CqHfNakCX8ZW7jNgmDMfX5HVV+I3sNLRmQDf15HX8cPb/lYntMKAVk7gyrv1PQHd8ZHFAmRjQixr+NAYCowlgQPca0IqpLGa80Yy9ehrOHYJD3Th3GdCv/hP1tF+pb89rh/YTetUr67bX11VD+7HW6+2tzb16OqRlQOtxq/tvDDpepR89hNMoQD0F3XX6OesJm+k09KSVItMYIPq6oJ927l//pjB2vepTY4Y6Qn60x0XXute85dIfn5qRtnQCrNlLV2id7dvC+nuBGUKpWou936Yz1t/WWzHV24s+saXXOY5S7xXrb+oKptn+XRrQeqzmDl6V0fz4N+UV5ynhOjoM6KIU9QOGP9b7EcI8rEb5kcSqBb4GtBb3WWm++uFFV5kY0GnOE1oNgS4CGNCeBvTPfVn9EJWKswpR0WFAGx88EccJ6Bd81AhbUVdl3yD3GtAX2T9u2LzCaDegtdcbRxrQ+ge8RLZ4AjqTUD0F3XX6GQOahTolAuMNkNKEVcwEL0O4hNRnQLtOR1ecXfW1DJDWmy19irX7Z0s99ERfSmNkC23FANmCysvr4xbW3+xjg1oot5deKzdd8Udys3mK2SpPx/qrhcb7Sbk2D0HXF1d6edrTooYA6y+jYQ4COzWgS6P4FU8UH/zL/7XiKSvhNcqwGHm6vhjQtvAcdR3FqeUf+37xwUAzrnMdFsQRgiPP96PfbD58aBrQysnuvjIxoOcY5dQJgXgEMKA9Q3DkJ5M/1RNv1CxHMZ4r09XnBHRuQNdhPdzCL9WAboznyjjf9gnoTMkqDIct9nOlNJtp95gnxTIIjDNA7OaAMySG0vVuk7kjbJHlYeAHX/B77XW9fiW7eAW8+UBiUXmzjkv+BkkRK1+MDyL6mc95Pl4BX8aADmwFa3YgOLKNIrD+9fdayQxo8595gGKS9fc/Xtz7MdtRQpE5KgHW36h4KbyDwG4N6KwRpSFct+crLVO3MnC12M7GCegm9EZRUDvtK6SI7/wV+eSXRV5Xf/xQjx+dxX7+0BOX1ebyVzKjuTSTG7P6s/Kqn32bdMe8FnmX+ntPmRjQTEUIrIsABrTvRwidJoF+Atp2ss7HgHYb3foAjBGCY/wJ6OLjMfqXxTGgqw8R2mI/V6qymV7XArvm3gQbIKURLG+3fEjK+RHChminAT0krnJvfd0fwep9SNjTvyEG+5rHzpr6xpq9JjXT6cv611+r/dwKG9dSrO/60mFoDzn0kc4I2UZLWX+3ofPSehlmQC+tF+tuDx8hXLe+9C5tAhjQXQZ0V6y4/dVHB82TaxYDWjkxXZ8I9vwI4VnFnBn2qrklpurv7JebPlycJrF9hFCOfViu/UfFQG59YTwoBIdp3FRx9rYbgsN3mWAz7UuKdHMTCDNA9I+Vtvtgnl7ufnDVuS46HxaqtfbXZ37EtTitfFaqj7S22+/qn9kfV/q5VaZ+FwHWbBchfo9BYDPrr7KPbn3cugXWsZ6aDyed63kM5ShzSgKsv1PSpCxfAhjQvqTmS4cBPR97aoaAiwAGdGlA3/4FE1UV21n9e/PhqOKvelxm3WQuTNi63NffJPnr3qUZnMcWrTbW5qbYfFW858NX/Segi1bqcZjVNrfNnWkM6J8WMfrwhmMflIv/46/K7aqB7xqdG/ydzfQGRU+0yyEGiBkTvul6e12qXq3u+khflwHtG/+5qVtf1836hsSx9+qfsTbyEcJEJ0DZbNbstPVLtfVbWX+1GNDGntvUzmv91WJAcygi1fFftZv1N3UF02w/BvTydcOAXr5GtHC7BDCgt6s9PV8gATbTCxSFJlkJhBggoITA2giwZq9N0TT6w/qbhk60Mi4B1t+4fCndTgADevkjAwN6+RrRwu0SwIDervb0fIEE2EwvUBSahAHNGIBABwHWbIbGHAQwoOegTp1LI8D6uzRFttEeDOjl64wBvXyNaOF2CWBAb1d7er5AAmymFygKTcKAZgxAAAOaMbAgAhjQCxKDpsxGgD3zbOg3XTEG9PLlx4Bevka0cLsEMKC3qz09XyABNtMLFIUmYUAzBiCAAc0YWBABDK9PDv4AACAASURBVOgFiUFTZiPAnnk29JuuGAN6+fJjQC9fI1q4XQIY0NvVnp4vkACb6QWKQpMwoBkDEMCAZgwsiAAG9ILEoCmzEWDPPBv6TVeMAb18+TGgl68RLdwuAQzo7WpPzxdIgM30AkWhSRjQjAEIYEAzBhZEAAN6QWLQlNkIsGeeDf2mK776o1fLDz/jh2Wf7Ns0h6V2fk/25G//4W/lrjfftdQm0i4IbJoABvSm5afzSyPAZnppitCeLgIYIIwNCIiwZjMK5iDA+jsHdepcGgHW36Upso323PipG+UL/98X5NynnruNDifWyye+/4S89H94qZy44kRiLae5ENgGAQzobehMLxMhwGY6EaFopmCAMAgggAHNGJiHAOvvPNypdVkE2DMvS4+ttOaL3/yi/MtP/kt52lOfJk9/6tM5Cb0Q4bOTz9/9/nfle9//nvy71/07ecn5L1lIy2gGBCCgEkjagP7TP/1TeeUrXylPf/rTURUCqyDw3e9+Vz73uc/Jq1/96lX0h06slwDr73q1pWf+BFiz/VmRcjoCrL/TsaSkdAmw/qarXeotz0zo3/nz35G/+MZfyPd/8P3Uu7OK9j/1KU+VVzznFfL2n3475vMqFKUTayWQtAH9pS99SZ71rGfJBRdcIPv2EYdprYN0K/3a29uTxx57TL7zne/Ii1/84q10m34mSoD1N1HhaPZkBFizJ0NJQQMJsP4OBEby1RFg/V2dpHQIAhCAAAQ2QCBpA/rv/u7v5MEHH5QXvOAF8pznPEee8pSnYERvYNCurYvZJvoHP/iBfOMb35Avf/nL8rKXvUye+cxnrq2b9GdlBFh/VyYo3fEmwJrtjYqEkQiw/kYCS7GLJ8D6u3iJaCAEIAABCECgk0DSBnTWq2wT/sgjj8i3vvWt3MTjHwRSJJA9PDnvvPPkoosuwnxOUcCNtpn1d6PC0+38gTdrNgNhTgKsv3PSp+45CbD+zkmfuiEAAQhAAALhBJI3oMO7Tk4IQA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SRvQn/nMZzYsHV2HAAQgAAEIQAACEIAABCAAAQhAAAIQgAAEIBCfwGte85rgSjCgg9GREQIQgAAEIAABCEAAAhCAAAQgAAEIQAACEIDA+gls1oBev7T0EAIQgAAEIAABCEAAAhCAAAQgAAEIQAACEIBAugSSPgGdLnZaDgEIQAACEIAABCAAAQhAAAIQgAAEIAABCEBg/QQwoNevMT2EAAQgAAEIQAACEIAABCAAAQhAAAIQgAAEIDALAQzoWbBTKQQgAAEIQAACEIAABCAAAQhAAAIQgAAEIACB9RPAgF6/xvQQAhCAAAQgAAEIQAACEIAABCAAAQhAAAIQgMAsBDCgZ8FOpRCAAAQgAAEIQAACEIAABCAAAQhAAAIQgAAE1k8AA3r9GtNDCEAAAhCAAAQgAAEIQAACEIAABCAAAQhAAAKzEMCAngU7lUIAAhCAAAQgAAEIQAACEIAABCAAAQhAAAIQWD8BDOj1a0wPIQABCEAAAhCAAAQgAAEIQAACEIAABCAAAQjMQgADehbsVAoBCEAAAhCAAAQgAAEIQAACEIAABCAAAQhAYP0EMKDXrzE9hAAEIAABCEAAAhCAAAQgAAEIQAACEIAABCAwCwEM6FmwUykEIAABCEAAAhCAAAQgAAEIQAACEIAABCAAgfUTwIBev8b0EAIQgAAEIAABCEAAAhCAAAQgAAEIQAACEIDALAQwoGfBTqUQgAAEIAABCEAAAhCAAAQgAAEIQAACEIAABNZPAAN6/RrTQwhAAAIQgAAEIAABCEAAAhCAAAQgAAEIQAACsxDAgJ4FO5VCAAIQgAAEIAABCEAAAhCAAAQgAAEIDCHwr0/dJx/7k7+W737/ySHZNp326U89R970T35C/s2Ry60cYLr+4eEaA7sggAG9C8rUAQEIQAACEIAABCAAAQhAAAIQgAAEIBBMIDNK737gq/LdfU8X2feU4HI2l3HvB/L0ve/KVZdc2DKhYbqR0dAzBnZFAAN6V6SpBwIQgAAEIAABCEAAAhCAAAQgAAEIQCCIwGXX/57sPeM8zOcQens/kH3/8C359K0/r+WGaQjMRPN0jIFd9QYDelekqQcCEIAABCAAAQhAAAIQgAAEIAABCEAgiMCrfv2kPO3ZzwnKSyaR7337G/LZDxzVUMB0WyPDNgZ2RQADelekqQcCEIAABCAAAQhAAAIQgAAEIAABCEAgiABmaRC2OhMG9Dh+a8iNAb0GFekDBCAAAQhAAAIQgAAEIAABCEAAAhCAQBQCGNDjsGJAj+O3htwY0GtQkT5AAAIQgAAEIAABCEAAAhCAAAQgAAEIRCGAAT0OKwb0OH5ryI0BvQYV6QMEIAABCEAAAhCAAAQgAAEIQAACEIBAFAIY0OOwYkCP47eG3BjQa1CRPkAAAhCAAAQgAAEIQAACEIAABCAAAQhEIRBqQP9v1/6svONFT9Pa9O2/+kv5n27/6yjtXGqhUxrQKtMtslyqxq52YUC7CPE7BCAAAQhAAAIQgAAEIAABCEAAAhCAwGYJhBnQPyH/+7t/Si57hoHtH74h73/Pp+X/2hBNDOgNid3RVQxoxgAEIAABCEAAAhCAAAQgAAEIQAACEIAABDoIhBnQPy13nLhY9rfK/J58+mN/KP/iv9gry0/4PvtR+Sfv//Moerz7Hf+LXPntAaew/+ll8p/fdK7cc+On5D2BLZrXgA7TIbCrrWyDeY+pONfqOfLsVhnfkY+O0K/dpOLhynM/93/LNXf6NRgD2o8TqSAAAQhAAAIQgAAEIAABCEAAAhCAAAQ2SCDIgD50hfzJa55lpXX2M93GXWwDeg75lmBASw/zmEx2b0CfJ3/Z84Bjmr5iQHtxfPLJJ+VrP/iCvPyCA17pSQQBCEAAAhCAAAQgAAEIQAACEIAABCCwTQL+BnR12jY75fwlkSs7QnDcI3JtflK1fTJVM6AzE/uVT8inv/0cuex5GfvvyEc/9oRcWZ5yrWMg29KVJ15zA/TZ35NnP+NpkqW/59k/VZyA/svn5Seb//KvzpXL8jjVWZsflee+qTy1/bWHi1PY6gnovJ5z5dvPeJo8e0AokdEGdI+ZX4zIvlPlhSZdBrRuECvG6qPFyW+dT3NyPcv35lwTybkWcb2L/D8lBe/Hv/09+dFnFzHAqzR6XPCq3Xo+2wMKez5jPuZadRnQpmmccXm+fL0yq9XT06q2Kvv67xjQXishBrQXJhJBAAIQgAAEIAABCEAAAhCAAAQgAIHNExhuQItIZeBa6DXmpYcB/ZpnSWFIVjGlyzy5MShFaIXSJKxMzrx8KQzk/L+f3cSdrg3X3IB+jkhpnhZtKg1RUYzM/L/LEBx5Pef2hhCxDZbRBnRWaGd4if6QJiL9BnRhGr9Y5J4/lH/x/CvkP//Iw4WZXNVX6pgbwD/2rTx+t+Qfl3yiYF+m+7qq0bdL814k51+HPFE1K38rdPpOES9cyadx7MxnhGnpNaCzEjMW58uf3fgpOXvtz8qb/+YPyxAauhmtj5HK0C7HX97Gor2E4HAsjRjQm792AAACEIAABCAAAQhAAAIQgAAEIAABCHgRCDKgvUr2MaBLk9k0M82TyZUZXZu1hWksihmd/WQ3F0X00B+KIdkyoJv2eHUxO5/87W/IZz9wVEvuz1TJ1joJ7TKfK9PVEotbPeWbsbzyPJFnPNHEum6ZuQ2Tr1ymx9FuDP/CmP2przQxtvtCcDTM2/n62HaGaeky6dWHIdUpdvmW3F59DLM8QW9+HFM13fOPZtbpvib/FAPaPfwxoN2MSAEBCEAAAhCAAAQgAAEIQAACEIAABCAg4m+Wdn3wrouihwH9yifyU7eZAaiZma3QGE06NWxGZkCrHx3UDejm44LeBrTSHt+xMZkBXZmgZWztvljaTdtcJ6CLlC2juPXxxcqALkKrqCazaSSrJ4NtIT4ue4ZCLjeHXSeKq9PvZr6hJ6Cz/O3wGS2juaxGD/tR1Z2N2YflxzCg3cMfA9rNiBQQgAAEIAABCEAAAhCAAAQgAAEIQAACiRjQ6gloJWTD6gxoKU5rN+EjXCPUw4DOeP2PT8inn31eEYrjv1QhP5R4ysqJaNcJ6C4D2jR6+4xrtVfd+YYb0FlZ18q35OsvOjcPxfGeytS3PFjo/iAmMaBdoy7/HQPaCxOJIAABCEAAAhCAAAQgAAEIQAACEIDA5gkMPwHdPtmsQ6xOSk94ArqOFV2c5lVjQKd8Atp+Ctc+JJuPAaq/uwzoJi5yHs/5SilCU5ThLKoY2UNiQPsZ0OUY8DgBrRvQar6BBrTav9x0/6byocnGbK/Hz6d/SPuoYRNPnBAcXosiBrQXJhJBAAIQgAAEIAABCEAAAhCAAAQgAIHNEwgzoIswBVq4hYxkHnv47+XNJ7K4xBMa0K8UOSvPkv1ZeAclvrEZWiK1EBxTGdD7LaP47Gf+Ur7+Sv1jevWp39x8PVe+/rVnyf7nZZl1rZoPSYo0xndHeIsXPa1M8yy5I9e9LO8zIm/OTx67DF01tMt35KN1viI0S/2v90ONj8pz3/R8+frHyhPe1g8kPqsoSo2PrcXdrhhwAtprUcSA9sJEIghAAAIQgAAEIAABCEAAAhCAAAQgsHkC/ga0rxnYmICTwO34iNwkZU9QyJgY0OMN6MAOtGJAB5ZDtpyAbQzsCs3nHzsjz3vKS+Wcc84JqnLf448/vheSEwM6hBp5IAABCEAAAhCAAAQgAAEIQAACEIDA9ggEGdC7xLRiA3qXGLW6MKAnRY8BPSlOCoMABCAAAQhAAAIQgAAEIAABCEAAAhBYE4HFG9ALhz3mBPTCu0bzPAlgQHuCIhkEIAABCEAAAhCAAAQgAAEIQAACEIDA9ghgQI/THAN6HL815MaAXoOK9AECEIAABCAAAQhAAAIQgAAEIAABCEAgCgEM6HFYMaDH8VtDbgzoNahIHyAAAQhAAAIQgAAEIAABCEAAAhCAAASiEMCAHocVA3ocvzXkxoBeg4r0AQIQgAAEIAABCEAAAhCAAAQgAAEIQCAKAQzocVgxoMfxW0NuDOg1qEgfIAABCEAAAhCAAAQgAAEIQAACEIAABKIQwIAehxUDehy/NeTGgF6DivQBAhCAAAQgAAEIQAACEIAABCAAAQhAIAqBy67/Pdl7xnki+54SpfxVF7r3A9n3D9+ST9/681o3Ybpq1fXOdYyBXRH4/GNn5HlPeamcc845QVXue/zxx/dCcj755JPytR98QV5+wYGQ7OSBAAQgAAEIQAACEIAABCAAAQhAAAIQ2AiBf33qPrn7ga/Kd/c9HRN6iOZ7P5Cn731XrrrkQvk3Ry7XcsJ0CMiE0/aMgV31CgN6V6SpBwIQgAAEIAABCEAAAhCAAAQgAAEIQCCYQGaYfuxP/lq++/0ng8vYWsanP/UcedM/+YmW+VxxgOn6R4RrDOyCAAb0LihTBwQgAAEIQAACEIAABCAAAQhAAAIQgAAEIACBDRLAgN6g6HQZAhCAAAQgAAEIQAACEIAABCAAAQhAAAIQgMAuCGBA74IydUAAAhCAAAQgAAEIQAACEIAABCAAAQhAAAIQ2CABDOgNik6XIQABCEAAAhCAAAQgAAEIQAACEIAABCAAAQjsggAG9C4oUwcEIAABCEAAAhCAAAQgAAEIQAACEIAABCAAgQ0SwIDeoOh0GQIQgAAEIAABCEAAAhCAAAQgAAEIQAACEIDALghgQO+CMnVAAAIQgAAEIAABCEAAAhCAAAQgAAEIQAACENggAQzoDYpOlyEAAQhAAAIQgAAEIAABCEAAAhCAAAQgAAEI7IIABvQuKFMHBCAAAQhAAAIQgAAEIAABCEAAAhCAAAQgAIENEsCA3qDodBkCEIAABCAAAQhAAAIQgAAEIAABCEAAAhCAwC4IYEDvgjJ1QAACEIAABCAAAQhAAAIQgAAEIAABCEAAAhDYIAEM6A2KTpchAAEIQAACEIAABCAAAQhAAAIQgAAEIAABCOyCAAb0LihTBwQgAAEIQAACEIAABCAAAQhAAAIQgAAEIACBDRLAgN6g6HQZAhCAAAQgAAEIQAACEIAABCAAAQhAAAIQgMAuCGBA74IydUAAAhCAAAQgAAEIQAACEIAABCAAAQhAAAIQ2CCBpA3offv2bVAyugwBCEAAAhCAAAQgAAEIQAACEIAABCAAAQhAYHcE9vb2gitL3oD+3BfvDO48Gf0IvPIlhwTOfqzWkAq916Ciuw/o7GaUQgp0TEGloo1olY5WPi1FTx9KcdLAPg5Xn1Jh70Mp7TRonK5+aDePdnCfh7urVnRxEQr7PeOKAR3GjlyeBJi8nqBWkgy9VyKkoxvovA6d0TEdHdEqHa18WoqePpTipIF9HK4+pcLeh1LaadA4Xf3Qbh7t4D4Pd1et6OIiFPY7BjQnoMNGzoBcTN4BsFaQFL1XIKJHF9DZA1ICSdAxAZHKJqJVOlr5tBQ9fSjFSQP7OFx9SoW9D6W006Bxuvqh3TzawX0e7q5a0cVFKOx3DGgM6LCRMyAXk3cArBUkRe8ViOjRBXT2gJRAEnRMQCQM6HREGtBS5t4AWBMnhf3EQAcUB/sBsBJNisaJCkeor9mEY87Mhr63YnSJowsGNAZ0nJGllMrkjY54URWg96LkiNYYdI6GdqcFo+NOcY+qDK1G4VtcZvScTxLYw34+AuuvmfmVrsZoN492cJ+Hu6tWdHERCvsdAxoDOmzkDMjF5B0AawVJ0XsFInp0AZ09ICWQBB0TEKlsIlqlo5VPS9HTh1KcNLCPw9WnVNj7UEo7DRqnqx/azaMd3Ofh7qoVXVyEwn7HgMaADhs5A3IxeQfAWkFS9F6BiB5dQGcPSAkkWZSO//Uj8sq3nNKpvfE35JO/9VqR3/9Ned1v3Gf97bn5X78p/+nXflHe+fEqyeXym596p/yzC4u/3/36/1Pe/3PnN/m/+kfyjiselV/44lvkHyul/tcPHpKj7xf59Y/cKb+i/rAALRel1QJ4pN4E9JxPQdjDfj4C66+Z+ZWuxmg3j3Zwn4e7q1Z0cREK+x0DGgM6bOQMyMXkHQBrBUnRewUienQBnT0gJZBkUTrmBrTIScMUzjB+PTOg/+BAbkYXhrP670H57Ze8Sz7/PsVkzgzmEyLHfusS+WNvAzor56Mi7xD5gLxZPverL1uUgovSalFk0mwMes6nG+xhPx+B9dfM/EpXY7SbRzu4z8PdVSu6uAiF/Y4BjQEdNnIG5GLyDoC1gqTovQIRPbqAzh6QEkiyKB0DDej81LK8t8MwHnACOqv/9ufLJ28UOW45HT23nIvSam4YK6gfPecTEfawn4/A+mtmfqWrMdrNox3c5+HuqhVdXITCfseAxoAOGzkDcjF5B8BaQVL0XoGIHl1AZw9ICSRZlI5BBnRhMD98bVfIDH8DOjOyf/fHs1PUYg/bMbOei9JqZhZrqB4951MR9rCfj8D6a2Z+pasx2s2jHdzn4e6qFV1chMJ+x4DGgA4bOQNyMXkHwFpBUvRegYgeXUBnD0gJJFmUjpYY0FeVYTXyEBxGDOgiTnMRfkM6YzabsaFVUY404T7ymNBn5Ko8brQr5Mc8wi5Kq3kQrKpW9JxPTtjDfj4C66+Z+ZWuxmg3j3Zwn4e7q1Z0cREK+x0DGgM6bOQMyMXkHQBrBUnRewUienQBnT0gJZBkUToGnYD2M6BdHyFsxZg2DOklSLkorZYAJPE2oOd8AsIe9vMRWH/NzK90NUa7ebSD+zzcXbWii4tQ2O8Y0BjQYSNnQC4m7wBYK0iK3isQ0aML6OwBKYEki9IxyIAWGR8DuvuUdHUCewlSLkqrJQBJvA3oOZ+AsIf9fATWXzPzK12N0W4e7eA+D3dXrejiIhT2OwY0BnTYyBmQi8k7ANYKkqL3CkT06AI6e0BKIMmidAw0oCU/rfw+kTJcR449+9sJkWO/dYn88a/9ovSegM7r/Sv5zTL8RiVbEfbjRU2Yjpn1XJRWM7NYQ/XoOZ+KsIf9fATWXzPzK12N0W4e7eA+D3dXrejiIhT2OwY0BnTYyBmQi8k7ANYKkqL3CkT06AI6e0BKIMmidHQZ0EYMaHnjb8gnf+u18tzKcL7ifXJ3zfzy0lB2f4RQPnhIjsp75XO/+jJDMVd4j90KvCitdtv1VdaGnvPJCnvYz0dg/TUzv9LVGO3m0Q7u83B31YouLkJhv2NAY0CHjZwBuZi8A2CtICl6r0BEjy6gswekBJKgYwIilU1Eq3S08mkpevpQipMG9nG4+pQKex9KaadB43T1Q7t5tIP7PNxdtaKLi1DY7xjQEQzoPB7l+xtBfv0jd8qv/GOR4nXe+zSlqt+yP9p+r0945SfDThkqH9FfDa5Pj/3P8uVf+0V558dtg6I6FSYirTKV38LGkzXX5JPXxqI8CScZ4z840JyKK1uUs/3vby5OuJWva9+tnp7L0tlO31Vpq57Veewn40zttRN6dR2nRN6hn7ZrfQArr6+KS9rWxWssmRxS1VsK1h9QR5emneV3ESnmVhdDXb/Bc69vvA0cM53jsdZf7bg65wPH4ERze9y8tmtWNC3rY7GG1WETTKa1vmpnLHF8jXnW7rqZRz81q6+hKnt7zOAiXrDIf7Ksv2Ys4WbOXyCnzfFdN7Sp07m2BOo6TsfASskWRCCmVtX4UvckTSNjzJPz+/c86rU7v5YVoVRc+5rOfvjsoco6Y801U/SYelZ1DeFhi3fuZFFx9djTOMsyrvUx46/vgn1rkmtj0Lbf7tqvdLzF4bpv0BoQcn0MWqacmWZh72xVTwKvewZVo2IP0Ar7pN1n2O/TqjFvvycY04nd5o2hcf/64bpPKPrvXoM60uX70rfIP6411O/HrWtV17hR2tG1xlXtbP3eU+ZUCi9Cu3qP79I17D6o955vpnUzBnfpvKb23cOc3/hDpk9SbyxKT8rwRLT7dOU+TeddziXrnqysINtPXPFAy/fS5sOAPd2YuTG9Lp7s80ZX+wTXPXO2Ng3zjFr+VF7f7vYJGNCTGtClcC9TzcVs0DwgP/PFt8jFpjlqxJ3s3XBYzNHiAmUaymLEq7QvzsViIHrMy3Iy229Aw6fv5JPX9Zq2y4AuuV/1xvtEXp8ZRueXO45sQVX4WeKCZtyOyy/L+3/u0dwUlfLhQj1pRXklvN5kNBuXQmORqz5+n7y8zls+fDDbnW80HpWXv+OUfP7HlXZWNx1qesdYSlrv8gLaYl3Ps77X5IvfPv/Gy+VuUR9MWAxoy7gpdqzGuFCmQmvODhozRUHFw5EXya+//6/kYi0GbfumM5/zD1ZjzOx3uf44xmD4TNZzTjav83F+Rq7q67upQWutKi/Omgli59H0ohwbnnGDdfbdhkC1Fmg3n9VNg9I+63rfw+KdkXSdTMepBhbldBKIp1U2Fz4q8g6RD0j5oLZuRax5YrvuVZtf85ppPlTuWvN7+uGzh6o235HmmilsPD2rmgbwKNeoZl/idz3x29P4lNXeP//XD/6mfPkt75R/duH0i0J89kabW3wflN/+tcfkcBVCKEveuedzGNDa3qU9h2oTYtD1cXrmVYk7Zz+2K173DLpGXfdzzQdzn99tUtv2+GP7sOP802tszgFzTenYD9f3CT5rUAap3EvaDih96pLiEJN5LWnNbc+9vVwud3/c9o2JYt3+vHmP2nu/MJ3A82un9sWla9h9UHt+zr9uxuL+TsWTaq6pffcw1d6s7VVUymTr2O8+qN5X99yHm/fF2Xz5yAXyfiXknXW9dM2znnvz6WaDSCxdrA8ovfcJ5j1z3/7Bb6+9630CBvSEBrTriXX79/EmWLOZsVwU8xloWRQ6Lpa1GdZlxAXO6Mkn7xBDsGyzdgK6yv8RkaMtw7kyoPtMzTbX7o9V2TelJ19/Ro4qnG1jp25z9hTw9udrp7oHjaXU9baMYb3/bgNaPvJekbeoDwzGz732fBk2F+rJoAAAIABJREFUZoqhWYyPh6+9U37mU4fkd7UHDZYNgjb2LX2wfjCtf6MROK2nuyiHGNAlt+oCrpvDfZvX5jdt7WxBcLEfaEDX5kKzafA1oH3Xltl1DG0A+bwJTH4tre8mPlJcY24UOX7Fo/IL1Umv6iGqNT52s35pG2ltjfK5yTHNZR8jp2Otzeru6EfXg0R1HYg910yho+npoWubh4W7x/WkWsf69jT5m2nOsnpOjXrPEP+E0dmbTbFe5/RE3Xu+IQZ0e16GXB/9SQ5PuXP2w5uo5/C6ZzA0supdGIvFQYOQtXFsR3aXf3qNXXuy9jVB3WP5rUHlWzmue+DWPahNS5+9/Xvlqj94V77/z96Srv5V68BJeZf1nsB+vzCdtkvQrulNv67PNe4Pfa/hdr9G13HX6+ZOuNdg/daf/LpevT1e5S0flP5C5qHU3oTLgDYPR1qufda3ttV8RptXa0BbzGUVV8deYphnNP8+AQN6QgM6fyJknFRVx4z9tGQzuYaegM7LViegdTJaFoW+SRthQk++qE5lQJev+ddPB9VyqwVWuRHXl0uda5+Z1brBzRfZ4rX7z5enL7uexhYbE9cFuH1KVysvdb07TkA3poePAX2nHH5IvQmOYEAPHDP5eFLzeGxq9XEWNgan2qZONq9HG9B9xkXXJqu5OVA3/g2bdj6dfYABbZjmvga079oSqutkOoY2gHzeBGJp1exdzLkUc550vPljnP6zh9Wyr/nd/eh5k0VZd7s/Rlm+ut1pxHtLqCWMpWdVySAexjrsu+4061j3nubhzo986lwL8+C+MnxWGFPfXLHZt9thO2GnplLnmv1Un+3EVNd9Q/P3InSN9bSVcU3yZTc23e7Zj2xxvUaUYTOqE4WOh22tOVQ9IMtPvfsZQPVHdkd2YdfZp9d4qAFtMRM71m/fU+k1Q+vJTMM08tzbH5P/wwgb2TykeMFHDE+ht8zpFJ5fO7UvrrUw7D5oievm9Nyb0K7tN9s915/8UII+tut9xQv/H+VwnPs+/ANd4Ty63vhwzbMIfpVtFk2vi/v+8Z0fN0LsOg3ovv2Dz1579/sEDOjJDGj3KcNqc12PI2Mytn5X45x2TTTnBanDgDZO1NZtcppowy9yk0/e8vV7tSWuuGnWE9CZuazedH1VCbXgXNjaF72uhw9q3V3GsD08S/NwwtzIeo2l6mmituk19EtBb1sM6DouUtaf8pU5tWvWWN3qHNVDqLjnnj3em7fRn7etPRf7DGVbLCY9HlzYGBw+g+05JpvXIQa09kpXv0lmfzDoOq1emQVN33X27d+L2NVNHC7bDb/aliEGtM/aEqrrZDqGNoB83gSiaGXMP/+3S7Jmj5kn3Zvi/MF6uUfxNqB7+9FjQCvXwMyAjjnXTKGj6FlV4sXD+K6IsiftO1AxdE+TGdDeXJX93epiQGsxaI0Y0Mae0/eBZ+fBlXoOFTeW5inLapi4Ds54L04DEkYd9wPa4Z20dTilNGTUewaboWzRtJkHfXuInrXRu9HzJpxeY/Meu+RnhOJTY9CqppvfeiZGaEXj3qIKYdO6B22bRT57+2KPmN2LVKfiy+tUee0z183+MqfTewnaNfFp2/d3upkadh+0xHVzeu7lmLBeU/3XH30cKm9xZOufcQK6+1tNan3t+WLVwzXPeryg6WZDvBAc3d8YUmPVW74VYbtn7t0/+Oy1d79PwIDetQFdv2JQLJrVCdhssnAC2nPJmOwEdPFBifqinge8L03fAAP6qPPp+ssMjZsNlfkU3HpyQgkXYjMJOsfS6k5AV2bCX5UxzN1PXuv40TWLS+SPlRjeQXPPnLMDx4zbkLa9blT1uW1o+55Y85xlzmSTbZa8DWjVLFEvyu6nyW0z2M+ArvNphndjvA07Vaa3c4gB7bO2OAXrSDCZjqENIJ83gRhatcahNh9jzhOfUxmvFV8Dur8f2zsBHcJDfeV40Knlel9r39P4lqVNhDJ0mKgx+r1nijthjLnkrrVJUTz0br7D0r/n677GLfEkn4vD3Oxd7Wv93nVzr94zWE80q+unGn7DtYfAgG5rZDHMtJjmlrcalbA/fvvj7rjcnYeYqoewrW8/qSH/zDdouk5nF/VXD4t009x1gGXwqO7MMP38HKad3rB+Xc37KD+dzXtxY11WPno8bI8/ToPpuRvt0a6p/SGveg/LVSE5tMNtrr1i05Zco/frJnS3AV0dxDMfOPV/n2mcEnru6XVxH1itWmDuE/K/W+6Zh3lGyxnve3t7wVJ9/rEz8rynvFTOOeecoDL2Pf7440G1P/nkk/K1H3xBXn7BgaCKs0z79u2Tz01mQLs3DK0JZmxqQkwwbdBZDTDLotATi65v8Q4FPfnkDTBUezlVMZLfcUQ+8P4RMaCtccMcoR5KY+vXs48/PVjFwrSc6C3hV09+B42l1PW2xTHX/jbAgK43i0fk199/qv6IZMjcyyQZdlrQaKfl6W0hc/dJ2r4TEN198N8YDJnjk81rbwO6O4ZY57oVPPbbGwTfE2nWjxBaNg2+BnRsXSfTccjgIW0Qgem1sp2CKZpWnT7t3xOMmSddeyaPBzVdH6b9eBtrfYq2Y9+g9i/2XDNbN72eVQ1uXa0xsRVGrbey6sYP39PYHyJkBfZfm2LsR6tuxGPvO7VNc/Jdop0e0/Z8Qw1oz/ADHnGpfXszJN387Ie01mJ0WO8Z7BpVY/iTP/5RI9RCvwnRuycd2Pw5kk+vscu06Q/V4Lu2qw/hnquA6zagLYbQ0L29GlNXOWikGdDOMqdTeX7t1L7062peQ3x1tqebd92cnnt7TDTX1CEfQa3eMjW+pRRoQNsMVLcB3TXP+mNLTzErptfFtZb1jX+bAR3gGeVVzD/eMaCnGKF5GeUgaD2VfUB+5otvkfaG3rGRV9tluXlqPRnxNaDr1wCN1yBap/ymATP55O09aWrRwNxkd7K8TzH/qthJzQmVjEbG/Lj8cvnaVPujdh/QtC+fej/4G/UHBG2LbPE0UKR65ajrYxnqxqh9Q9c/lmxPHIsbUPVE7UL1tt2kam0fYkBXi/f75G4lxM00BvSQMWN5mqusIcVpdssTam3smv22rT/tMTiNyhO+ljSBAV1saN4n+mm5LsYlAVue7G8nRI79liUelsZ+6Knrtja+BrT9ujKdrpOvz1MNMMppEZhcq45rQLG3eFERUibaPLEb0Oa1yr422x7mta9lWj989lDWPdx0c80UdHI9qwp8dLXw0M0Xv+uJz56m+lBU7/6oXnuz+LjNfrp+e2ni9SAa+452NnvH84sUptlv+Uhjo0d3fMZu/sr+PuT6ODFvtbhdsx/dFa97ho49Qbm/kTfeJy/XPjaHAT1MF5dp074PsB0Qcd2j1fstW4hM9eSn+gF7zcgp9u31t4XqThbts+/tmweGatihxoD2KbNcV4ZBtaaefn4O165pmJ+uzXVi7HVrvnVzcu6919Rh60+xl7qv9inya7SnAZ2N4z++ovnQpu2a5WVAm2+ZON86nmAyyIT3unVz+h8oFx5Te59Qf6fUFl6td/9gf5Ow5QvteJ9ACI4JT0AXY6v9JKLz1KrtYzvZBFf/VRdB29NPM6D7AAM6q6JeUOr6eoKej5jHky+qzkXH1KA/1p6um+W1EFUTa2zhCo7rNaOOE1/lpL87L7snELyy6PzMp3/TOE2hl207cZSs3iExoGtz2W5OV6a/Njd75579KWvnhdQ1Zi7MDFP7l26bMm1jQb1w6XGsi1HoHoMjprKWdbJ5PYUB3bH2OmOIVnOv7lm1Vtg2COrfyhsC48RlUZ/9N/MjIP4GdFxdJ9NxqoFFOZ0Eptaq+4SpsW5GmSfnW/YgImI8xPUxoL36IdkD1+6Yxw30BNdQY8RMx8PNonsde58Ue5rKUPYsS7l2OtfvEWvF1HPJ3RSz/33XmrK0+tr4yyInflH0mJFF/nwvaO5djDnUdW8Sk28fj92zd6vTm6Ln3uoDzm8/VLqb91f2txS079kYus6lVwi96TUOMTHtp2e1eWSdK2oM1qr3yn2kbTxUf/vU8+V3Q/b2loeGtQF92QMe9wvVOhuilp5nLu3MN0CKPbPtHq799oj+oHL4tSYnMPO6OT33ts/TrCEe64/2Vrf6AEUxR/tiQBv34Y2+Q2JAG/fe6tyzvhUwvY81vS597M37R1cM6J510fSMFrZPwICe3IAev/ivrYTpJ+/aCK2rP+i9Lj27eoPO69AZHdPREa3S0cqnpejpQylOGtjH4epTKux9KKWdBo3T1Q/t5tEO7vNwd9WKLi5CYb9jQGNAh42cAbmYvANgrSApeq9ARI8uoLMHpASSxNOxespveYLfOrmgprHEMzPf9qnDSCmAba/MGk/8zVPoWW7zbYi6xAGnK+owSlVmS3unGArxtJqidZQxlAB6DiU2XXrYT8dyaEmwH0osvfRonJ5mVYvRbh7t4D4Pd1et6OIiFPY7BjQGdNjIGZCLyTsA1gqSovcKRPToAjp7QEogSTQdyw/rvPwdp+TzP56FJmliFJqv7evfM+h4bbb+ynxpbIv6en9lJDev37VCA1jj4mZ1fVQk+wisvFk+96svaxTripH7ftUs92vLVMMgmlZTNZByBhFAz0G4Jk0M+0lxDioM9oNwJZkYjZOULW802s2jHdzn4e6qFV1chMJ+x4DGgA4bOQNyMXkHwFpBUvRegYgeXUBnD0gJJImlY/3V+CsekFfWceIKIO24sf0x/dT0XR9pNb/o3F9HKUz1EZUbRY5f8aj8QvbRvUqzjm8NqPF1tY/caVq74lWGDYxYWoW1hlxjCaDnWILh+WEfzm5sTtiPJbj8/Gi8fI26Woh282gH93m4u2pFFxehsN8xoDGgw0bOgFxM3gGwVpAUvVcgokcX0NkDUgJJ4uhYGLAPX2v/iMwwA1o3c7s/sFaegpb35ieZ7Seg9Q+amF+Zv/v1ykntro/dKn+XDx6So2V9ptR97QwdFnG0Cm0N+cYSQM+xBMPzwz6c3dicsB9LcPn50Xj5GmFAL0sj5syy9Khagy5xdMGAxoCOM7KUUpm80REvqgL0XpQc0RqDztHQ7rTgKDoa5q1pxtpDcLxITuYnkNsxoNXYzY1p3IT0qIDVp64rA7rvq8/KF6L/2YWWU9ldBnQZWiQ7LZ0Z0L9rhBextWUqQaNoNVXjKGcwAfQcjGyyDLCfDOXggmA/GFlyGdA4OcnqBqPdPNrBfR7urlrRxUUo7HcMaAzosJEzIBeTdwCsFSRF7xWI6NEFdPaAlECSGDq2Tv8aZm4RuuI+hU4Tu1lKA1o+kp2eLo3h36jMaf2Us4m3FR7jDw7IJ3/rtfLcPGEZr7mMJd06IW0Y0sIJ6ARGb9pNjDH30iayu9bDfneszZpgPx/7XdWMxrsiPX09aDc9U58S4e5Dafdp0CUOcwxoDOg4I0splckbHfGiKkDvRckRrTHoHA3tTgueXsf2CeaqQ9VJ5nYIDrXL9o8QVuExuvPq+Wzpmr9dIn/8a78o7/x4G/VV7yvDcPjGgNZM7qo8sw/TSDq9VtO0i1LCCKBnGLcpcsF+CophZcA+jFtKudA4JbX0tqLdPNrBfR7urlrRxUUo7HcMaAzosJEzIBeTdwCsFSRF7xWI6NEFdPaAlECSqXXs+jBffjr5wd/ITyTnHxK0GrcZsLZ5q5vJpcH9jiLWc/VPLT878dw2oJUT0NmHEd/yV/Kbn3qnZOE3qn9a2y0GdPG7KPn82jLVMJhaq6naRTlhBNAzjNsUuWA/BcWwMmAfxi2lXGickloY0EtQizmzBBXabUCXOLpgQGNAxxlZSqlM3uiIF1UBei9KjmiNQedoaHda8LQ66h8M1DqihLj4mU8PM6DbpnRpJqsnmA1Duh3mQ0TKNN0fCFTMb/mIvPItp3Qt3lgY6EVIj+qfuy1TCTqtVlO1inJCCaBnKLnx+WA/nmFoCbAPJZdOPjRORyuzpWg3j3Zwn4e7q1Z0cREK+x0DGgM6bOQMyMXkHQBrBUnRewUienQBnT0gJZAEHRMQqWwiWqWjlU9L0dOHUpw0sI/D1adU2PtQSjsNGqerH9rNox3c5+HuqhVdXITCfseAxoAOGzkDcjF5B8BaQVL0XoGIHl1AZw9ICSRBxwREwoBOR6QBLWXuDYA1cVLYTwx0QHGwHwAr0aRonKhwIoJ282gH93m4u2pFFxehsN8xoDGgw0bOgFxM3gGwVpAUvVcgokcX0NkDUgJJ0DEBkTCg0xFpQEuZewNgTZwU9hMDHVAc7AfASjQpGicqHAb0bMIxZ2ZD31sxusTRBQMaAzrOyFJKZfJGR7yoCtB7UXJEaww6R0O704LRcae4R1WGVqPwLS4zes4nCexhPx+B9dfM/EpXY7SbRzu4z8PdVSu6uAiF/Y4BjQEdNnIG5GLyDoC1gqTovQIRPbqAzh6QEkiCjgmIVDYRrdLRyqel6OlDKU4a2Mfh6lMq7H0opZ0GjdPVD+3m0Q7u83B31YouLkJhv2/egA7DRi4IQAACEIAABCAAAQhAAAIQgAAEIAABCEAAAhDwIbC3t+eTzJrm84+dkec95aVyzjnnBJWx7/HHHw+q/cknn5Sv/eAL8vILDgRVnGXat2+fjOl8cMUbywjnbQmO3tvQG53XoTM6pqMjWqWjlU9L0dOHUpw0sI/D1adU2PtQSjsNGqerH9rNox3c5+HuqhVdXITCfh/LFQM6jPumco0dZJuCtYLOovcKRPToAjp7QEogCTomIFLZRLRKRyuflqKnD6U4aWAfh6tPqbD3oZR2GjROVz+0m0c7uM/D3VUrurgIhf0+lisGdBj3TeUaO8g2BWsFnUXvFYjo0QV09oCUQBJ0TEAkDOh0RBrQUubeAFgTJ4X9xEAHFAf7AbASTYrGiQrH2+G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qjbIHj4lh194VO6senjNSXnkw0fkwrrHX5VTb71Ijt5xSE4+dFqOXNyg+OqHDstFR+qc+Q/Hz+zJjZcXafLf7zpslFfmN+s18tb56/KPy717N8qBlhJn5MS+gyJKvXmS+07Ivlv3l3VXfdAzHzr1iJx+24VFO3v6ceY9++TgTXrfRIoyT19dlFH/q/rV4igyqJwJRxx6FzDXrvfYi8eEQ46iRhBAxxHwdpwVrXYMPHJ16BkZcE/xsIf9fATWXzPzK12N0W4e7eA+D3dXrejiIhT2+1iuGNBh3DeVqx5kmUl74H7NWM7M2OvktsZUzQ3Vs3Lpzcfk/pfoZmvLYDbK6zSg83THNLNaSuNWSlM4N5DVtmW//85+Of1u04L2N6BbZnGpen8/SqNZDsmdd1yqmOB2Azov64uXyvGb7pf9mmE/rJwpByR66zTXqvfYi8eUY46ywgmgYzi7XedEq10Tj1sfesbl21c67GE/H4H118z8SldjtJtHO7jPw91VK7q4CIX9PpYrBnQY903lKgbZvfaTwwaJwlC9Qfauukc5UVwkahvMuhlsN6CLNPdXRrNaX246S2Hyqv/dq04EA1rUMiuj+V45fNdB5cSzzYAu/nb2+j258u59cotm2A8pZ9rhiN4OA3oleo+9eEw76igtlAA6hpLbfT602j3zmDWiZ0y6/WXDHvbzEVh/zcyvdDVGu3m0g/s83F21oouLUNjvY7liQIdx31SufJA9dDI/2XyDNaxFhaMxVG+8vG302k+SlgZyVwiO/KTzaTlshPPIa9R+K+o7ZglloYsVwYDWzG/FaN5/u3Iq22JAl6fFc6YtA31AOROPRvR2GNAr0XvsxWPiYUdxgQTQMRDcDNnQagboEatEz4hwHUXDHvbzEVh/zcyvdDVGu3m0g/s83F21oouLUNjvY7liQIdx31SufJCdOd6cNu7qvWGi5jGM5V7ZK8NgtGInG2ax9QS0atK26s3M5FuU0BVq7Ob+GNDHbH2o22OLAd2U198P3WhuGOxvxYDW+ZjGuH85Uw9G9M6Irl/vsRePqccd5YURQMcwbnPkQqs5qMerEz3jsXWVDHsXoXi/wz4e26WUjMZLUWJ4O9BuOLMpcsB9CorTl4Eu0zPNShzLFQM6ji6rKtXXkDQN5yIuc9cJ53ZojW4D2ucEtI68+ICfzYSe+gS02Q/jpHN9Svs2kevVjxC226Hz8y1n+qGG3jpTfVyuR++xF4/pRx4lhhBAxxBq8+RBq3m4x6oVPWORdZcLezejWClgH4vscspF4+VoMbQlaDeU2DTp4T4Nx6lLQZepiRbljeWKAR1Hl1WVWgwyVwzoMgSGpefHz+zJjZdbYkD3GtRVQR2GcVfIjipbZ+iOqQ1oEd1ob4fayI3lB47LcTkm919dfpix/LBiG1dlmnuWE2GkoXefAb0evcdePCIMPYoMIICOAdBmyoJWM4GPVC16RgLrUSzsPSBFSgL7SGAXVCwaL0iMgU1Bu4HAJkoO94lATlwMukwMtCxuLFcM6Di6rKrUapAVoSdETirxmLO/XSe3yW1ynVx05NLig4BK7wvz9aQ88uEjIln+uw7n/31hnsbnI4SlcW3UW8R/PiqXluZ2Vs89VxVGd/bP/kHDdp11UzND+Nb9ZdtsHwxsOtX/MUVb3sacP5R/TFHycBxHL2nCkxSlq6drizSnK8Na+T0LH1KUU1Cc+h9660TXqvfYi8fU447ywgigYxi3OXKh1RzU49WJnvHYukqGvYtQvN9hH4/tUkpG46UoMbwdaDec2RQ54D4FxenLQJfpmWYljuWKAR1Hl1WVqg4ye/zjK+WelllaIlBOIl/5R6YBrRvFuUF95E6NXW20tk4MH9KM8Mq8bWI798eAltK4riuzGNBH79BlrNpiM7ebv9lZVNzyMl57T+eHFQeVE9mAznqP3hdaH2YM0mmheo+9eKxqkUu4M+iYjniL0eq+E3L47LXRHmKmo8i4lsbVM3uYfbvs/7D+UH9ci9eTG/bzaRmX/Xz9ouaGABqnOxrQbh7t4D4Pd1et6OIiFPb7WK4Y0GHcN5Vr7CDbFKwVdBa9VyCiRxem0rn7bQOPRpAkgID+8dWpdAxoCFkGEliKVtWbS7HeohmIJdnkcfXM5vk9cqXxVlmysCZuOOwnBjqguLjsBzSEpNEIoHE0tNELRrvoiK0VwH0e7q5a0cVFKOz3sVwxoEO4l+Ef7rymCC3RBEIowi8cvcM8nVvFjW3O59pDKHTkN0//3myGbgjphH+esYPMvyZSLoEAei9BhfhtaHSu1h2lTt81RntzwNHmfN08KzdgqIwUN74Bbb75UMXxrxpefOS1+r+e6506jpxx721YjG8LGNdcZzu0IvvLcvV5pGh59tnXVlODiqeHNv18+tnq7MboMKSeKRTrLyOOnu31uGv+aX93aWj7vWedH6N3unOph72Ln/G7tsd35TWG2TbZh89X/TqQlaO8AWmdF+XvXfdy2vdpLPsjJQxe6y3BrHbzDcusSVU7WnOu+zs34UTG54yztvm1Cz39OHWl2rV2Y9arrA+V3oOuZ7bO963B45B65d41d69GkWj+fbevBp3XCN8Cdptu7HjHgB6sV7EZOXvJcTn2QBUzuNpc3C8nzxyW0wdOy2ElTnKx8bi/CRlhxC+umpAv4l+8VI7fdL/sr/K3PqanxgmOEwPYRDJ2kA1GTIZZCaD3rPh3Vnmjs3kDVJo8via0b4sxoH1JOdJFNqAzna4Xua18uFrcXDTx/c0T7/rv5c36JffKvXJQDkr/w9L8xqMzjRlPvyl7790HipuW8vsC2ZXQbKcJUf9OgHEddfR5IuHm3Qi39hIZz+tEbj0tRy5u91DTxvhgsL6n6ddJL9mRdrJ6plKsv5wY18rWnMiY3H2lZGO++fbFvSIHDkorlJjR3F4N+7o2RofevNPpsnP2Zr+0rhin1c09f29eg8lG2YeNjHKvYh4GUudMH/tSp0PX3Cmifm/FYkDr32NpWtt6A8zUvkyazcVb5LjITWI8hMeAbmiiZ9g80HPFWBs729W7d3Jc72svJOB61mqQYw2eAqyjjJ1y30F/1lJFKrp0XyOWqcRYrhjQA3UtTOIbZO+qe5SP1imFtG7y7B/EywfaS5QPydXmzJVyz75bDANaPTXY/4G8gd3xSj52kHlVQqLFEEDvxUgRtSHdBrSxZpU3c7mheFPzAUz9lIoec1377ZqT8tmrT8ur1Pju1Q1jdQKp7GlzAqIyx26Qsy88KMW7I1kd18rZ/C2T7P8dceBbb6hUOMuN6kP75ZYXHpUi6rzefv1Eh1pPmfeMyMEDx0TyOvbL7fuqNuofCO0+GdLVPyXeq3aaw2xDc42IPl+1a1r5APb65oOv5sdka8q95rKUZprxsFYd8bYHFrUxUIyD9kdalWunY/b0mt+W6/gUkzG6Vn2NHGKCGf1v7VdE2YfkMe6NNxu66urV9EYRc18UWs8UYnmUMb2evvs7D9PKHMMD9B+jd6+GE363YufsB/BrrYkD8m6TvcdksyTxCv/lNKBF7s2v59J8RH2MAW18XL1odvXQ+DaR6y+Ssx7XzzAi0+Wafn6524aebkY+KebQrm6Xet0Ry1uP1vkYcD1zgvAo01nGsASzch/W1E2lTkOXvmvEMuUayxUDepCuysmzh08MM6CVE2T5dsS4OW82nWflhGpA16+nFAZJtrlXT30Nan5g4rGB4u18AAAgAElEQVSDLLBass1EAL1nAr/jagcZ0AeOifpKsXmj0Dppd6vydkjVr5b5ZDuxUN0EVq+9VsZw8xpsZVLrJ2DNN0P007I62vYpm76Tgnpf7Xm1h4llZa0TudrJqI7+XVKeGLadKrnrcBnyKfIJaHMcajcMet1FUrtp1n+6uX0NbA3/rF5zHNU3N8WN/NGKV32T7z4V2tfmug0DDKMh03betbUKX9H1gd6mJ7p2tocOin62h/FdBr6Hpro5E1jPEFFGpI2hp/bB4k7D1n1zbT1JnT00q/9ZQuco8zlMB5vB5jHXAzTYOXvtgWDW4C5+lodr3nnHzLW02Q8fAp4Pa3wM6OrBdnU9GWNA2+pT1r38Y+v1tTy/G5QT+3yvW8MpheaIMb/624KeoVqZ+XavndICdfz3Xu/VN6/cc8C1n2yxi3SIoE+jWblPNXhWWE4SuvReI5YpyliuGNADdNVOJtgW1qysjkXPjGl16JpDcuclNxSvVWpl2W7wmxhJvZveAX0ZknTsIBtSF2nnJ4De82uwixa4QnDcf6p8Q6O11lluklVzueMV1GJt7IkB7ThpW799kq2Z2T/XRrfzxtOyxipp2yf41PTtvGYoiKJxNiNBvcGSIpSTchKq9/RPjwkcd74aN4XW61uIAe2+4bDy0OqvDNVqthyS7FXqS7XTZR0zqddg9rwRDpikcbXya5C6F7F/i8LUxq5VdUP4yEtuMQyV7n1Qv6bF2w5mWImQevxIjE8VTU/tzRDbAwPX/HH9Xu0p/cv206Ffw3y/O9G/+dgXHSjmkf1hjsss6c47Zq6tgP2gsWFfp+pHLFUIsZb5r7ylpF4H1GtLdsCoPhFtiwHd6N6KAd3xbaD6bZ2OsIqucDqD0EyQONr86mwbek4gW17E7rWrWq7vndx7uCqf63rl+r1NzrUGT8VaLWc+7jF6s54yl6+Lz33W8vQYyxUD2ldT04QZaECb1TSLoxgnnk2Dw1h4yxsTqcwh3/aPSDd2kI2omqwzEEDvGaDPUKVpQGtn49T1pbXWmcZf1Xj7h3/qsBqdr9/bTuW1Ddw+A3p/61RRZYLZDG+LAV23TQ3xoYpSnXZzPSCsGHQbCcVp6bYBrT+IrGIaFwFCin9q2bsJwdHexHefgO48MWkxndo3JvqYyo3R/bd3nIDueojRML/ybuUjiaYh4DgZE/PGZVFra8deoq1N96nMfCwP0anzRFSmaTH3bONocD07Wk93oafdrOy/Ifd6lb0OC2DGAB+jt0PDRYfg6DAxOkzmJqyCzg/2O5p8HW/eZLVrewWvE9BF6Kt67c/e6jAMaL8Y0MW8rB/eZ42xxt5Xw0cNN9d2QXgXa5vej+4Hv+g5TPHda1e0z/rWjfUtNnMPN/R6ZtkvKtcWvzV4GFOf1HNx92nbltMsXhfnNWKZ6o3ligHtqat5grnJZryG5/Xah7LYSvakXTVglJJPPSK3yXWt00W7XlzHDjJPxCRbCAH0XogQkZvRfQLaqNjnBHRXW9XT0GY8OHOtXOwJaLVzdgO6StGchr5S7mmZaf0noDUD2rxpnuEEtP1kt+1GoceUt35g0POG2/Eqc+sTvD5hM0rT9dIzagzrRl97n6ebiEtbW+0PGMxTyDZjQDEp8z2MEj81w9X1gL5X02LO6EZPYD3TSdZb0k70tO4p++aQ5/zq3KuO0duh4eXTCTMf+7IPFn6uD6HWvYf9JAOha70ONSzrj3zefFyO3aSHA/MzoI03s+qP46oPksuu1w9GPefrJMT8C9nJ/DKag57++vSlXIx23nu4Ca5nJRDvNXga1Fopc3CP0I3VFbl0XVpv0VQKdH7HaBkSjeWKAR2qY/AJ6PJ1Lsk+XnVEWjfRxqmU9mLaF9s0tDP9+cYOsjitotRYBNA7FtlllRtuQJcnHR7oWsOUfqqnnh0fxSrWOpGTD2UnyoadgD7QMhaHxIDW0/ZvYPsNaPXGt3UzpYUmsZwy7IkBpp+C1Nsw/Xztv8aY/ep6INp1ktj/BsE8TdYTGsPnzaCu0DD5cN3NdXV6rfzXlIz7dXKbnK5PCrVP63VpY49nXhk0Dp0sYVOaE4KWV3bV72W0HryopwvjhUrxpTq9nhnLe+TKveZjpHZNum/YuzQ8857DcvbtzWldcx6r83WM3v15fcm60+2avfjw67gmwt6tZ1iK8iSkcaMebEBrhrH+/QlvA1qL6Ww5EZ11VNuvYEA32qNn2DzQc02/Nva1yr3X7rrem7rbwtD47xcH3JdMAdlSxm65R+rECotdti4+14hlijKWKwZ0qK62kBytk8zl6ej85N9RqZ+B9z7VaBscrdPXO34qMnaQhSIm3zwE0Hse7ruudYwBnbW1a13KP7JzpDnxU4fgUPOUa9jZPI5m2fObj8vxm+6X/SEGtHJTV9dcxYBsgS3X2FOXytEj5dsnthtYpQ9d4S9q4/KOqhI9JqjOSH1bpt+AvrAyRMtyD918XOQmkRtyYyqyAW2JmZn3ruZpxsRU+2yLl6nm7dhsdQ1+LRauWk47RIk9nnFVcEe7qg+J5TE/LW8idY6hsNk679qqv7aa9UBn1q9N91huDBXr3LO+6aDshwzGwfWESTIqVww926dhlPllzoey9c0a26OhOa+NNc98YDRGh968o4g3mXfOvo9fhy5SMYb9RKrbi2m/oapca63Xs3JOWd+aqdbJ9geQ1dqrtdP2ALb+2/Vn5SLz7ZCyED0M40HRrz7uD8VGBTprHGHL3lL94Cd6OqWPsTZ2VuraL/bs4aoHMeb7AV7XM7NBrjXYSW18gp1yH9/czZSwaF163tyMGQ5wCvHHcsWAnkKFlZcxdpCtHM/quofeq5PU2qHt6tx/ijk19berY2pKzflxoIZV+yR0XI7ZJrqIe95+3ytuzfFLjzf32ieho/bGFp8/aoXjC4f9eIahJcRjH9oi8k1NAI2nJrq78tBud6zVmuA+D3dXrejiIhT2+1iuGNBh3DeVKxtkJ68ROVqf8lO733fSwIiP3fc16qxIx+/WODlGHLXqFEHnaThXG6quVemMU3/ma3j6EyrLKbuO013qqdDqFGXrFb/qie4MJ97R2/5695r0HnvxSHcRxIBOV7u0W76EOZetYfdcZY+BPT3dHRup03egt8RoembX/utFbrOGaZu+k7t+KDFFD2A/BcWwMqKxD2sOuSIQQOMIUHdUJNrtCLRRDdzn4e6qFV1chMJ+H8sVAzqM+6Zy6YPMHq9Mj99a4ilN3NpsNV81MOO2On7v/vhiOwaVGXOvFszVhjJhfmpL1NfeK4P8/jJGrfl16/K1Pc1wNuN9l6amHJI777hU7q3jPNrNziKO3aVKWILdDDv0LuNvmjFjLbFMjyWs99iLx25GY4xaMKBjUKVMN4Htzjk3mxRToOd8qsEe9vMRWH/NzK90NUa7ebSD+zzcXbWii4tQ2O9juWJAh3HfVC6nIdn6AFiDRzONW7FuDOPV8bvLgO76SIgmlqsNeeLKoLpN5PqL5Oz11Wkx3ehWT8N2fb25KOugFB9XqPp7rxy+66A07e3/6vyVd+/2FWb03obeYy8em1oEF9xZdFywOEbT0CodrXxaip4+lOKkgX0crj6lwt6HUtpp0Dhd/dBuHu3gPg93V63o4iIU9vtYrhjQYdw3lctpSPYEUS/Cakhx2td6+vi0HM4/OladMC7TZoSNjxd1G9DNB6n00BYWmVxtyLIoH5jMP6h212F5pHoVtoqV+NB+ueWFVdvtJ5iL2tXfRE699aLCeN5/u+w7UJ2mtuRXYzL28Y0wEtF7G3qPvXhEGHoUGUAAHQOgzZQFrWYCH6la9IwE1qNY2HtAipQE9pHALqhYNF6QGAObgnYDgU2UHO4TgZy4GHSZGGhZ3FiuGNBxdFlVqV6G5K37G5NW7X3LSFW/9Wx86bkVn1n/3RYDWjOclfxDYkDXXypvGcYXtkzwLEn9xW0jPnRzUlqXv/kIk2JAv+3Cohy5V/bevb8xpssPNemxhu1hT2INMvRWHoqsWO+xF49Y449yhxFAx2G85kyNVnPSn75u9JyeqW+JsPclNX062E/PdGklovHSFPFvD9r5s5oyJdynpDldWegyHUu1pLFcMaDj6LKqUr0MyeqUs9nzzhPQ7bjN2mnp8uTw0Usyg/ZAYQ2bp5G7KJchQeTUI3K6NHTrpJbTxFr4DOPUtfUDga0vxgecgM7aVddVhPpoQnK0DWfdkI47vNBb1aI6iX9WbnDE7C5U6TjxvkC9x1484o5CSvclgI6+pOZPh1bzazBlC9BzSprDyoL9MF5Tpob9lDSXWRYaL1MXn1ahnQ+l6dPAfXqmU5SILlNQbJcxlisGdBxdVlWq05BsmbZN9zXj1BX+wvG7twFdnVrNTxcX5nX9zxbOQvnb/szkPnJnW79rTrbDcNSGZHkq2lafxqZtVBfm93E5Lsfk/iw0R2ZUtk6CV80xToxHGmXoLaKdim89cFiH3mMvHpGGH8UOJICOA4HNmBytZoQfoWr0jADVs0jYe4KKkAz2EaAurEg0XpggA5qDdgNgTZgU7hPCnLAodJkQplLUWK4Y0HF0WVWpTkOyDlNgC6lRxTm2xHjWTotWxqsSA9r4vdOAzgzC60Vuq+I0ax/+M6ToPQG9X27fd1DuN09Omx9ZtBiSxWnmo6KfujZPedtOShennbPAJEXYkCJMh3ryu+hBka7VtggjDb0LLS/NPxxpOwFd/S1tvcdePCIMPYoMIICOAdBmyoJWM4GPVC16RgLrUSzsPSBFSgL7SGAXVCwaL0iMgU1Bu4HAJkoO94lATlwMukwMtCxuLFcM6Di6rKpUH0My63A7RrPNkFYNZsOUDjmdXJ5Mzj8WqJxcDooB3fOxP+0kt82AVkxiNcq13g57qI6KW572tffI4frjhvowGnICfMwARG/jhPNK9R578Rgzxsg7HQF0nI5l7JLQKjbh3ZaPnrvlrdYGe9jPR2D9NTO/0tUY7ebRDu7zcHfVii4uQmG/j+WKAR3GfVO5xg6yTcFaQWfRewUienQBnT0gJZAEHRMQqWwiWqWjlU9L0dOHUpw0sI/D1adU2PtQSjsNGqerH9rNox3c5+HuqhVdXITCfh/LFQM6jPumco0dZJuCtYLOovcKRPToAjp7QEogCTomIBIGdDoiDWgpc28ArImTwn5ioAOKg/0AWIkmReNEhRMRtJtHO7jPw91VK7q4CIX9PpYrBnQY903lGjvINgVrBZ1F7xWI6NEFdPaAlEASdExAJAzodEQa0FLm3gBYEyeF/cRABxQH+wGwEk2KxokKhwE9m3DMmdnQ91aMLnF0GcsVAzqOLqsqdewgWxWMDXQGvTcgMpvU1YjMfE1HSrRKRyuflqKnD6U4aWAfh6tPqbD3oZR2GjROVz+0m0c7uM/D3VUrurgIhf0+lisGdBj3TeUaO8g2BWsFnUXvFYjo0QV09oCUQBJ0TECksololY5WPi1FTx9KcdLAPg5Xn1Jh70Mp7TRonK5+aDePdnCfh7urVnRxEQr7fSzX5A3oMGzkggAEIAABCEAAAhCAAAQgAAEIQAACEIAABCAAAR8Ce3t7PsmsaZI3oMd0PpjaxjKOfcqxMVzJdxe9k5fQqwPo7IVp8YnQcfES1Q1Eq3S08mkpevpQipMG9nG4+pQKex9KaadB43T1Q7t5tIP7PNxdtaKLi1DY72O5YkCHcd9UrrGDbFOwVtBZ9F6BiB5dQGcPSAkkQccERCqbiFbpaOXTUvT0oRQnDezjcPUpFfY+lNJOg8bp6od282gH93m4u2pFFxehsN/HcsWADuO+qVxjB9mmYK2gs+i9AhE9uoDOHpASSIKOCYiEAZ2OSANaytwbAGvipLCfGOiA4mA/AFaiSdE4UeH4wPhswjFnZkPfWzG6xNFlLFcM6Di6rKrUsYNsVTA20Bn03oDIbFJXIzLzNR0p0SodrXxaip4+lOKkgX0crj6lwt6HUtpp0Dhd/dBuHu3gPg93V63o4iIU9vtYrhjQYdw3lWvsINsUrBV0Fr1XIKJHF9DZA1ICSdAxAZHKJqJVOlr5tBQ9fSjFSQP7OFx9SoW9D6W006Bxuvqh3TzawX0e7q5a0cVFKOz3sVwxoMO4byrX2EG2KVgr6Cx6r0BEjy6gswekBJKgYwIiYUCnI9KAljL3BsCaOCnsJwY6oDjYD4CVaFI0TlQ43m6cTTjmzGzoeytGlzi6jOWKAR1Hl1WVWgyyR+TUWy+So3eoXTsu9+7dKAfUP913QvYdOKb85ZCcfOi0HLlYR3LmPfvk4E3N346f2ZMbLxf56ocOy0V3HZZHPnxELqx+fviUHH7hUblTKaJK3wb9VUs7RQ6dekROv+1CEa19atuafPay27/nbT2itkpErjlZtL3FQWmD2uiqb1W++reivtNXl+02/q7r0FG2iFScu3m1CaJ3xmT9eo+9eKxqkUu4M+iYjnholY5WPi1FTx9KcdLAPg5Xn1Jh70Mp7TRonK5+aDePdnCfh7urVnRxEQr7fSxXDOgw7pvKpRqSqiGam5sPlIZrZtnlhqzohnNpxDYGaGnsXXKv7L27sq7PyIl998iVezfKftOAbuUXkdK0lcpU1tToMm6bfJeWZrfIGTnx1rNybW52Z204KPdfc0juFMMAz8rP6zwtcs2dcun1PWZ51Za83dIY9GWbm7qLhDmzL14qx2+6X/ZrRn2/Aa0Z05WJfbPKNCs969MtIjeLHJMbFN79wxe9t6H32IvHphbBBXcWHRcsjtE0tEpHK5+WoqcPpThpYB+Hq0+psPehlHYaNE5XP7SbRzu4z8PdVSu6uAiF/T6WKwZ0GPdN5eoyJIvTxKXJ2mGw1iZreapZbCecFZr6CejSFLYZzabBW5fhMqBPy2HLiezCrD0ocuZekQO3GGZwcZL4lpfcK4fvOihnQwzo8kStfqK5aGtW3pV3Z+Wrp50HGNCKQa71LWN063555FaR6154Vm4wT6t3jGL03obeYy8em1oEF9xZdFywOBjQ6YgT0FLmXgC0ibLAfiKQAcXAPgBaYlnQODHBlOai3TzawX0e7q5a0cVFKOz3sVwxoMO4bypX74lYKU/ddhrCUoa9KIxqyY1cM6xEg1MzoMtTx1bDuPO3HgO6DqtgCR1SG9CFGXyw6ldt7mYG7rVytjSMO8OFVF2xnoA2zO+8D6Ux3OI30IC2GNyFaZ6xlo5wHvZhjN6VLuvWe+zFY1OL4II7i44LFgcDOh1xAlrK3AuANlEW2E8EMqAY2AdASywLGicmGAb07IIxZ2aXwNoAdImjy1iuGNBxdFlVqaohqcYeruMqZ72tTtuqsZsrCrXRWhh67bjGfQZ018ndIryEHrYiK8cWA1o3nJv402oM6OoE9J7ceLFiDNdhMrIQFvvrE8u1AW3EgK5DjbRiQLdN77wdtdGt1H9504+uGNA2ho3hfGEdMqQy762xtTtGKXpnYVHWr/fYi8eqFrmEO4OO6YiHVulo5dNS9PShFCcN7ONw9SkV9j6U0k6Dxunqh3bzaAf3ebi7akUXF6Gw38dyxYAO476pXNYTsbnBen8T79nrBHSIAd0RMiPoBLQumx6zWjWA1dPHZxWjuwmZMewEdFfc6yzkRxFPOvunG9LjTkC3DOe+0+TGaEbv6sHGuvUee/HY1CK44M6i44LFsa6te+k0mJb2EmDuzTdAYA/7+Qisv2bmV7oao9082sF9Hu6uWtHFRSjs97FcMaDDuG8ql9WQNA3THoNTNVZdJ3FtMaBVk7YC311OXwgOUzbVdDZOIJcnuu+9+rQcLONXX1ierg6KAW3yaZ2QrtpWnZQeaEBr5dtOgRfla6fWO0YxelcfoQw1oJuPGNbhYxao99iLx6YWwQV3Fh0XLA4GdDriBLSUuRcAbaIssJ8IZEAxsA+AllgWNE5MMKW5aDePdnCfh7urVnRxEQr7fSxXDOgw7pvK1WVIah8hrAzpm4xQE+ZJ6TLW8rGby9jROcnM/L1Hrty7UfYbHynUTymX2Hs+eFiF4LCFqMjKuk5uk9Nvu7AoSDu1bYbAKP7/mIjUYTXGGNBajOYiJvPRS1QGFYeDcn/+0cWuuM02Y7psa8W0xbzobsHy0jwW94GeEYze1an0EQZ0AnqPvXhsahFccGfRccHiYECnI05AS5l7AdAmygL7iUAGFAP7AGiJZUHjxATDgJ5dMObM7BJYG4AucXQZyxUDOo4uqyq105C0fPiuMDnvVPrf/cG/zNyt/lUmr/Vkc+v0qBq72URtP/1bnPwtjd87qjwdMaDLkBhtw9ZiSBoxoOWak/JIFgfbFpKk+ttD++WWF9pDizT9v1LuyUzquq1Zm7P23iZyvfl31SQ3Q3mofEyT3T5M0bsy6Net99iLx6oWuYQ7g47piIdW6Wjl01L09KEUJw3s43D1KRX2PpTSToPG6eqHdvNoB/d5uLtqRRcXobDfx3LFgA7jvqlcYwfZpmCtoLPovQIRPbqAzh6QEkiCjgmIVDYRrdLRyqel6OlDKU4a2Mfh6lMq7H0opZ0GjdPVD+3m0Q7u83B31YouLkJhv4/ligEdxn1TucYOsk3BWkFn0XsFInp0AZ09ICWQBB0TEAkDOh2RBrSUuTcA1sRJYT8x0AHFwX4ArESTonGiwokI2s2jHdzn4e6qFV1chMJ+H8sVAzqM+6ZyjR1km4K1gs6i9wpE9OgCOntASiAJOiYgEgZ0OiINaClzbwCsiZPCfmKgA4qD/QBYiSZF40SFw4CeTTjmzGzoeytGlzi6jOWKAR1Hl1WVOnaQrQrGBjqD3hsQmU3qakRmvqYjJVqlo5VPS9HTh1KcNLCPw9WnVNj7UEo7DRqnqx/azaMd3Ofh7qoVXVyEwn4fyxUDOoz7pnKNHWSbgrWCzqL3CkT06AI6e0BKIAk6JiBS2US0Skcrn5aipw+lOGlgH4erT6mw96GUdho0Tlc/tJtHO7jPw91VK7q4CIX9PpYrBnQY903lGjvINgVrBZ1F7xWI6NEFdPaAlEASdExAJAzodEQa0FLm3gBYEyeF/cRABxQH+wGwEk2KxokKx9uNswnHnJkNfW/F6BJHl7FcMaDj6LKqUscOslXB2EBn0HsDIrNJXY3IzNd0pESrdLTyaSl6+lCKkwb2cbj6lAp7H0ppp0HjdPVDu3m0g/s83F21oouLUNjvY7liQIdx31SusYNsU7BW0Fn0XoGIHl1AZw9ICSRBxwREKpuIVulo5dNS9PShFCcN7ONw9SkV9j6U0k6Dxunqh3bzaAf3ebi7akUXF6Gw38dyxYAO476pXGMH2aZgraCz6L0CET26gM4ekBJIgo4JiIQBnY5IA1rK3BsAa+KksJ8Y6IDiYD8AVqJJ0ThR4Xi7cTbhmDOzoe+tGF3i6DKWKwZ0HF1WVerYQbYqGBvoDHpvQGQ2qasRmfmajpSL0eq+E3L47LVy+m0XpgNvgS2Nq+dX5dRbb5f9H75RDiyw73M3CfbzKRCX/Xz9ouaGABqnOxrQbh7t4D4Pd1et6OIiFPb7WK4Y0GHcN5Vr7CDbFKwVdBa9VyCiRxem0vmrHzosF911WB758BHBzvIAPzrJGTmx7xbZ/9BpOXKxyFQ6jm4WBTgJLEWrbM5eJ7dhQDsV608QV89snt8jV+5hQNtUgP3IwTsie1z2IxpG1skIoPFkKHdeENrtHHleIdzn4e6qFV1chMJ+H8sVAzqE+8On5PALj8qd15w0TJfsxMpFcvSOQ3KyNAfq4u87IfsOHKv/99CpRyw3f935c5PnyJ11/uNn9uTGy0MaPzyPPsiym6KD0vRERG6+V/beXZzR6TKj8r9/8QbZe7e08ze9knv3rpR79h0UqfpncCuSHpd785syS1tUTSx5Ne49Zct79snBm9qsdsl9uFLT5EDvhuOa9W50rtYdZfwoc7p3VGVz6Nb9fuZzvm6elRswVEZO1PgGtOt6c0ZbH3uud+o4sq636npuw2Ks8cY119kOrcj+sqS6rld5fOfAADXHbtgGVGVPampQ8fTQpn9MONgO0GG6ekbTchYQR8/2emxeh6pxr/3dpaHt954xPkYH1/rhBOuRYOfsXfz69viuvEZ/t8neQ/SOJPp1wLim9N1DdN3L5XmkvM+w7I9EpLqXMLXKa7fdn1XtaM25Yu2s73nCMUyaM8788msievpx6kq1a+3GrFdZH4KuZ7bOe/ks49j25d4193g9WVfJyejSeY1Yph5juWJAD9a12IycveS4HHtAMV7ygXO/nDxzWE4fOC2HVQO6+q36W7npudTYpBQm7aVy/Kb769NtWfPmPmFYD7JycpjmeXbxuOeqwhB3G9DKy6Q5B4NVaSrrBnS1ETTFMjdu5UbxktIQ1zaRIpXBUHM3f+8bC0PSDh5Ty8qA3iKyAb2bi4c5j0ozaWoDDgN6ooke2YDOdLpe5LbyRHtxc3FpeTPeXuP135s1+F45KAeleThp63x+49GZpijr9NXVw1p9fc/zPtA8BDbb2bpaKNcpKa8z99cPgu1zoPl9GunGbthGtaJ1vc14Xidya3GS3sar1sZcD7U9Tb9OermOtJPVM4qUd+YYerbmRMbk7iuLh/z13vFekQNu00ora8g1bYwOvXm90ToT7px9Lz/jtLq554e9U8+wBOVexTwMpM6ZPvalToeuuVOkvs6Y+z9zzTJWNPMNMFP7Mnk2F2+R4yI3ifEQHgO6IYqeYfNAzxVjbexsV+9+0XG9H3M9a+9Y9DeGOubhFHy7ytgp95gdWVnZqejSfY1YpiBjuWJAD9S1Psl71T32k38WU9VmyuYD7SXKKejanMlOADevVxc3yur/D2zwBMmLQfaIYQbYC57XgDbMkdbG07gYet8ULHODOIG01iLQext6dxvQlnl095WSG4o3NSd/9FMq1VsJxZDSfrvmpHz26tPyKuUNDqluGI1Tp83Jococu0HOvrB64yKr41o5m79lkn4VPbsAACAASURBVNVinrz1PYVZmgUP7ZdbsjdZ8hbr7ddPdKj1lHnPiBzM3mjJ+7FfblfeClEf0HWfDOnqn/K6vXaaw2zDDkNwaNe08gHs9eobOPb50m8uVw8EzQeQypJke2BRr9nFOGjM6XzUDbpWtsw54yR/jAe/Yzdso9Z87+tdW5vWfkWUa+lr72m/2dBVV6+mN0r25pG2LwqtZxQo/8zT69lvdplGTe+pSXMvOkD/MXr3ajhhzPGdsx/Ar3rA5XeQQh9v22TvP+fUlF5rtNOAFrk3v54rB120PAMNaPMQTbEjKq9Nt4lcf5Gc9bh+hhGZLtf088vdNvR0M/JJMYd2dbvU645Y3nq0zkePey7rgbU+Gh5l+sAckGZW7gPaubWkaejSd41YpmJjuWJAD9JVucF9uOPV8y4DWjlBVhs0ysmvZtN5Vr+JzhbrWzN75Jgcy02XtlkyqAsBifNB9tBJy2nldmHzGtAOgznwhsxppAQwXXIW9O47lblk5Ya1bZABfeBY/cppVos5z11mXt6ylvlkOzVmvvZaGcPNa7CVSa2fgC02m82JVeNtCA1N+5RN30lBva/2vLppVlTWOpFrOTV69A6jf9XbG7ZTJXWc7cgnoM1hpN0w2Exe+w26a910/Z6/hWCGd6nX8OJG/mjFK2/zkBsOvc1NiCjlDZ1BhpPf3Bu7YfOrpStV9YBGf9hiS61rY3voUD5kyvYwtofxXTeLHprq5kxgPeNAeeeOoWf10Moepq1qmnusW09SK2Hg2g/wqrLH6G0z2BQNy1Bt3oB7Eu6cvfZAMGuYJfRQ1V7rXlMNXNeVd7vsh48Jz4c1PgZ09WDb+vbkQAPaVp+y7knrmxnuuTyczfgcMeZXf6vQc7xqRQm7105puTr+e6/36ptX7jng3C+a8AYb1uPpz8p9fPNXW0ISuvReI5YpzViuGNADdNVOJtgW1qysjkXPjGl16JpDcuclWUzkA8Xr/vWNtnGD33qNpM9YGdCZAUnzQXbmuBITrXpFrdlQV6ZQHANaizitGGHGiUcz9lrrhsG48W793pzurPFEMCEGoJ8lKXp3hXyZRY5olbpCcNRmbmuts9wkq+Zy16tvrhAcjpO2LZPQtdHtnLsWE1VJ2z7Bp6Zv5zVDQRSC2YwE9QZLilBOykmo3tM/PSbw2E3AoJtC6/UtxIB233BYeWj1m+v/Iclepb5UO13W0TtjbFhvbiKs/XG18lsq1L2I3eQ0tek/4f7IS25pf4S0Yx/Ur2nxtoN5qrfSZkg9fiTGp4qmp/ZmiO2BgWv+uH6v3lLxL9tPh34Nq2+FjCcf0WRxsi9aX8wj+8Mcl1nSnXfMXFsB+0EDw75O1XcLVQixvn2+usara1Z2wKg3BnSjeysGdMe3geq3dVpro3uuDsIyUeJoa1tn+9BzIulmNKAtD/bND5Rb9wauOeD6vU3OtQZPxVotZ/dzJkYv1lfm8nUx7qFmeHgSovpYrhjQvtRNE2agAW1W0yyO2Uf5ekJuWG6CvV5T8u2XR7r+E7G60RLHgPaLAW0/cWicqFRPzDkNhuEXPQ+ci0+C3rv7wOecg8E0oLXzWepHUltrXfvBT9EP5WZcuemrw2p0vn5vOxnWNnD7DOj9rVNFthPXFW2LAV23TQ3xoapTnViznQBWQ47oH0i1mWnFaem2AW2e+G1/3EgtezchONqb+O4T0J0nVy2nHtvXCX1M5cbo/ts7TkB3fciyWa+vvFv5iKxpCHS9pZR/JNc4Ae37gU3PiTx2w+ZZjV+y0mgT44PIbW26T2XmY3mITp0nojJNi7lnG0eD6/EjMDrVLvS0m5X9exO/PaJ9LbM/PCvWOLcODg0XHYKjw8ToMJm7Qv7AfvS08iyg+8SstlfwOgFdhL6qr3fZWx2GAa2He2qaaHtDSvt2QOt6Y7Z7mfcZu1jbdKHR03PgO5PtXruiSda3bqxvsZl7uKHXM8t+Ubm2+K3BToyDE8zFfXBDN5Zh8bo4rxHLFGwsVwxoT13NE8xNNuNVOq8nF8piK9mTdv2Eb1V2fhOex1fU42TuenEtBtm9xivuVSuNm9OOzZ71aaTPk9Bek9i8aE0bgmOOJ6iewzFqMvRWTKiopOctvC8Eh9YynxPQXV1RT0Ob8eDM+b/YE9Bq57pMG2UDnn8Y70q5p2Wm9Z+A1gxoc92b4QS0/WS37Uahx5S3fmDQ84bbtvZ3PfjN8DsfKFo+RFtKa7umWsNyjJyyYzdsI6tvZbc/YDBPIduMAeW6n+9hjIfEXTr1alrMGd3oCaxnalAd5e1ET599ktY+z/nVuVcdo7dDw8unE2Y+9mUfuh5kGeH2rD2G/SQDwX6NKsNfVQ8UBxjQ9Uc+bz4ux27SD6/4GdDt61D7QXLZ9frBqOd8nYSYfyE7mV9Gc9DTX5++lIvRznsP1zcHhs2P1kG0aZB6lTIHd6+GbTzR0nVxXyOWKeBYrhjQoboGn4AuQ2hIZlIckQvbt4SWE9FqbNNiMdaesIf2wTNfPcjKU436a7vm6ajyyWT1+ltWR9dm2+fGapABPeFHCH3MDE9+qSVD79QUC2tvuAFdnnTIjVbbGqa0Rz31bI2L2RhXxUVY5ORDWWy4YSegD5SnOS89U51eHxIDWk/bv4HtN6BV07J1M6Wa8Zb+qQa0GSdSPwWpt2HsJqA9evrDPJn96nog2vUAz/8GwbzW9cSI7DjNq/VN42/0ujV+ht30+M7A6bXyrbm4Nl4nt8np+qRQey/RpU3/20UOnSxhU8xY7ZW5M6oefxSTpZxez4zlPXLlXvMxUrsm3eOzS8Mz7zksZ9/exN0057E6X8fo0J93MvQRXjPvZy8+/DquibCfTne9pPJ+w3jLJfQEdFZ2Ywbo32fwNqC1bxF03K9p15s415qxxKdf23xahJ4+lFxpdqude6/ddb1v+jH8emZj0PUAw8Vrqt93y32qVq+/nGXr4nONWKZGY7liQIfqagvJ0TrJXJ6Ozk/+HZU7q7paMcLURlgMDi0mnSVOcWgfPPPpg0x/9SUvotUfM03HB1e8DWjzhHjfa+7m6XLLyazqtJYlNlwVRiCLA3vwpjag/g8DeQJdeDL0bgRas95jDOiMUOutkHIdyM3TI/VqJ3UIDjVPmfasOs9uPi7Hb7pf9ocY0FmDjHVS1Idg2pwr19hTl8rRI+XaYruBVfrQhBcx1+dy893xgVidkboOWsIaaNcUvdxDNx8XuUnkhtyYimxAW9dFkYZnX5/N30rwtRYDH6D2aGqeGuifqx3tUj8kZvQ7xtwfu2Ebd+loX7v1PvZr0z2WHXPP+qaDsh8y5mlwPePgBOWOoWd36B0L57LVzRrbo6E5r401z3xgNEaH3rxBpNuZds6+j5+5Tpl7fdhPpLq9mPYbqsq1tmeff8B60KRaJ9sfQFZrr9bOzrdnsti315+Vi8y3Q8pC9DCMB0W/y3F/KDYq0Jk/ZIee49SNsTZ2tsi1X+zbl3esm17XM7NBrjV4HFKv3Dvl7tUiEmUEFq1Lz2HHpb+FP5YrBjTz00lg7CBzVkCCRRFA70XJEa0x29W5/xRzNOCRCt6ujpGARix2CVq1T0JH7HD50KmIe95+3ytuzfFLj6dn+zRu1N7Y4vNHrXB84bAfzzC0hHjsQ1tEvqkJoPHURHdXHtrtjrVaE9zn4e6qFV1chMJ+H8sVAzqM+6ZyjR1km4K1gs6i9wpE9OjCdnXGgPYYHiSJQGAJcy47VXHPVbv60OqOjdQImvUVGU3PzBC+XuQ2V4ijifq764cSUzQb9lNQDCsjGvuw5pArAgE0jgB1R0Wi3Y5AG9XAfR7urlrRxUUo7PexXDGgw7hvKtfYQbYpWCvoLHqvQESPLmxXZwxoj+FBkggEtjvnIsBcQJHoOZ8IsIf9fATWXzPzK12N0W4e7eA+D3dXrejiIhT2+1iuGNBh3DeVa+wg2xSsFXQWvVcgokcX0NkDUgJJ0DEBkcomolU6Wvm0FD19KMVJA/s4XH1Khb0PpbTToHG6+qHdPNrBfR7urlrRxUUo7PexXDGgw7hvKtfYQbYpWCvoLHqvQESPLqCzB6QEkqBjAiJhQKcj0oCWMvcGwJo4KewnBjqgONgPgJVoUjROVLilf3QtXazOljNnnIhmSYAucbCP5YoBHUeXVZU6dpCtCsYGOoPeGxCZTepqRGa+piMlWqWjlU9L0dOHUpw0sI/D1adU2PtQSjsNGqerH9rNox3c5+HuqhVdXITCfh/LFQM6jPumco0dZJuCtYLOovcKRPToAjp7QEogCTomIFLZRLRKRyuflqKnD6U4aWAfh6tPqbD3oZR2GjROVz+0m0c7uM/D3VUrurgIhf0+lisGdBj3TeUaO8g2BWsFnUXvFYjo0QV09oCUQBJ0TEAkDOh0RBrQUubeAFgTJ4X9xEAHFAf7AbASTYrGiQrH242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ajHIHpFTb71Ijt6hd+3QqUfk9NsuLP748Ck5/MKjcmeV5JqT8siHj8iFckZO7DsocmZPbrxcyX/fCdl36/4yzVc7y7/hixfJQblX9t59QK88r++0HH7otBx5+ITsO3DM4H5c7t27UQ5k9Ri/ae32+l2KstQaqnw3W9qW8AhA72y8rF/vsRePhIf4qpqOjunIiVbpaOXTUvT0oRQnDezjcPUpFfY+lNJOg8bp6od282gH93m4u2pFFxehsN/HcsWADuO+qVyqIXn6asVwbpmx98vJzAy+uPjhqx86LNfJbXL6bWe9DWhr+bnR2zYEs/IvuutwYWB3pMkbYv5WGuWXVob40N/Lfp95zz65RY6L3CRyg2lOJzxC0Ns+3tam99iLR8JDfFVNR8d05ESrdLTyaSl6+lCKkwb2cbj6lAp7H0ppp0HjdPVDu3m0g/s83F21oouLUNjvY7liQIdx31QutyHZccK5puR/AtpucNvyFyemz15fnqoeYkBLkbeuq5XX9XvWsaxNt8j+h24TuV5pxwpGBnrbDOj16T324rGCob6KLqBjOjKiVTpa+bQUPX0oxUkD+zhcfUqFvQ+ltNOgcbr6od082sF9Hu6uWtHFRSjs97FcMaDDuG8ql9OQzE8Un+05BTzWgC5OU9ennTP6Zp1DDGg1dEd2Wtt6AroM7WH7PatfCR8iZtsSHx3obTGgV6j32ItH4sN8Nc1Hx3SkRKt0tPJpKXr6UIqTBvZxuPqUCnsfSmmnQeN09UO7ebSD+zzcXbWii4tQ2O9juWJAh3HfVC7VkNRjQKsxli0xc2tKhQFtRmjOf67jRNtiQJfl14ZzYwrnhvQXb2jiQvfFcW79ppRbmclajGjb72r/jBPSpqGd+OhAb9OAXqfeYy8eiQ/z1TQfHdOREq3S0cqnpejpQylOGtjH4epTKux9KKWdBo3T1Q/t5tEO7vNwd9WKLi5CYb+P5YoBHcZ9U7mcJ2L7Th/npMafgBYtbIbo4TdqE7nDBNfaVxrdlygfDhz0e3X6WjkhbYb0SHx0oLdhQLceMBiGdKJ6j714JNrt1TUbHdORFK3S0cqnpejpQylOGtjH4epTKux9KKWdBo3T1Q/t5tEO7vNwd9WKLi5CYb+P5YoBHcZ9U7mchmSXwVxTmsKAVsJwXH9WLjI/SrjDEBz56esjd7bHQH2aO+3hgd66Ab1WvcdePNIe5etpPTqmoyVapaOVT0vR04dSnDSwj8PVp1TY+1BKOw0ap6sf2s2jHdzn4e6qFV1chMJ+H8sVAzqM+6ZyuQ3J0hw+InLyodNyJIubLMXfrpPb5PTbzuYhOORM+cHAip4SV/dCr1PExYfg7r/mTpGrH5H/n723ae3jZtvGz3yLBNqFodvwgBcPteHeBPoBYpNC7dVFl9mF7OIa/qmzC91lGa5VckGC3Q9Q8OYCuzwLw022BS9ScL+F/8yLZvQujTQajTSHV8lv9HLqOKSRdMypU+c/PRx5mCJAR11C2InpNx+l+lsv2WPaldtYYE8B37wAXS/fsZNHgV27SpPBYzm0gqtyuPKxFHz6oJQmDbBPg6tPqcDeB6Wy04DjcvkDd3m4A+55cHfVCl5cCIU9j8UVAnQY7pvKxQuSYgxoogNOiFU8RQePYH8PaFv5DejXvz6g/dMDQehuydDEgCayxKjmBWudeG16bhG6W9uIC+1RaC8B35wAXTHfsZNHod27OrPBYzmUgqtyuPKxFHz6oJQmDbBPg6tPqcDeB6Wy04DjcvkDd3m4A+55cHfVCl5cCIU9j8UVAnQY7pvKFdvJNgVWBY0F3xWQ6NEE8OwBUgFJwGMBJPUmgqtyuPKxFHz6oJQmDbBPg6tPqcDeB6Wy04DjcvkDd3m4A+55cHfVCl5cCIU9j8UVAnQY7pvKFdvJNgVWBY0F3xWQ6NEE8OwBUgFJwGMBJEGALoekCZZi7E0Aa+akwH5mQCcUB+wngFVoUnBcKHFEBO7ycAfc8+DuqhW8uBAKex6LKwToMNw3lSu2k20KrAoaC74rINGjCeDZA6QCkoDHAkiCAF0OSRMsxdibANbMSYH9zIBOKA7YTwCr0KTguFDiIEBnIw5jJhv01orBSxpeYnGFAJ2Gl6pKje1kVYGxgcaA7w2QjEVqNSRjvJZDJbgqhysfS8GnD0pp0gD7NLj6lArsfVAqOw04Lpc/cJeHO+CeB3dXreDFhVDY81hcIUCH4b6pXLGdbFNgVdBY8F0BiR5NAM8eIBWQBDwWQFJvIrgqhysfS8GnD0pp0gD7NLj6lArsfVAqOw04Lpc/cJeHO+CeB3dXreDFhVDY81hcixegw2BDLiAABIAAEAACQAAIAAEgAASAABAAAkAACAABIAAEgAAQ8EHg/v7eJ5k2TfECdEzjg1HbWMbYrxwbg6v45oLv4in0agB49oJp9YnA4+opGgwEV+Vw5WMp+PRBKU0aYJ8GV59Sgb0PSmWnAcfl8gfu8nAH3PPg7qoVvLgQCnseiysE6DDcN5UrtpNtCqwKGgu+KyDRowng2QOkApKAxwJI6k0EV+Vw5WMp+PRBKU0aYJ8GV59Sgb0PSmWnAcfl8gfu8nAH3PPg7qoVvLgQCnseiysE6DDcN5UrtpNtCqwKGgu+KyDRowng2QOkApKAxwJIggBdDkkTLMXYmwDWzEmB/cyATigO2E8Aq9Ck4LhQ4nDBeDbiMGayQW+tGLyk4SUWVwjQaXipqtTYTlYVGBtoDPjeAMlYpFZDMsZrOVSCq3K48rEUfPqglCYNsE+Dq0+pwN4HpbLTgONy+QN3ebgD7nlwd9UKXlwIhT2PxRUCdBjum8oV28k2BVYFjQXfFZDo0QTw7AFSAUnAYwEk9SaCq3K48rEUfPqglCYNsE+Dq0+pwN4HpbLTgONy+QN3ebgD7nlwd9UKXlwIhT2PxRUCdBjum8oV28k2BVYFjQXfFZDo0QTw7AFSAUnAYwEkQYAuh6QJlmLsTQBr5qTAfmZAJxQH7CeAVWhScFwocTjdmI04jJls0FsrBi9peInFFQJ0Gl6qKpV1sutfH9D+KdHBxzs6/+mh0kbj878/0uG3x3Tx7APdfTqiMec/9PHHR3T8mS/qjK7uX9Ee/9Ofb+jB3sn4y+sruv9lTMHqHRIo9WjoMNpExMo7u76nV9+zvJ2t50/7tss2tckk2zVpBOysZUjYSG1O2cHAd4Nu/XzHTh4p+yDK9kcAPPpjlTsluMrNwLz1g8958ZxSGrCfgta8aYH9vHiusTRwvEZW/GwCd344zZ0KuM+N6DzlgZd5cJRLicUVAnQaXqoqtetkd50ASwd08XlXFYnpmt48eEs3zy6ImEjbo/DPfw7p0V+7dHZ6Qztfz+noG4OoS734+2UUqtu8R2J9jUB8+UMjDvciLYnCdicga4RsjhWnTUo7dYIkCTh09R7QB9bGVmDm0vSi9y4TtuXnnH1tWRIO73fOOUE8XRcD3yYBui6+YyePdD0QJU9BADxOQStvWnCVF/+5awefcyPqXx6w98dq7pTAfm5E11ceOF4fJ74WgTtfpOZNB9znxXOu0sDLXEiK5cTiCgE6DS9VlSoIkk+v6PD3fbp9wXsHE3WC7ku6on16+x3vId0Jt036J3880D4bvIob1HhRthVsz+lQEK1HaHXidPdUEosVNnxs6to52uYWoJtqWuGYeg9tRWD2K0MpZ+HeBL4bH30/rkrmO3byWLhbojoDAuCxnK4BrsrhysdS8OmDUpo0wD4Nrj6lAnsflMpOA47L5Q/c5eEOuOfB3VUreHEhFPY8FlcI0GG4byqXKEje0Tt6To9+P+TCaXTez413886/JZG5FZFv6WUTVsMlyOoE3N92pLAdI/SC+CcxYntGvjbtvKcHeze9R7OfICkI6FoPaE5Qt3hAd+WcGMOdpOyA4Lvx0q+f79jJI2UfRNn+CIBHf6xypwRXuRmYt37wOS+eU0oD9lPQmjctsJ8XzzWWBo7XyIqfTeDOD6e5UwH3uRGdpzzwMg+OcimxuEKATsNLVaXKguT5T7eD4NyG02jE0l4ovv1VFKBFIbgRqveJhtjKagxoPkZy6+EsCN0irE3Zorf1+Jx5ZPOxotlTH5uY5/OYdkcTA1oMydCWr4jbXOzqqTGiWZzqptzFY0D3IVfacCrgW/iwwHfDgvmOnTyqeskV3BjwWA554KocrnwsBZ8+KKVJA+zT4OpTKrD3QansNOC4XP7AXR7ugHse3F21ghcXQmHPY3GFAB2G+6ZyqQL0Qy7URCfMspAcoigsC85SiAptmAPmcdyH9XAI0EO4C4kRswf0RJuGMCDviF7IlxBqBGjeq1nwcO7F9sfcBYo2D2ihPZ3NJwuJ0OC78VKvn+/YyWNTL8EVNxY8rpgcyTRwVQ5XPpaCTx+U0qQB9mlw9SkV2PugVHYacFwuf+AuD3fAPQ/urlrBiwuhsOexuEKADsN9U7l0guTg6XtNtM9dtCcI0H0YCRUsdkGgGqtZEI59YkBrBWpVZB5sCLXpyxmd0QndsAsWDeKxNSaw3B5vAdotxs/ZIcF3cwFk/XzHTh5z9jmUFY4AeAzHbumc4GppxNPWBz7T4msrHdgD+3wI1F8zxle5HIO7PNwB9zy4u2oFLy6Ewp7H4goBOgz3TeXSCpK99/LxZxLiFI8CNLWe0ce8x2+LWicO33xsQjt0aYyXELKY0KdMsO5gb+q4/KG5BFHvGdyKwF8+aGJHa7yQfWzqbW6CaQwhQjTicXcpIvUxo6ULFdt6POMKt/Vd0pMmbrYuX+LeB777flU537GTR+JuiOI9EQCPnkCtIBm4WgEJM5oAPmcEc2JRwH4iYDMmB/YzgrnSosDxSonxMAvceYCUIAlwTwDqDEWClxlA1BQRiysE6DS8VFWqXpBkAusYMoOJw21c5v+5pMNvuQv3OETG2M5P6FIWoGWRdhChuQKEUBRqHGljvGSLR7Xdpt4D+ehCEqD5+M5E9EwSvXUezkqIDqkMFida9tReKPxGgzL43gbfsZNHVS+5ghsDHsshbzVc/fmGDm9/pvOfHpYD3gotTctns7Z5Tzuf2IfoFQKQ0SRgnw/8tNjnaxdqHhEAx+X2BnCXhzvgngd3V63gxYVQ2PNYXCFAh+G+qVyxnWxTYFXQWPBdAYkeTZiLZ9dloR6mIMkkBBoP/be08/Wcmktg5+JxkglIHITAWrhqxuxzegcBOojFpUQa+SRUpLGVZU87loC9rbukxb6yjlpoc8BxocQNTkT35TagUMsxZtZJHHhJw0ssrhCgQ3hpPWmP6UL2eB3CUhyMYRhY+ZJH6xDKQaifefPy+cdwAGNSMSRFSBOm5IntZFPqQtr8CIDv/BwsYcHI84RTBLJhzXvttx1NuBtNC9r35i29HELLLNHKGutIL0B34YQuBvDOrpuQRyOWbZijU/Z/y3zHn9xwxt/XcSXNf9Kc67RDKVI3x/aJFjh1kv3dKrdRe2pnPJXDr1PsfcLOk0iDPe189aQf+2n4VN/H4/iTn8lrwRhsRbxieHC9P+ZgZnns1fef+F4E9nPwGlKGOA80JXDjQjvv9M9NezndBeKfRcvYu1Hu623t0nzZ5mR2KKcZLXfWhIAxU54048vPOPDph5Mp1dLcxcwVTRsY38K4CVkveukscdjaci+Ne7qW1FVyMbwY54h18hGLKwToybx2G4Dbx2d08oUTXtqOc0Mfrg/pfE8KPcGe9R5r3QV+x7QrLVLal/hfu3R2ejN4t7GYyaRb0Ey2PSxDbCcLqxW5ciEAvnMhv2y9I8/yBkgfWz3aOgjQ0RB2BSQWoBueXhC9+3RETYCGbnOxS1f9hwPZ4118PsbZv6J92qcruv+li2Sv+xMubVUSyJfUijH85Vj/sp1KcbY5WgnPxN9VMF+YiqzvVqWNDZ7PiX7rPOk7gYQGngX85GfCmsbOk8iDI+1s9cw01BzFpOBTGRMNJn88aceR6Lku32kRg63U0BgerHnn42Vp7AfL24+ujcR5QvSCfZgD9vMxO6Wkfq2i+5DWjxn3e+2GDp5dELELxpvqNQK0cFcNZ6JyAkze7/Vp2/tx6IzolKSP8BCgRzjB55Teb0qb4t1otMu6XnS8Fwct5Ipob59cOod9vSidWjGMwznwXQXuKRtSWdmLjocI7MxzREShCbPG4goBeiI5nUj8ku5/uNR72sQd3AAAIABJREFU/mniDOuOqI+X9fWb20GceUKX3PFqCNATCULyaARiXyrRBqCARRAwC9C96Pj7YefZ3AsgraB4Ol7EKXqpqBeFDh6yzz7Q/z49p//DedQO8dKZB1LfYtHTrxHHXtLtt/vNVr/3avqZbpvLTVtvJNnz1tcLs1+oft2ht81JlqHsMdaq6NEhn0i5pCfXRPt7J33c9x16/4DZKF7KavYMYeKf3D4u3qvgzSHbsGAIDmFO6z/ADsJLA55+A23fLBB1H2L19wS0lOg+WAzCQNcPRFFAFOatGya5XqUueeM0z5DM+m61Ccz96a1bgVdOFmjEk+ZuhyFmNIdPe9+DdLLBVJeV01dEc9UzD13OUubnc1q/E9aWMdhKscCV9Sl/N4eDbyuHM8Ycz4M9e8e8I3rxiIbxAuydYyVFAq/wXz4f1tr5nPv4FiNAa+dDQ79pQYEAzfoG+JxnlMz/bpxgF7+uI82pR+149BgDrvWiYqJHmROa5ZM0K+4+Bm40TRm82OaIdRIXiysE6Em8chvcvw1Hz00CNOdB1i45miPMnHfYuOC/FeJ7ssUJf1WdPnzHpIZMShzbySZVhsTZEQDf2SlYxIBJAvTeyXgBJ/OKZQK1/D4zheVQNuk6jwW2CWRHzZmwPR49ZyK16AEre6zK3oE8pKqXjfA+lhbI4qZIn1cU57q6FI9cjdfo8WepfY97j2GdV8mAd2IPaLn3CXjoRF69aOYSoF3PWy80ObzLML92AtAxw2vKRt6wkek+qHR8NCLa/hfpUtkZRmXedyv7QKMJ4dWPzd3XJ3SihFbRfXTg1jC6j/GmzaIHp7IIPvSTKfXMwJVPESn4ZB+tfNZ5ynvLMV6M2AqnFGL4loTZHkTnWPcBW0qTA/vBAeWXne4kJPtgE9OvgX0A++0M23Jg8kweCvURoO/7D9tsPokRoHX1cf2DGicmbu0EAZoxBT4DB4KSLcW70ds2vv9b34v9ySvPtdvkOWSyYO3dQmPCrLjHm19tCUXwYp0j1klNLK4QoCfwKniFWEUW1atLjml18OyALh6/7I4nC2U5vLh6rzhtjLEJbZmSNLaTTakLafMjAL7zc7CEBa4QHDcfe49H5V2nESh4cdl09M0VgsPhaTtu/vuQDq6FrnHjqXnHcmlVDz4+vZpXDgXRy8+iQNFJ0tyGmZTnVu8fiwicdrxKm0Ltoj5EgHZ7p2jxEOqXPN7poD1KvWvw4h3GlGVjMs7TmrjWMwzKtFz5GcivRQaRczgKO8b6Hvt15+EvH49lG8K7795KgorZu93OaXcaYI56/JCIT5WMT+FkiOHOD6kfx2Arhsmxn2iw823n0BaOZyobi2MvzF/iHAjsp7I3R3q5n0rzAYu1LJwk6uod3nv8vMqPp8bBaPCIVmOy8zGmlRjQhruBBqFcmX/cc+EcaE0tI9n4MhoCPqdyZEq/PHfMEnEt6F7DsXyuMeB6riIxWbCeAfx8uM9gfMVFrJ8Xn33W+giKxRUCtC+nsggzUYCWqxlfjqTxeB6PV+vMU49H+jYiLF1sJwurFblyIQC+cyG/bL2yAG08ZaG862Thj9mtv/hn+FhmPKYs1Nxf4KqK3DYBekfxKjKEcGhN1QjQg218iA+eDyZI6j8QjqIew8As4nTe0qoALXv8qpcb8WUvE4JDXcSbPaD9vCs7TNWNidinWoFg573BA9p0keWI+ZM/uEsSZUFAK0BLfPUCILGPMDMNzVW9W/k2tmEVdHdXNCcSujGh47fty1N4MnpENZzOWM9MfLmKWYJP3jN/jKaueb/EYCuExjB7QLv5dnC46hAcBhGjPRUht0vCCNi7hkqC52aPWWGt4OUB3YW+Ek5bSAK0Xwxo+SSW7mOcbPd0cS0BmEqRS7zbxErB51y8Ls9dZ7myXrS+F7lwc44wNF7rRW5u8QrlMhfYXDm5cE/QlKqKXD0vyp7E8zRIZpZicYUA7Umg7ME8ZpM8pbyOfXALDmq+tPMCDFeydvO7fMeM7WSeECPZShAA3yshIrEZthAcQtU+HtAmW3lvaDkenPyuXK0HNN84+wmV0Wv0CV0qop3dA1oQoOVNcwYPaL1nt26zbBHltZcQem64HUeZlasBbUIDT6EpTJZwLFonkscPyLW9W8UP4ZL38YCnLt42J8C1axjp8kLTB3orp92YEYWewHriqfIqYRE+DR6TwwkVZmkMtt/zzdWtMX15cHAo1OMFsTHRotj/v0M6/7/svgDJpMbTtgkPYxwDUzAB9lN6hX6O6t/dzV097ISp7+Wq7CTI67M2FFF38a59z6W/hHB8H6ofkvsWDh9GPefDKcDMkHaR8SXZCT5nII6IVsOd9xrONgamjQ/nZdTzQKwtJQfuCZtTTdFr58U9R6yTilhcIUCH8hrsAd0f5yJTfElpM//nGzq8/Xm8/Md0vD20HR75YjuZRxVIsiIEwPeKyEhoSrgA3Xs6+MTI5b2eZSFFWpx2kzAFeUDvKSEEpsSAFtPaF7B2AZr3vFI2U8K7W+NlyM0pcpxI0QtStGH+8WrDTuXe5G1iOgLpv0GQvcksQsAUj2WTAC3c02DHIHRYzs+VvyUN7s/pHXeRII9v55E/xtR2jAnlg8g+jYKo7TihnVN93HQm5kzoD/6wRKWcn8+mjZf0pBW+uj8BE02olLEBMdiK3msxPNjzRsEtZF4ce6F2+f0N7OdjdkpJ/ckZ6ZRLqAf0ON6aq4nF+xn8PKCbEnjBTOMR3SQRxvE0gW0KOjFp5x9fPtaATx+UXGmW5c691jauDYaGmMeA/3pxwr7EBWDg82VxDzRyg9nWzYvPHLFO0mJxhQAdyqsuJIfiydx7R7eef5z3hBIjjDdCFjjEo8lEaWJT2mCI7WShECNfHgTAdx7cl641RoBut1ntpW2c1f17rRVPj5oNXPfHx6sf8vRpb/kyXp/R2ekN7XxtLieZFoKjFWuEuKlExGJAKsD279iPu3R81J8+0W1guTaMm1H5/SzHhxTjtYoY8e9uuwD9sPe6Ov7cGX/w+ozolOhlK0wlFqA1MTNbIwY8bW2Wn/XgD3kNiy1T57dwKnsNOC9t07Zr5MTUnxVP64iBmvfdKq8luFiobZuk59L4Mfdlx9jTnnTg1kNz1RPBS2jWFHyaQ+9o3rnyO9bxDrRxKH8wCuZbmRvSrFmXxl7sI5r3N7APHUbR+dQTqlyf0773+3lae2qGvQfVC5B5Q9l8o/sAO/z24pYeGbyv5dMn4jlYQ9z3aKT8C0gxvnxrB5++SOnTLcqda71oey/Kz5Q9w4T1oqEssuotcTjLuRfFfV7Tqy5t1bxYTm7miGM+pSPE4goBegraG00b28k2CluxzQbfxVI3yfDt8mz3Yp4E4goSb5fHFYA/0YQ1cKV6Qk9sxMTkS99ZMdG8qOTp+FQ9oaMMdWXWxed35cn8HNjnIyAd9vnahJpFBMBxuT0C3OXhDrjnwd1VK3hxIRT2PBZXCNBhuG8qV9PJrl4T7evieXLeTU/+e0iP+jiarWejI/3RNw2MzGNO4yUjfFk1e9Ho4ufwXpcdWRrPPMst2QPBQ3w/OU63eNmY8FTzxXUJ77q5OiX4buI51s937OQxV39bvhwI0MtjjhobBNYw5pq56PKHe3o1YzxeM7sLC6kLd7NkfDbrqhdE7z4d0Zwe+CZ4lv4oMQdNwH4OFMPKSIZ9mDnIlQABcJwA1IWKBHcLAS1VA9zz4O6qFby4EAp7HosrBOgw3DeVq+1k12fqJSssPmEvOgtxSw3HCpTjar3nze7rE7r57m6MT6nEOrymNz/e0s+aDZn+EpCbPpZsQ1V/pE446quPxa2NZ2q93EqOXSXHw9LXo7/Zfh3dCnxrLtUaqKmH79jJYx29NcQKCNAhqCFPPALbHXPx2K2xBPCZjxVgD+zzIVB/zRhf5XIM7vJwB9zz4O6qFby4EAp7HosrBOgw3DeVq+tkV/TmwT7RNe85JcbBE8Vb3aUClriuzS3iv+3QHROYNRdFmUBXRWOxbtPNyuJlIV3p8QK0WEYXD3e3v02bb4H9Zu2cHQx8TxGgy+U7dvLI2UdR94gAeCynN4CrcrjysRR8+qCUJg2wT4OrT6nA3gelstOA43L5A3d5uAPueXB31QpeXAiFPY/FFQJ0GO6bysU6mcl7ubsYSxVvXelZWIzbF42obfAs/ey+jEPvAU296GsTetVn8QK0WKYtiPxaA8yD7ykCdLl8x04em3oJrrix4HHF5EimgatyuPKxFHz6oJQmDbBPg6tPqcDeB6Wy04DjcvkDd3m4A+55cHfVCl5cCIU9j8UVAnQY7pvKNXQyySu5FWv/ekn3vzTys8Z72JGepNAWOkF2jJ08LQY0DeE2NLeVc+zJFySZBWgxJjC7AXsI78GVyceftl3AJOO3lk4FvhsBun6+YyePtfTXrdsBHsvpAeCqHK58LAWfPiilSQPs0+DqUyqw90Gp7DTguFz+wF0e7oB7HtxdtYIXF0Jhz2NxhQAdhvumco2djPf2JPr44yPqvJc7OFTx1p5eEZwtsZa7iwaJi+s8UmCq9/jxFd3/stPaef6Uiy89ZJ3fA7qzcwy5UbIHNPNQ77AD3123ET31S+Y7dvLY1EtwxY0FjysmRzINXJXDlY+l4NMHpTRpgH0aXH1KBfY+KJWdBhyXyx+4y8MdcM+Du6tW8OJCKOx5LK4QoMNw31QuvpMNYu+LW3q0x8JcmARoTpRW0vcXA2qQ5D2Ix8e6mNIe9X46ottfH9A+NWJ056k9/GniTM8dgkNbnkbIXFOHAt/hIThK4jt28lhTn92yLeCxHPbBVTlc+VgKPn1QSpMG2KfB1adUYO+DUtlpwHG5/IG7PNwB9zy4u2oFLy6Ewp7H4goBOgz3TeUSO1kjBL+lm2cXRJJXsV5806eXPUcZoOzCwP99ek7/H72j858edo9c3tG/H44XGFLn2dx5QO8RtULzMdFH3gtaStMbEC9Ay57gvdA+hATpKjJfjJi/a4HvKQJ0uXzHTh75eyosaBAAj+X0A3BVDlc+loJPH5TSpAH2aXD1KRXY+6BUdhpwXC5/4C4Pd8A9D+6uWsGLC6Gw57G4QoAOw31TueRO1sVlVmMym7w/1fSWiwEHr+R3RC8e0fFnBnVoDOhB2qY3D/aJj+w7xnEe6fSNAU3ELkfUeWabLlTkuo0kSK+pQ4FvNQZ0jXzHTh5r6rNbtgU8lsM+uCqHKx9LwacPSmnSAPs0uPqUCux9UCo7DTgulz9wl4c74J4Hd1et4MWFUNjzWFwhQIfhvqlcsZ1sU2BV0FjwXQGJHk0Azx4gFZAEPBZAUm8iuCqHKx9LwacPSmnSAPs0uPqUCux9UCo7DTgulz9wl4c74J4Hd1et4MWFUNjzWFwhQIfhvqlcsZ1sU2BV0FjwXQGJHk0Azx4gFZAEPBZAEgTockiaYCnG3gSwZk4K7GcGdEJxwH4CWIUmBceFEoewbNmIw5jJBr21YvCShpdYXCFAp+GlqlJjO1lVYGygMeB7AyRjkVoNyRiv5VAJrsrhysdS8OmDUpo0wD4Nrj6lAnsflMpOA47L5Q/c5eEOuOfB3VUreHEhFPY8FlcI0GG4bypXbCfbFFgVNBZ8V0CiRxPAswdIBSQBjwWQ1JsIrsrhysdS8OmDUpo0wD4Nrj6lAnsflMpOA47L5Q/c5eEOuOfB3VUreHEhFPY8FlcI0GG4bypXbCfbFFgVNBZ8V0CiRxPAswdIBSQBjwWQBAG6HJImWIqxNwGsmZMC+5kBnVAcsJ8AVqFJwXGhxOF0YzbiMGayQW+tGLyk4SUW1+IF6DSwolQgAASAABAAAkAACAABIAAEgAAQAAJAAAgAASAABIAAEGgQuL+/DwaieAE6pvHBqG0sY+xXjo3BVXxzwXfxFHo1ADx7wbT6ROBx9RQNBoKrcrjysRR8+qCUJg2wT4OrT6nA3gelstOA43L5A3d5uAPueXB31QpeXAiFPY/FFQJ0GO6byhXbyTYFVgWNBd8VkOjRBPDsAVIBScBjAST1JoKrcrjysRR8+qCUJg2wT4OrT6nA3gelstOA43L5A3d5uAPueXB31QpeXAiFPY/FFQJ0GO6byhXbyTYFVgWNBd8VkOjRBPDsAVIBScBjASRBgC6HpAmWYuxNAGvmpMB+ZkAnFAfsJ4BVaFJwXChxiAGdjTiMmWzQWysGL2l4icUVAnQaXqoqNbaTVQXGBhoDvjdAMhap1ZCM8VoOleCqHK58LAWfPiilSQPs0+DqUyqw90Gp7DTguFz+wF0e7oB7HtxdtYIXF0Jhz2NxhQAdhvumcsV2sk2BVUFjwXcFJHo0ATx7gFRAEvBYAEm9ieCqHK58LAWfPiilSQPs0+DqUyqw90Gp7DTguFz+wF0e7oB7HtxdtYIXF0Jhz2NxhQAdhvumcsV2sk2BVUFjwXcFJHo0ATx7gFRAEvBYAEkQoMshaYKlGHsTwJo5KbCfGdAJxQH7CWAVmhQcF0ocTjdmIw5jJhv01orBSxpeYnGFAJ2Gl6pKlTvZ9a8PaP+U6Oz6nl59zzX17490+O0xXTz7QHefjughe/TnG3qwR3R1/4r2huTX9ObBPp3wSL2+ovtfuhT//OeQHh1diDj25VLz7PdDsY4mpbaef+jjj4/o+DMr6oA+fD2no2/Goo3tEWofy1Ha3Vk81KM8b+06IeLa1xWtwUDArntOvjjP1OvAt4PPSviOnTxm6m4oJhIB8BgJ4ILZwdWCYC9QFfhcAGRDFcAe2OdDoP6aMb7K5Rjc5eEOuOfB3VUreHEhFPY8FlcI0GG4byqX2MkaUfQt0WuiE3o5CMYtIK3QekMHzy6Int7R+U+9BC0Lw70ge/CRS9PIsb8+oMsfOlG7FaB1IjMTp70E6E7AveHraUTyF0TvBoHc0h6B5b6sZwd0QRrxuxXfz4meXdDuC1GYb9r1ls6IToleakT4UWDuRezHTIjXC9AtNn/t0tnpDe1IYvocHRN8jx8HbirmO3bymKOvoYx4BMBjPIZLlQCulkJ6mXrA5zI462oB9sA+HwL114zxVS7H4C4Pd8A9D+6uWsGLC6Gw57G4QoAOw31TuYRO1ojHv+3Q3W9Ez7+9FQVVJjRfE+3zHs+CAN2JrOe8QK1Bcw4BuvVsptGrWkuarT0aAZqur4j23irCbysyf3dFh7/v060gQHcC987Xd0QvHmmeiR7OYrt1AnSHX1PHkz+aOkURf46OCb5HAbpmvmMnjzn6GsqIRwA8xmO4VAngaimkl6kHfC6DMwTofDgD+3Vhv5Q1eLcthfT89YC7+TH1KRG4+6C0fBrwkgbzWFwhQKfhpapS+U7WCa2N6EmqkDwIzT/TbRP2gnny8gJ07yl86PDcjRegR6FWCBMiMWNtj1aA7oRfQdhu29SI8V27BQGaCdyfjkgNHSILzLI4rxGgh7pe0Z425Eh81wPfvABdL9+xk0d8T0MJcyAAHudAcZkywNUyOC9VC/hcCmm1HmAP7PMhUH/NGF/lcgzu8nAH3PPg7qoVvLgQCnseiysE6DDcN5Vr6GSSeKyIxCah+W8uBrQhHAcDlMVP1sWAFp45Q3AY4ifzzLnaYxCgX33DBOcupnUXEqMJR7IzeCd3orckKCviuxoDWowfrbZB9Or2aGNATwXfogBdK9+xk0dA10KWBAiAxwSgJioSXCUCNlOx4DMT8LhoKx/wwD4r9ktVjnfbUkjPXw+4mx9TnxKBuw9Ky6cBL2kwj8UVAnQaXqoqlXUyRXCWBVVJXB7E0h8ux0sIjR7QosdyvAe0W5x1tsckQH/PC8u3fYiN5mJDyetaaavdw7kT3Xe5yxrlNrgE6Xm6HfiWBOhK+Y6dPObpbSglFgHwGIvgcvnB1XJYL1ET+FwCZX0dwB7Y50Og/poxvsrlGNzl4Q6458HdVSt4cSEU9jwWVwjQYbhvKlfXye5a797jz2rTh8sEZe/mVoA9pt3XZ3RySr2wqrkYsC1ybgG6u9TQHAO6v/DP1h6jAN1fuPjbDl09Paf9wRtb04ajCxWwZx/orr0EcWIIjv7yRrXAM060ju+a4FsWoOvkO3byiO9pKGEOBMDjHCguUwa4WgbnpWoBn0shrdYD7IF9PgTqrxnjq1yOwV0e7oB7HtxdtYIXF0Jhz2NxhQAdhvumcrWd7PqMHuzd0AcpdrPgtauJSTyG0uBE0l5IHYTrRAI09QI4feQu6mt+e0H07sUtPXK1xyZA9+LxCRGNYTN4AdogtDNR/vqeXn2vejSbLyHsBXMWV3uwzSToh3dR8K0RoCvkO3byCO9hyDknAuBxTjTTlgWu0uK7dOngc2nEx/qAPbDPh0D9NWN8lcsxuMvDHXDPg7urVvDiQijseSyuEKDDcN9UrqaTXb0mgzcxJ6ISF+tZEkhPSPbSVeMf0+AZ3MdVlr2H++ftZX7Ss1bM3nk/hvpg9feC7+iHfNCK6Dv/NnlHm0J3GMRiIWQGJ0BrseiMGj2zid482CdqxWhmMF8P9+827vQ56S5vtIUrCemo4FsnQLM+yYdIKZvv2MkjpG8hz/wIgMf5MU1VIrhKhWyecsFnHtybWoE9sM+HQP01Y3yVyzG4y8MdcM+Du6tW8OJCKOx5LK4QoMNw31Su2E62KbAqaCz4roBEjyaAZw+QCkgCHgsgqTcRXJXDlY+l4NMHpTRpgH0aXH1KBfY+KJWdBhyXyx+4y8MdcM+Du6tW8OJCKOx5LK4QoMNw31Su2E62KbAqaCz4roBEjyaAZw+QCkgCHgsgCQJ0OSRNsBRjbwJYMycF9jMDOqE4YD8BrEKTguNCicPpkGzEYcxkg95aMXhJw0ssrhCg0/BSVamxnawqMDbQGPC9AZKxSK2GZIzXcqgEV+Vw5WMp+PRBKU0aYJ8GV59Sgb0PSmWnAcfl8gfu8nAH3PPg7qoVvLgQCnseiysE6DDcN5UrtpNtCqwKGgu+KyDRowng2QOkApKAxwJI6k0EV+Vw5WMp+PRBKU0aYJ8GV59Sgb0PSmWnAcfl8gfu8nAH3PPg7qoVvLgQCnseiysE6DDcN5UrtpNtCqwKGgu+KyDRowng2QOkApKAxwJIggBdDkkTLMXYmwDWzEmB/cyATigO2E8Aq9Ck4LhQ4nC6MRtxGDPZoLdWDF7S8BKLKwToNLxUVWpsJ6sKjA00BnxvgGQsUqshGeO1HCrBVTlc+VgKPn1QSpMG2KfB1adUYO+DUtlpwHG5/IG7PNwB9zy4u2oFLy6Ewp7H4goBOgz3TeWK7WSbAquCxoLvCkj0aAJ49gCpgCTgsQCSehPBVTlc+VgKPn1QSpMG2KfB1adUYO+DUtlpwHG5/IG7PNwB9zy4u2oFLy6Ewp7H4goBOgz3TeWK7WSbAquCxoLvCkj0aAJ49gCpgCTgsQCSIECXQ9IESzH2JoA1c1JgPzOgE4oD9hPAKjQpOC6UOJxuzEYcxkw26K0Vg5c0vMTiCgE6DS9VlRrbyaoCYwONAd8bIBmL1GpIxngth0pwVQ5XPpaCTx+U0qQB9mlw9SkV2PugVHYacFwuf+AuD3fAPQ/urlrBiwuhsOexuEKADsN9U7liO9mmwKqgseC7AhI9mgCePUAqIAl4LICk3sTVcPXnGzq8/ZnOf3pYDngrtDQtn//Qxx/f086nV7S3wrbnNgnY52MgLfb52oWaRwTAcbm9Adzl4Q6458HdVSt4cSEU9jwWVwjQYbhvKldsJ9sUWBU0FnxXQKJHE+bi+Z//HNKj3w/p7tMRQc7yAD46yTW9efCWdr6e09E3RHPxGG0WCnAisBaumjH7nN5BgHYyZk+Qls9mnF/Sk3sI0DoWgH1k543Inhb7CMOQdTYEwPFsUC5eELhbHPK2QuCeB3dXreDFhVDY81hcIUCH4P73Rzr89pgunn2QRJfGY+URHX8+oA+9ODAU/+cberB3Mvz34OMdt/lrNhr7NDyVy5Xy0usruv9lOZ+YrpPd9W3jATujq2FzxNouAtq1kzR5iUQMWD5NOUJ7TRh3GNL1Pb36nqgVxY4uRGMUvprHrvpCOkjZecB32fz5Wj9OHhFjoHk3/bbjJz63781beglBxZciQ7r0ArT8/jzr36vMoOtfH9D+KfufZb7j393yPDa0jp9H5Cbb50anHVJxpvTa+aLJq50zwumLXbCF19znlDlg7fPgxt4nHGsYwXB72vnqiUbLWUAaPtX3sWn8Cb+7ONQ9t6wlY3hwvT+cwHokWBx7F362Nb4rr9TebWLvQbppRhTmoyYRN6dox0X/3LSXa/NQv7+x7W0eavca8nhtzWZ2KGNO3LuEozBvzjTjy89GcZ4Gn36ojamW5i7mfdVYzfieNJ/pQLHqLFNRnJ5+adynW7jNHMXwYpwj1slbLK4QoCfz2i1Gbh+f0ckXTnhpO84Nfbg+pPO9czrkBWj2jP3WL3p2+0198/K9/KETTom6xcgNE6jbtHx50vPJ9k/PwAuS509H4bydNL4wEb7DhX8+1qR5xhZ+wmKs35jqBGdi9fTtf3ZAF8R7XWoEaMErky0iebHDp77peJWeA3yXzqCf/ePkIW+AdOPCr0xrKgjQM4DI5oiEHtANTy+I3vUe7d3mYnf42Ch7vIvP+/fs4yu6on3aJ/vH0nYOMaaR542x7OYDrDj/sI+Oo50y2Ha7ldSW+SycxtgFW3jNRKSsJRo8nxP91nnSy38CN4Igw8SUm/5Du50nsVxH2tnqiULKO3MKPpUx0WDyx5PO6WBYO14R7Y0f3E0GWzm0tTKGB2teb2idCRfHXm6XYKHkrS6v+a15paZuFHsn4doE/VpF57TDxowN+56ng2cXRNzephOLRQFav7fp5x1+ryFz39vdjMW3dEZ0StJHeAjQI7XgM2wciLlSvBuNdlnXi475PmY+U1cs4okhwzicA19TGYvinrIhlZVdCi/mOWKdhMTiCgF6Iq/tJvavl3T/w6Xe80/Z5GlusVgCAAAgAElEQVQWKP0Xv7ff8V7Q3BTcLFTYM0W0sQm9ExvjmdwkSPov0gw2S1jJgoK8KOm8m9liTd6AuQTopjTRDr/6PEGqKBn4rohMS1PMArT0zuoFkFZQPB1PLoheKqIXq/Ds2Qf636fn9H/4Ewlsw8g+RPV2jh4QTBx7SbffstMhTR0/0217yqTJIHve+nph9mLB1x1625xkaesW7Rc9Ovh6+rzXRPvNiZa2HTv0njvBwp/sMHuGmNrHHbcXvDlkGxIK0HKfEd7T/QfYF+yDaZNYv4G2i8s6QVSqWPfBYhAGun4gigKiZ7hYmr/dbb4pgtGE10Xsgm1CVWrSKW3SzM3ieoWbS//nUj3ZYKrLyukrIn7t07YgsJ4ooPwzz8+n7/rOQ7SS16IT+G83QsL61J8HK4czxhxfHPsJ+CnvxAl5t4m9/5jjU3qF/3IK0ERX7XzOBGf5/W8fk6oNurHJ5qZ3RC8e0a3H/BmGyHy55h9fbtvApxsjnxQ5uBvs4ucd0px61I7HgPnMCYRHmc4ypiXIivs0UzeVugxebHPEOumKxRUC9CReuQ3u34aj5yYBmvMga7fsJs8vTf5OzOkEkmZxP3odTzI+OLHVI3bwXpvoAS1vLvswHW4P6tsh1MbPt7xnno8AzQtrT+hyisd2MHrlZQTf5XEWYvEkAXrvRAiZI28UFE87XVgORXzSeY3Jx16ZMDweg2UitfgBST4ZInrLivioXjY2T0Gxrfq8uo+JsudwJ2qKXqPHn6X2Pe49hnVeJYOXlSi0xi4CnH1H2DDoRF79u98lQLuet3jJ/WiYH7uN/DHDq22EbcPhb7f8odKJz4QEybmy2sI+0NhCnnQFiNzoxHsuje5jvGYd0xbswakozgTWM4GTmKQp+GQfrfQhypi17s211pOaCwOnfsBjZcfwrRPYLOvdCPAXx174INgYrgk9xNqjFf/HEHzAPoL4IavnxxofAZp92GbzSbQHNCdmS+89Uu7McI/lOdCaWkaK8WW3AXxO5ciUfnnuOEv4sWOd7/mTV+4x4FwvymCY1iBzgawpJyvuCdtVetFF8MKNFXWOWCcDsbhCgJ7Aq+CZoHuxNmUZXnpyTKuDJoTE45d9LGfRc08XP2zMb1n0TmjLlKS8INl5HnZ/4gZJFydNFFd04vKIaRcnWt58DtutwSNnFKBffc8vWPjf9V7nbVkDb50A7a5ve9eqge8po6PctGYBWhJzlXedRqDgxWXT0TdXCA6Hp+1w+oTFv3ctdI0bT40YyaVVPfj49Gpe/UkKnYjDv6/U953V+8ciAscuAiZtCrXzW4gA7d5waPEQ6pc83umAmqPUu4J3Wd+6CXab5vA5Rnparvws5NciepFT5sbu4X733Vv1ElLDOsjOaXfagd3jwM/9TZiWKfX4IRGfKhmfwskQ3QcD1/hxPWdxN/3LZgKAnQc7h3PeXZIP+67f8I4h8o0sLrHEnDdmrFWA/aQhqX9PDTI/C+WnfDjg9i78vMq/sxoHI2sM6HHcKPcHGO4GGvY/yrvRPVYnwTJT4mTjy2gf+JyJuoyX4YlrQfcabpjlhTucVBymjxHXO3gurPlylh8zKVpRX5nr50XaQ2X4eBLCeiyuEKB9UZdFmIkCtFyN+eXYC7lSzONhU9ZvTEi4xNC3EWHptB6xisi0vAd0GzN7WEA+oUv5EkIhBnTX9nFChAe0qTeA77BxUlouWYAW/LP494vyrpOFP9Zy/cU/wwc14/F7nWeYKuDaBOgdxauIfQzUXXqoEaAH2/gQHzyj7MOfzpN2vERlDOVhFhI6b2nNBzcJZ/ViPIbvch7Q6jxl9iQ2eq5qLsw1HVtmPaEVRnfeGzygTRdZjpg/+YO7JHEIkzKGLelnA+1Hz5Qbl9gF26zvGMNaQuXG7BHb9uUpPBk9ohpOu7Gn60eT65kVKHNhS/CpFyvtG3Kvo+ztiQF5TLSrJOO4cPPg4HDVITg0sgd3+lC99luPH7BfaPBJIfX4WoW1gpcHdBf6anj3N6c6gmJASx/vG6MUMUHeK00X15ZAeIl3m9gO8x4SfE5jfHnuOvu0p260p9jkNdzU+Uzcg8gf0v3ewdMw9UmdC3cf27acZvW8OOeIdbIXiysEaE9eZQ/mMZvkkez15cKx4OAWTDphZemXa7KQDJo4k9oLqTReb6OXFDtqf0ZnpyeD95QeI3GBMyUMimc3qSIZ+K6CRmcjzB7QUlYfD2hTbfyHKjkenPyuXK0HNN84k2jDLcDbi1l1JyzsHtBCeAJ505zBA1rv2a2buyyivPaCQc8Nt044MH34beC3CQ3a8BymDxHSJcLOkeSfIHbB5l+TX0r9BwbZC1knDHAiJfHegn29Jp6snOo+CgfW49f86FSL8KldU9rGkOf4Mq5VY/h2cNhetD3PXz7se/s1+Clhl0xNBfazdAL9HNU7mjR39TQfPycI0MMln6/P6OQ05hLCMQSH+iG5b/rgKe05XmdBzL+QRcaXZA749OfHlnI13Hmv4WaYz3pAvN/B80AtlJID9wTNqK7ItfPiniPWSUksrhCgQ3kN9oCWPZyb/7+nnU/j5VP8JNzGghHiR9tim4Y2xp7PJEjGXULYf8Fkx+QaE7QeWXJ7NRMVd1yVeVvqBGjFk8irvjSYrrlU8L1mduazLVyA7j0dWqH1iKxBanivZ3nTLS1Ou0mY6MPXJjbcNA/ovX4s77YXlTYY2d6T/btn2ACKae0LWLsAzXvqKJsp4dSIxsuQm1PkGGDiuyu1B7R9jpHbZfogavrA579BkL3JLKdsPE4G+dht2gDPNepiF2wxdjS4P6d3dD54oareeiZu9PHMmcji4EnzAflmOGGhObLLr3eUDy/7ZMobg01o3vn5bLC8pCf343pQz4l5w27i8PrXQ7r91xh3U+7r/HiN4dueNxRpNd/S2JMPfoY5EdjPx7tYkjyXd09DPWaHvO2Fye4QgkN64bQlPzY1HtHcXqdbr0CAHjkFn3OMlPnfjTar3Gtt95w9fT7TWZR6/ebiZlncXdbgOUNg3bz4zBHr5DIWVwjQobzqQnIIF7w0Bffe0a3n3zE1S5r2T44RJscok54r3tdKjLHQRvjlMwqSwhG47kg5HyO6RaDdaOqf6WJds4ukjOEADBdNMYwEAbpdRHJ/vNg9/Cwe5Rlt3l7sZ/FlfdfyKcbtVj04wbffGFpjqhgBummP6b3UfTQbxx4/zoc8/Tvstj3i3KPzujnFcEM7IQI0t6kbataO99by7uj5x106PurfNNI71Tf8xSB0D7HxxZiqIkb8aRm7AP2QCeh9uQevz4hOiV62wlRiAVoTM7NlaMCz33Bo2yw/Y9z2lyv27+9xQ+IYGUIsXN6GXmTg+pn90ramHpvd4wfQ8SPG/KM2dsEWZ5FrrjMshPtKzX15xE479rQnHbj1kDROg+uJAycodwo+ze8eDc691eM71sKhzzqTO7EQw4M1bxDSaqbFsbfhJ7+nmLlsXgH2M7GuL0Y9ocrNtdr5rJ+ntd7R7D2pXoDM187mG90H2OG3F7f0aAjlIdo+fvChNv4tv+cZxe+ksFkLTzG+fFsDPn2R0qdblDvXetGyhmNOZ9JOnbzmM7nprndwHKReuRfF3csiJGoQWDUvlhM6xlP6K6E1FlcI0Cshcs1mxHayNbcNti2zsQPO60Ngu+Pa7sW8PqbsFm2Xx9KYWsdCWPWETotjs4ju4p7X91E33dhTPaGTsqSLz5+0wvjCgX08hqElpMM+1CLkmxsBcDw3osuVB+6Ww5qvCbjnwd1VK3hxIRT2PBZXCNBhuG8qV2wn2xRYFTQWfFdAokcTtsszBGiP7oEkCRBYw5hrBOHLH1iomgSNFIpcWEhN3Ryp/GR8NoLwC6J3rhBHM7V36Y8Sc5gN7OdAMayMZNiHmYNcCRAAxwlAXahIcLcQ0EutB/I0p5paMR7SUBmLKwToNLxUVWpsJ6sKjA00BnxvgOS1H0tKSgEE6KTwonAjAni31tU5wGc+PoE9sM+HQP01Y3yVyzG4y8MdcM+Du6tW8OJCKOx5LK4QoMNw31Su2E62KbAqaCz4roBEjyaAZw+QCkgCHgsgqTcRXJXDlY+l4NMHpTRpgH0aXH1KBfY+KJWdBhyXyx+4y8MdcM+Du6tW8OJCKOx5LK4QoMNw31Su2E62KbAqaCz4roBEjyaAZw+QCkgCHgsgCQJ0OSRNsBRjbwJYMycF9jMDOqE4YD8BrEKTguNCidv06ca8nGHM5MXfVDt4ScNLLK4QoNPwUlWpsZ2sKjA20BjwvQGSsUithmSM13KoBFflcOVjKfj0QSlNGmCfBlefUoG9D0plpwHH5fIH7vJwB9zz4O6qFby4EAp7HosrBOgw3DeVK7aTbQqsChoLvisg0aMJ4NkDpAKSgMcCSOpNBFflcOVjKfj0QSlNGmCfBlefUoG9D0plpwHH5fIH7vJwB9zz4O6qFby4EAp7HosrBOgw3DeVK7aTbQqsChoLvisg0aMJ4NkDpAKSgMcCSIIAXQ5JEyzF2JsA1sxJgf3MgE4oDthPAKvQpOC4UOJwujEbcRgz2aC3Vgxe0vASiysE6DS8VFVqbCerCowNNAZ8b4BkLFKrIRnjtRwqwVU5XPlYCj59UEqTBtinwdWnVGDvg1LZacBxufyBuzzcAfc8uLtqBS8uhMKex+IKAToM903liu1kmwKrgsaC7wpI9GgCePYAqYAk4LEAknoTwVU5XPlYCj59UEqTBtinwdWnVGDvg1LZacBxufyBuzzcAfc8uLtqBS8uhMKex+IKAToM903liu1kmwKrgsaC7wpI9GgCePYAqYAk4LEAkiBAl0PSBEsx9iaANXNSYD8zoBOKA/YTwCo0KTgulDicbsxGHMZMNuitFYOXNLzE4goBOg0vVZUqdLK/P9Lht8d0wbXw7PqeXn3PfrimNw/2iYTfmmfN729p5+s5HX1D9M9/DunR74d09+mIHjZPf31A+6dEYln/0McfH9H50zs633lPD/ZO9Li+vqL7Hy41z8/o6v4V7bV175OQ+9mHoe7B8t6GoRJNmqqINTQGfG+BZaLYyWMbKK2/leBx/RwxC8FVOVz5WAo+fVBKkwbYp8HVp1Rg74NS2WnAcbn8gbs83AH3PLi7agUvLoTCnsfiCgE6DPdN5Ro62Z9vWpFXEIl7QZo+3tH5T62UHCBA90IzHdDF591eNG4g5gTotuzuTxav2x9b24jLy1Mk29SVe/z4iu5/2RvqOSZRlO5EcSZib4dy8N18tKj/L3byqB+hMloIHsvgqbESXJXDlY+l4NMHpTRpgH0aXH1KBfY+KJWdBhyXyx+4y8MdcM+Du6tW8OJCKOx5LK4QoMNw31SurpNdtcLyzSA0cxAI4m+EAP30ig5/3+88nlvBOZUALYrY1HhjH/HC9yB1jx7YnABeO/ngm/W/upmOnTzqRqec1oFHcFUOAnVZirGXj09gD+zzIVB/zRhf5XIM7vJwB9zz4O6qFby4EAp7HosrBOgw3DeVq+1kXz/Q4bfndNiH0BAAaL2g2bMYAZqF2rihD209qQRosdzW05mYN7RIre1ZrZ0AfOv7Qm18x04eteFRanvAYznMgatyuPKxFHz6oJQmDbBPg6tPqcDeB6Wy04DjcvkDd3m4A+55cHfVCl5cCIU9j8UVAnQY7pvKNQqSt/Syjaks//HxnSMF6J8edvGgW0F4R+uBbA7BIcaIPpDCgvBP+TAiTX1vv9N7vbZ1/fWyD9WxDdrB9zb4jp08tjEa1t9K8Lh+jpiF4KocrnwsBZ8+KKVJA+zT4OpTKrD3QansNOC4XP7AXR7ugHse3F21ghcXQmHPY3GFAB2G+6ZyLeoR24S6GDyq3xG96C8hnDEGdCsqcyE34AEtdmfwDQ/oTb3gCm9s7CKg8OYXZT64Kooup7Hg0wlRsgTAPhm0zoKBvROi4hOA43IpBHd5uAPueXB31QpeXAiFPY/FFQJ0GO6bytV1si4GNF3f06vvxeaLgq4+bMYoKjehNeSLBNU8rSj85YzO6IRuhpjQXb1zXULIYk1ry2trMnlz100/+Fb7eI2Mx04eNWJSYpvAYzmsgatyuPKxFHz6oJQmDbBPg6tPqcDeB6Wy04DjcvkDd3m4A+55cHfVCl5cCIU9j8UVAnQY7pvKxTpZJzRTH5+5h6D1Vj6mXU6Y1qWTvYxF0VcnWnfibxM2YwylMZcALYvYfV2vRc/XTgT/QHefjqi5EnErf+B7G3zHTh5bGQ9rbyd4XDtDo33gqhyufCwFnz4opUkD7NPg6lMqsPdBqew04Lhc/sBdHu6Aex7cXbWCFxdCYc9jcYUAHYb7pnIJnezPN/RgT4y13IFxRldcfOhOhL4YcZLEXbcA3YvERxcTBGjZLmaTzpNZ/q0TwY8/c9RKNm+FdPC9DaZjJ49toLT+VoLH9XPELARX5XDlYyn49EEpTRpgnwZXn1KBvQ9KZacBx+XyB+7ycAfc8+DuqhW8uBAKex6LKwToMNw3lcurk/XCtOytvCmgKmks+K6ESEczvHjeBhRFtxI8lkMfuCqHKx9LwacPSmnSAPs0uPqUCux9UCo7DTgulz9wl4c74J4Hd1et4MWFUNjzWFwhQIfhvqlcsZ1sU2BV0FjwXQGJHk0Azx4gFZAEPBZAUm8iuCqHKx9LwacPSmnSAPs0uPqUCux9UCo7DTgulz9wl4c74J4Hd1et4MWFUNjzWFwhQIfhvqlcsZ1sU2BV0FjwXQGJHk0Azx4gFZAEPBZAEgTockiaYCnG3gSwZk4K7GcGdEJxwH4CWIUmBceFEkdE4C4Pd8A9D+6uWsGLC6Gw57G4QoAOw31TuWI72abAqqCx4LsCEj2aAJ49QCogCXgsgCQI0OWQNMFSjL0JYM2cFNjPDOiE4oD9BLAKTQqOCyUOAnQ24jBmskFvrRi8pOElFlcI0Gl4qarU2E5WFRgbaAz43gDJWKRWQzLGazlU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Dve7ZCMOYyYb9NaKwUsaXmJxhQCdhpeqSo3tZFWBsYHGgO8NkIxFajUkY7yWQyW4KocrH0vBpw9KadIA+zS4+pQK7H1QKjsNOC6XP3CXhzvgngd3V63gxYVQ2PNYXCFAh+G+qVyxnWxTYFXQWPBdAYkeTQDPHiAVkAQ8FkBSbyK4KocrH0vBpw9KadIA+zS4+pQK7H1QKjsNOC6XP3CXhzvgngd3V63gxYVQ2PNYXCFAh+G+qVyxnWxTYFXQWPBdAYkeTQDPHiBNSPLPfw7p0e+HdPfpiB5OyBebFDzGIrhcfnC1HNZL1AQ+l0BZXwewB/b5EKi/5irG198f6fAF0buF12RJekfTlm/P6fDrOR19Y6+hCu6SgJi2UOCeFt/Q0sFLKHJp3zMQoNPwUlWpbPBe//qA9k+JDj7e0flPqsRifN5OnMd08eyDJM78Qx9/fETHn3m4zujq/hXttT91z8+fyvWxfAf0wTQZWybr1k66ovtfiN482Ce6vqdX3482sHawX86u7+nn20N6dHSh5XXAg7WTS9XkHcu+bus74UsRMOmey/aQEb803Qx8b4PvVJOybvzw4ytNr1VLbe34Mr5zmv+//U7/7vK2qR+Lu9I7g/58Qw9+21lcfG7sTsWjNyZI6I0AuPKGqoiE4DMfTcAe2OdDoP6ax/El7UtM+5FmDbRH3P6NaNi7cHCN+0fT/o6o/Zgv77eGvZK4jzLtR5sqtWu+1k5uF/a62Qt2O87wv8amt7TjIQ4H1wEBOhi6pTJiTloK6Wn1gJdpePmmjsUVArQv0htO13Wyu04MpgO6+LwrLjJabLoJ+ObZBZEkGLeLib926ez0Rpqg1QWIKBoZFijtRHxLu69P6MYoKJkWN/xiShZ8e2H7Mb8gadJc0pNBFO8WNZ2AzS1a+kWNIDj3CzUaBHtXfXoB2oxfmk4JvrfBd+zkofY+v/GTpte6S51FgHZXs3iK+XlcvAmbqRBc1UU1+MzHJ7AH9vkQqL9mowDd7nVu6EDe60kCNBORRSecZo34nOi3xovXIUBrT5Opa8zrXw/p9l86r2BVFO5sEvevzbrw8gfRCWk6uxCgp2NWXw7MSevkFLyk4SUWVwjQaXipqlRBkHx6RYe/79PtC3HC7kTSl3RF+5KXYbdgaNI/+UP2QNQsQIRFjH6Bwuq6/+HS6nWoPRIveCqKgq/vEXpVgO7KudF5hgvtUQVmsU6dAG3DL003A98irrXyHTt5yL3PZ/wI3tG8938zTv54QnffvR09X3jPFOl0gbip6T8KnfYW9fmG90R/0oE/ecDyG+1pzl/wXjiC9w3v6SKf4uBPcPQfr77u0NvmBEhjnnIKJH4Mz81jvEUowYQAuKqrb4DPfHwCe2CfD4H6a7YL0ERX10T7vMezY6+jIhYuQKunYjV8yB7ZHh7Eouc1f8KWCecv6fZbdoq1X+vJHtXU/b7zn0N6Ti/b/XJzypetOWXvbnktO7ZEXFueffxAN0d8CA7pRC23Xsa7Mc/4BO55cHfVCl5cCIU9j8UVAnQY7pvKJQqSd/SOnkuxTsevvzv/lkTm3lv5ZeNBrBzRMnhAD97FugXKKMi++t4QsmJgR30uekGKz309JBVB0rawEZ7pPaDHxZSmPVb80nRD8O0QoCvhO3bykHufa/w0C+/n9K4P3yON7X4RPx6nlE8qcF7pOk8bzluGecQ8+W/3UYydVJDtc9szHidt0r7fOafuncMEaJ03Dh/2o98gSEdHtR+qIoby3DxGmIKsDgTAVV1dBHzm4xPYA/t8CNRfs1OAvv+ZbpsQiuzEKL8u04XjUCALEaBHxwCzcNtVpDhEuMKkWdeVTAxmDgby2s/kbX0xCM+DTbwHdu9NrgslKdovh52UsRP3jng35hmfwD0P7q5awYsLobDnsbhCgA7DfVO5ZEHy/KdbMd4VN7HfSnFWRbHWEIKCiwEtxvNyeUgbwmFw7Kj1896LvD3mxZBOaBNCcPAisdIz+IWJ9MWaxq/iXTa9YD7W5RLc5+mW4NtHgL6l9qNKwXzHTh5i0/3HD8snjE3N5kAb6qbJLHwA4D9ISRb1pzJMArRtXJvFdG48UxcKSOgHygcnMS6gsU0RQ3deHiMMQVYnAuDKCVFRCcBnPrqAPbDPh0D9NbsF6Fe0x693/h5jQDfev/yFzHrP4mkxoAXBmfM6tt5JxIVKdJ3QU9d8qrMBf/JXPb0qrvXGE3hsl6Bbq5ow0KTlsdasPfn68G7MMz6Bex7cXbWCFxdCYc9jcYUAHYb7pnKpguRDLg7yzhBio7lozOZh3EqsQvxknRfkDXexoMtDmqi9/Eu++IJnR/4qL1wUNqcAbbid2OIBrcYjkwVmlyCdphuCbx8Buny+YyeP6QK0HK6CiNixQY0ALSzglWOO7Hik+aOMvAFQNxgme7p3mv6YJ7cp4TZc44cI+YOTa1MSP4bn5THeHpRgRgBc1dU7wGc+PoE9sM+HQP01ewnQ/J6uCYnI9mLGfZkq6urWWS6xeEBfuWdn5EX+2G8vU7MWbIti60yNIKyEc3St9fRrVb2zg+k0bL/vaNeewnX2XcP79TTejXnGJ3DPg7urVvDiQijseSyuEKDDcN9ULp0g2Xkh3tJLKQ6YMJkqohGDTTzGxC9ArAJ17yGsmXaFY06SfNjGZ6brO9r5TRaVxEned9FjiglM1+pFFvYYz/ZjVJ24rm2t5hLI+bok+HYI0BpPdZajJL5jJw+5x7nGjzxuvD2g/3VLh99ygv9MHtA2e1J5QKteMfHjdm4e4y1CCSYEwFVdfQN85uMT2AP7fAjUX7OvAN3tBY9p9/UZnZz2YcvYb8qeaGYBWnFqMgvQ4sk5lT97CLk5BOi0HtB8i/BuzDM+gXse3F21ghcXQmHPY3GFAB2G+6ZyaQVJGr8Y80egxkmcWi/CIT7YgFgn+nZxULs0whdwyyWEuhuMm2JbIenLB7r7dEQPNcx0whjRweddKWyC3uP4hL/8rBUbufizhgVPZxtx3tssVMAx7Q6LMPWrtlmwVOPLdk3j8dO1Nr5rgu9t8B07eWiW8O3Y1o+fLl6gHO98SCvHgOY3MCSecpDHmjz+bTGgx3A2+o8/zB75XaOPAa2ORdEWQ1xALi51/Gglmp/HOaxCGToEwFVd/QJ85uMT2AP7fAjUX7O3AC1c2DxewszCboixmiMF6GZd+ILo3bDXc5yA4+4GGfaKp/xF0d3+8fKHe/r5ttnD7Rqce3wE6MbRaXRC0jkbKHtVSwxoMa0cA9q+D8S7Mc/4BO55cHfVCl5cCIU9j8UVAnQY7pvKpRckWfgLPmQGF4Ljfy5Fr0UOsVF0fUKXylF3XhjiBWqNWM3KdN1u3ItZF4KwPIq5oueyK06zJe60MUwAM1S3WOJ/4/79TeNVoA/z4PI0je2c4Fv0ZDfG7S2c79jJQ9/PLOOHjcM24wGdvSY6of6SwP4444fHx3R82pUsf9ja73+n12d0dnpDO1/P6eibJqV0fLIf58oGgKu/3RS1Y+yYLnT2sA9NrE7hIkE1jvxwTmFIxykEiTcAACAASURBVN4vrmOZsaMVAnQ8gsuVkGbMBdj/5xs6vP25vxA0ID+ytAgsymfz/vr3Dp3/ot48sEU60mLfzCnvaeeT7p6HLaIttjkt9sB3DQhMEaCZY8wJieIu847u1lj937AP04W96EJetBdIHwm5iPq1FbXOPuMzUwxoU3jGdj3P1nWNSdy+UIxV3TwUT+vyMaDb8rmQjmPeLk8bB1vjbCDWz0J86Bjn8WnSvaTbby1rT27NjPGZZwQB9zy4u2oFLy6Ewp7H4goBOgz3TeWK7WSbAquCxoLvCkj0aMKqeHbdUO7Rnq0mWRWPWyXBs91r4arZLD+ndxCgPXkzJVuUz+Yd+ccTYpeqRppefPa02Ksn34oHbMYGpMV+RkNRVDAC5XOsnkALBqOwjOVzVxjgvbnAfZ28gZc0vMTiCgE6hBfmSSd4uzUFycdkuMIlb0nxq63kNah40e2TGAlY+soc0oYJeWI72YSqkHQFCIDvFZCwgAmr4hkCdDDjKXiUPYHEY7T9KZDBi0jjxcPmO/7USVBMe9vcKNtBlrsAGnjtZckx942eVcFMLewxq7NT5kBew2jXNqYLmrhTCtb1DW+I2eutO81AZO97Dg4juAnJmmLsKXYIJ0eap+oxdz4P67eqN1+fSlm39r/LfUMJRcatQ11lKKfNQtC150mDvdo/Te8++ffWWtPeQPfus2Ik2yGt+a3jzZF3BirSYB9imCGUllSUGgZCDJfQzg6yZ6zcxxnmrr4/ZV8ozUkp5pwQVJs86+E4tAXcidyf0oQrDLcsbc6luYuds9nYE8ZpyHpRnisXmId4JpfGPW0vqqf0YnjR7ZtWTEMsrhCgJ5Pbx4J6fEYnX3bGuMMsltP1IZ3vSaET5DhP0gUNLAbVq+/HTXIXI7mZNM0xriabHpghtpMFVotsmRAA35mAX7jaVfEMATqY/dl5lOIs6uJhP+JiK4rPx9j1V7RPY8xtffOM4W3a5LK4IMbFV0IRWeIpMoGhifWonWcdc3QwOVLG2bmaYpgSqqrB8znRb10oGxZz8urpOe1LsTOVaoSyJG9RKw8yp1LJwh0Qcpgve3+YAsVcadPzqa7/+PXitHBcFuyVviHGGLWvURmancch8aGV5gJaU04K7JX3Ee91Pqzbr4j2DALmlw+kHT9yv7biMnGMCGU58s7ERwrsw0xzXOTdFCrfL6Hsqfp5hcR7ZDpRTPrY094lc8Hd6zJa3d5/8+WALuhQvI+mv7B99/UJ3XzH9nXj/Mbfk8Pur2Af48IwmSfXejiOaI8SMzqirIKyLsqddb3omLMd71QZcut6Ubn4Mv19SbJ9i+JeUH/MbWopvLRzCJ0RnZJ0X1luBPX1x+IKAXoir0Nc0R8uhfhPQzGaeMS6TYLtxl3xGQToiRQheSQCsS+VyOqRfSEEwPNCQCeuJjmPwpymu8ldP0fZxWXmLaiPc99C1m/cX95zcVg5IUeJsei6C0Digbdv6hwdSmlyrmyGeYpgPqKmnVvb0We7QKaui7j07b0St+LC3LNNoXy58iXn09Gnfbga2mDDShlrU3kavQ3f0XNt7FMXllOfz4+9r3hrX5NrOZnST60fY3XvXw65hT7kzo/9VPZZeg8Bukkq4C/yZ7rcXP4AynhtPzDIsX3Z+Lkm2ufiAjdVm/eMvv0tFJu4fOvhOK4dW8ydlTt+zqLmnhWfOdtD53Ct7zTvWN1FkCn7Q1bcUzas8LLL4IWtm98RvXhEQrz5leIfiysE6EnEchurv8ULCIZiTAK0dLuucQNn8EThQ3AsfUwrtpNNghiJsyMAvrNTsIgB4HkRmJNXkpxHZfMuXqyoeip3TXYJ0K7n8iU/baGK5+0+nbTHLInePNin8eSQC3Zx868TIZz2uarQPE/OldUmFr7CHsLLKWpGiaKaEBzSpVTywnvgQffR37UpDeBoSpb0fFrCumnClfDhOcR2uMUu3uOTGu/PL6JHqG2Ny38sMl2+NQVXn7QpsGdHye1r7FABWljFt5et6TxdRy+ok/6CXO6iNM6b9kQTAsma1wdUzzQpsPesWkrmKUALXs8if7b3vPYj5W9Ez6ULwocPZzvvJcck/oOB2m9Yf9OGcwkDZLZc6+F4tiZtpqCs3PHrRd0HMe2c7Ragnesxzckr51pm5h6RFfeZ21JTcUXwwo2V9qJV1ynEFRAUiysE6AkkCt45Jk8Dw4ZIji928OyALh6/7C+UEeMaWhcj/XGyJRcssZ1sAsRIugIEwPcKSFjABPC8AMgLVJGWR2mDr53f9OKW20tWPcbOw6XdPNg+0Jpic+o40HjL2OfoeYhMy5WfjXw7dUKba9Nm9vBkAtuEOyr6Y7PUhhy7bT8i0DULk9K1h/Wju+/eqovy6gXoDgMhxqYxrqU+lEBbgCdOY9+Q47rb1qiiV+5SXmfJxlLfJy9a4HR9OUCAloamHN6Bf9w+48V//mj5N41H4bEQAoJPf2vL24b4m+cvGfaTzfMVoM1CsO00Kt+X+fdeg/PbIZyGxTFJmme0cyIX63Zp5yIb3OvheHKn2HyGfNxpPuzLQlqQAO0WqJV5kohanUUOiZOwd+TDPWGjKih6/bz47LPWR0QsrhCgfTmVBeeJArRcjXlzbtlE9IXYFky+zZmSLraTTakLafMjAL7zc7CEBeB5CZTT15GSR3We0oVX0B8LtwnQqogpClztRlzxJpPCckib+06ko9azcOffTfzOHnvtRXuW0B/cPOuKYT2V3ZRcTbWFXZjWib/jJU12AdpjIyiIyu7Ln0aRZ4c+/qgePTR7FxrCtEwGIjzD8nz248QkQuvC1nicRlDuGrFyKK5RW28dLiRB8QI01x30QnG8AN3hLZ8k6SpW35tyGBrdHTNEV/evqPVcp+ZEyF7fCrfne0jvX77fm6z0FaB5ziI9oD8d0UNTKChpX6hw6QyDc0zy+ziEnznyrIfjOVqzrTJycaft71JIGm1oNcddV17rRc1Fk66P6XP3ily4z92O2spbPS/KR5k08/bcvMbiCgHakxHZO2rMJnmKeHmaODZx1nhxy3fM2E7mCTGSrQQB8L0SIhKbAZ4TA7xQ8al4VDzxOnlE46WqF1PMArSHiNlUpZsHhw3+E7r88RGdP1UvdRJ/k0hQLqoxkeRp40SOU3E10YwhuY4j26bNd0PnPC4ri3ytaNYJ0DpO27Ac9IYe7HVCG5PXtGFaQsEIyJeDTysHujHjsSbVlelXz890++MjOv6sA2+CJ/xasQ/w1vMaIxZO1Pz8ml9zSkAWQwWPwzT7hRz9Xt9FPAVoVwxo7XFnTazoIR376CpdSCkI0OJHVd5+0wnWKe/NgCEzKct6OJ5kNhITUQ7utOtF6xruiMbP07b1VuhaLM27z9bBcuCODu9GYO28CCfc+OZMOdXphmH2FLG4QoAOpSTYA1r2cG7+/552Po2bKuFF/ucbOrz9efRQ0sQ5Cm2Cb77YTuZbD9KtAwHwvQ4eUlsBnlMjvEz58/PYz1GPeU+6sS3yRsMkuJg20+ZLn2S8uo3HGNeZ31BQK1Ye8za6xGXvudN9CimU2fm58rekwf05veO8nWV8u7LMApo+fevR9O8dOh+8LqV08qVEfFqJM6VvaIQjfX9we1r7I+WfMjmfTfv/eKJ4tHb9vhHs+bWjftzqPySJH3jauM3CPSV8WXI9vZeuIUZ0uR7QTb+9pCfcBw79u2q6B/T1r4d0+68x5rPMifCulN9Twv9ljqX/W/P692tXyuT93mXA8NxDgFa8+WX+9KcKXPPcIBrwIoEcx1O6+6cxeyi3iSX9guhd41HdtidUaPMGa1LC9XA8yWwkXlyAtq0XbWs4fs42933/9aJIvS3MUapOgjGTCtm4ctfNi2VdLYXbikNh/tyxuEKADuVEF5Jjj79kpCm4945ub4I9Hi8Ukb9qcDHAWnOE5/JXdDk2X2gD/PPFdjL/mpByDQiA7zWwkN4G8Jwe4yVqmJ1HeT5ijZAuixu9HnlPx34zIntEDnkNiy0TUEI8Vu4yLm7D7ndBr8Eu3zl6JiJn52qSXapHHh9zVHvKi1uL2DaCcl4hlqng7anyIHsDimXpTphxayljPORJwAQnTs+npt9ybVY8Z2Q8bB9ldPFph4vtpHWodY0qwleuAC3F2m6bxb3b5HdR32zWf63jx4Gf/LFO5NUej5skzu15g7u6kDF9v/e1Uy9AizsxPX5irHn7OGusMYUBEC6+tZ7Q6dvEvQ+f/Lf58NNFG2/+EAPal3eksyGw6Ph0rRdtazjHO5V9lPG7XFpe36Q9gaPDf1HcMQS8EVg1L5aIB2s6EZOiv0OA9u7C20246sG7XVqStRx8J4N2VQWD51XREWwMeAyGbvGMa+BK9YROC8PSd1akbY1Y+mJ8Kp7Qsa3Ux22PLXXJ/OmwVz2hk7bLELc7aZ2RhafDPtIwZJ8NgTVz7BXmZjYkphW0hvluzdxNQ7Os1MB9nXyBlzS8xOIKAToNL1WVKnQyzRdL0YPJdJRGjBMqLyCY94hYFufd0FxIpXiY9zA3HiA/XGqesy+gmlhsmtg6igeLR/wdOc9gv+arMO/dYFpA8d5Dprjjpvhxc3U68G1Gsia+YyePufrbWM4079ilPO3mb+e8Ja6Px3nbV1Npa+CqeYdd/nBPr75fAtmFxbwlmsTVsRSfs380aNZxwvH/hYGbobpk2C+MzezczoCtq4hk2LsqxvPFEMjJsUtgFp67Qm8thlhf0cLvD13zcnK3NNxrqg+4r4mN0RbwkoaXWFwhQKfhpapSh07Wi6qCAOqMr8agsAnQvdBMB3TxeZe7ZEh/iYB2cWK9uFEWxQ1x9OgD3Q3x2PpYbaemYzy6uFfcZlu2RxfrUnPxiVVUs7Zxvi4HvrlLrgZY6+M7dvKYr8eFlQQBusOtdB7D2C8zF7gqkzeT1eAzH5/AHtjnQ6D+mnOOr0kC9Oqo0F/KvKSZOblbsp1rqwu4r40R7JFSMhLb3yFAp2SnkrK7TnYlXQjFNc5yw/SYykOAfnpFh7/v0/nTu/6ipFQCtBjPjZQLeJjV5lt0XQskUsRisSwfD2ix+yx3QQn4Zv1vZKBGvmMnj/lfb9Kx8P7Y+d13b4c4id0pgv4COi7O8HC6QDqhMZ46aMp+TvTikM73mhiy3Yel5vKt5mK2l389ov0+/qnuAxuL0pj69EEIpuvjMaQV28gDruriGXzm4xPYA/t8CNRfc87xpay3hXXdGX34eEPHgwOPLPjK8bx5J6LeSejrDr1l9zK1J1136P2Dfepih4tOR8KpR8v9TPJ9Cm+/U/cRS/WanNwt1cY11gPc18gKnHRSsRLb3yFAp2KmonLbTvb1Ax1+e06HX8ebvIcmCpcMhYTgkENt3NCHtp5UArRYri3Qu+mZM86X1gN6xG+qAL1kMHrwfUX3v+wJI7hGvmMnj/lfcRoBeu9kvJinHVPs3dB/RPrrJceV9O7RXn4mbi7YhU1MWBYvWpPCByx0AmEqruvjcWoLtpMeXNXFNfjMxyewB/b5EKi/5pzjS9wfSftAJkYPYjAvQKsnFdu90xd2urUPxyjkbYRndlGlmF8Mj6PuG00ic+7TeTm5q39kmFsI3NfJPnhJw0ssrhCg0/BSVamjIHlLL+914Qn4BUCkAP3TQxrF1h36+OMjziO6g9UcgkO6+7r1lnxI7CZd/invyWgTF/ULCbNn9EC8EgNaI3z5huBYWPgC37yo2fY4bT8UBnmBfMdOHvO/5DQC9G87XFgc8d2ijM3hBvojakZ98zeO7c5r+vaFGPtWKUMQraUW2p7ND4Z3ievj0dv0zSUEV3VRDj7z8QnsgX0+BOqvOef4UmM8i3tPcQ/I7T/pIx1+K+1TFQept7TDOVLJ+z/baUfeEUgUtqX+oFmLLtljcnK3ZDvXVhdwXxsjnT3gJQ0vsbhCgE7DS1WlLuoR2wjGw4LhHdGLKQI0cfGjeQo0wtXRGGt6uge0ryDJ7FG/yvt7QC8XeoMhBr5lD+g6+Y6dPOZ/ybkEaPG5LB4zb2bZLj5sh1OAJuk4p/JhgXnKzN/60BLXx2NoS+rPB67q4hh85uMT2AP7fAjUX3PO8SXsjzQOOEYB+u/mlJy8D5QdpKYI0HI4DyJqLr3vT0iO4Tmku4IgQNc/QDQtzDlmNgm4Z6PBiydQE5PF4goBeiLgW0zedbIuBjRdix6EDR7isXWDWCd5D1qPWPWei/tfzuiMTuhmiAndoT/XJYQs1rT5i7dZ/J0cE1j2njR4Ncti+JKhNwQBGnwLQ71GvmMnj/nfhXECdBt3XfCY5i2Uyu4fqSccZG8aLuwQPKDnp3xjJa5vzG2MgJmbCz5nBnRCccB+AlgzJwX2MwO6wuJycrwWD+jbJnwHSYIz939Gm+INDQF6hT06vUk5x0z61pVbA3hJw10srhCg0/BSVamsk3VCM/Xxmfsm9vG4djlhWpdOFlJdAjQfNoO/3GEeAVoWsfu4YNyX7aYe6xGr1lNyn06EPFzMWMclhEP7+PyeInXqzgW+xxAOI9b18R07eczfDwMEaD6MjeZdNNoYIEBL3jTa99/8IEwucX08Tm7CZjKAq7qoBp/5+AT2wD4fAvXXnHN8qR7O+3TDQipaY0B36/QhrbKPky8s5MO0dYHbxrqf0KUQAlK/TxzycPeRIAZ0/eND18KcY2abiPu1Grz44TQ1VSyuEKCnIr7B9EInU46kM0D0l3sNcEnirluAZp7VF+MlZH1hvjGgx9uMdZ7M8m/2o1Z62vsFCfdwiC2t83BWfpPzi8f7hduXuTpkQX7uLgm+TYjWxXfs5DF3v2OxtocwGYoXiSwij3wMY0K4Lb2zsBuTAQL0N/1HqNO+pa/P6Oz0RogfOD8G00tcH4/T27CVHOCqLqbBZz4+gT2wz4dA/TXnHF/KHo9f1zUXCL64pUfDaTdZVJbW6cOFgw1nUwToI3oorCcP6Ow10Qk1d8R09xMdf9bvf52XlifuPjm5S9y0VRcP3NdJD3hJw0ssrhCg0/BSValenawXplOLo1UBu9LGgO+VEjOzWV48z1wnipsfAfA4P6apSgRXqZDNUy74zIN7UyuwB/b5EKi/ZoyvUI6Xv7dHthTchXIXlw+4x+GXKjd4SYNsLK4QoNPwUlWpsZ2sKjA20BjwvQGSsYGvhmSM13KoBFflcOVjKfj0QSlNGmCfBlefUoG9D0plpwHHgfwZ7vcJLC0oG7gLgi06E3CPhjBJAeAlCazRTgAQoNPwUlWpGLxV0elsDPh2QlRFAvBcBY3Ri4A6UCijFRhzZfDkayX49EVq/nTAfn5MfUsE9r5IlZsOHIdxlzv8RmM1uAvjLjYXcI9FME1+8LJOXCFAp+GlqlIxeKui09kY8O2EqIoE4LkKGrHZKIhGjLmCyPIwFXx6gJQoCbBPBKxHscDeA6TCk4DjcgkEd3m4A+55cHfVCl5cCIU9j8UVAnQY7pvKFdvJNgVWBY0F3xWQ6NEE8OwBUgFJwGMBJPUm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jggXU2eiDmMmE/COasFLGl5icYUAnYaXqkqN7WRVgbGBxoDvDZCMRWo1JGO8lkMluCqHKx9LwacPSmnSAPs0uPqUCux9UCo7DTgulz9wl4c74J4Hd1et4MWFUNjzWFwhQIfhvqlcsZ1sU2BV0FjwXQGJHk0Azx4gFZAEPBZAUm8iuCqHKx9LwacPSmnSAPs0uPqUCux9UCo7DTgulz9wl4c74J4Hd1et4MWFUNjzWFwhQIfhvqlcsZ1sU2BV0FjwXQGJHk0Azx4gFZAEPBZAEgTockiaYCnG3gSwZk4K7GcGdEJxwH4CWIUmBcfTifvnP4f06PdDuvt0RA+nZ58tB7ibDcpJBQH3SXAtlhi8pIE6FlcI0Gl4qarU2E5WFRgbaAz43gDJCMFRDckYr+VQCa7K4crHUvDpg1KaNMA+Da4+pQJ7H5TKThPF8d8f6fDbY7p49kEUY/98Qw/2iK7uX9HeiuC5/vUB7Z+OBp1d39Or76cbKAjQPQa7gWVNr33MEcVdTMUbzwvc19kBwEsaXmJxhQCdhpeqSo3tZFWBsYHGgO8NkAwBuhqSMV7LoRJclcOVj6Xg0welNGmAfRpcfUoF9j4olZ0miuNWaL6hg2cXRE/v6Pyn3h94dQL0P/Txx0d0/PiK7n9hkvg1vXlwSU8CRHJ4QJfd52OtjxozsZUjvxEB8JKmc8TiCgE6DS9VlRrbyaoCYwONAd8bIBkCdDUkY7yWQyW4KocrH0vBpw9KadIA+zS4+pQK7H1QKjtNFMdMaL4m2uc9ngUBuhF694k4D2FFwGWe1D2UBx8bMZta0ficF7ZJLKst5+hiIMDk0ewjGFvLEuw7ow8fb+h4CMHR2PSWdr6e09E3RNS2/UTsFK+Z8N3ZPzyVPccndqUo7ibWheQjAsB9nb0BvKThJRZXCNBpeKmq1NhOVhUYG2gM+N4AyRCgqyEZ47UcKsFVOVz5WAo+fVBKkwbYp8HVp1Rg74NS2WmiOB6E5p/plvcwniRASwJ1K/ae0+HXc3ryXynWMlfuTis+745hPnpv7A9MCOZoaUJvvP2O89CWKOvEZ1NZnff0IIQrYUd4AVoUo9ty/3rZe1137bxpxfXGU1znlT2tL0VxN60qpOYQAO7r7A7gJQ0vsbhCgE7DS1WlxnayqsDYQGPA9wZIhgBdDckYr+VQCa7K4crHUvDpg1KaNMA+Da4+pQJ7H5TKThPFMS80c8Lx0d98DGiHB3RTxm87QgzpQTD+n8tBjG68i9sYztR4E++0ovDtCz6GsyQUD7SYfmcJuufGslobbuklF6pD9KjmRGdqxHMuLd82TTs7b+nwWNlR3JXdbbNaD9yzwm+sHLyk4SUWVwjQaXipqtTYTlYVGBtoDPjeAMkQoKshGeO1HCrBVTlc+VgKPn1QSpMG2KfB1adUYO+DUtlpojiWBNRBIP7hkhNW7QI0SWE0GJpqGI5bLtSFWmaTT+/p7BKgHWXtvFdEYqMA/Y3oAT0K5nukDQPSivaiuD2lN0VxN6UipBUQAO7r7BDgJQ0vsbhCgE7DS1WlxnayqsDYQGPA9wZIhgBdDckYr+VQCa7K4crHUvDpg1KaNMA+Da4+pQJ7H5TKThPFsezB24en2H19RienzLN3uge0gCjzHH5xS48GT2mH1zK7DLEvyB4Dem4P6GPiolKLIUIkT294QJc5dqLGTJlNLsJq8JKGplhcIUCn4aWqUmM7WVVgbKAx4HsDJEOAroZkjNdyqARX5XDlYyn49EEpTRpgnwZXn1KBvQ9KZaeJ4lgTQmK8zO+sF1+lWMdyDGUmWnOXFIqIdl7FN88uiLgLCVvv4i8fxtAdlhjQ1F9eeDJcBtjU0JR7SU/uXxFZy5JiN9tiQDehR/540sd8lvqF0k7EgC515ESNmVIbXYDd4CUNSbG4QoBOw0tVpcZ2sqrA2EBjwPcGSIYAXQ3JGK/lUAmuyuHKx1Lw6YNSmjTAPg2uPqUCex+Uyk4TxbE2hnEn2J4QE6CJiIm2LVRndHVNtM97AwvPOzzPOEG6FZtPD0i+YLD7neGvPleF7Mau8U+tw1AWb9+zD3QneGNrwm4MNhFRk/7TETXXDoo4EJEgiE/vR1HcTa8OOXoEgPs6uwJ4ScNLLK4QoNPwUlWpsZ2sKjA20BjwvQGSIUDPTrL9OOfs1Q0FYrymw3buksHV3IjmLQ985sMf2AP7fAjUXzPG13wc69aG+rjU89QJ7ubBcWopwH0qYsukBy9pcI7FFQJ0Gl6qKpV1MvZVubsEov1uK/wZnytHk1i2/qjRZ74Y7us4+7n9ms59n5a+Dotfu6Uvy7KRclnN8/5LdHvpxe+H/VdpnW1EYtvtaXIJUrGdD3yPCNbMd+zkYepn8njkvUli++aU/PJRzFkW/KZjobqbzKcYG5E2FY8RJiGrAQFwVVfXAJ/5+AT2JWDvv44+H8IoaPLwa36td61lT2HYL6Tdx8h7hd4+h0dvk2oMVdH8T7Mfaoti3sRiHxDXWj5pzH0I42u+8cVfOtiV6roAMa5ucBeHX2hu4B6KXNp84CUNvrG4QoBOw0tVpXad7I4+/viIzumALj7vjhcoDC3Vx+MaFlR/7dLZ6Q3tfD2no2/ExeK48OxuK+bjd3WLMbG+Js3lD/f06vt+oUrcUab+xuP9U8PCzbJ4FQVjzQKBLR6HBa19EVG2AA2+h2NxlfIdO3moLzld7Loxnt5e5rfiLAJ05jboqp+fxxU2shKTwFUlRPbNAJ/5+AT2JWAfso6WL6frhVS2DjOu4aV0nNB3POwRensS72PUtSNRd7HciRBCgqUj5tQjxytu9hz/3qHzX+TVk3qBHyt/FNY1aSZ0GYyvCWA5k6ofVUwfQJxFeSQAdx4gJUgC3BOAOkOR4GUGEDVFxOIKAToNL1WVKgjQT6/o8Pd9un3RCMBjM1ux9a+XdEX79PY73kN6vEn4yR8PtM94AVq4/bcVfM/pUBCtpTolcbp7ahGGYwTopmjBpg0I0OCb64N18R07ecgvOZ8PLoJ3NB8Dl7yFWwAAIABJREFUrxmXfzyhu+/e0qOj/q5w3nNJ8hySvaqFcvt87J10/wv1sQdHi1l+oz2yJ9JgqxjXj71rjodTHPyHr158/7pDb7/tb0Dn2zzTLDE3jzOZhWISLNgA6roQwNjLxwewLwF7w5rJuo5WhVNhbWFYwyuXzw3w8OUxexLvY5S9gnRhHU8d3x6rdzefySAuC/khQOcbIXlrxrsxD/7APQ/urlrBiwuhsOexuEKADsN9U7lEAfqO3tFzLlRFA8Uoyuz8WxKZ24XmLb28f0V7yuJKXZwKR5Ucx9rVY00jLcZnsQK0IG5T5xXO3cDMdwwfQW6NHQl88+Fl+D5aF9+xk4fcd10exs14eE7v+vA90tjvvYP03juSF7U0huVxdv3rId3+65ye/Lf7KHbfew/J9rntoeGkR5P2/c45vfqeF6BVj29xE9x7ZAni9T7dGEIYhb4L5uYx1A7kcyMArtwYlZQCfOZjC9iXgL3po71tXRUiQNucA/R1pdzHdMxw9f7PpdmZRhDj5TWDiWOTuMz/DgE63wjJWzPejXnwB+55cHfVCl5cCIU9j8UVAnQY7pvKJQuS5z/d0psHb8dwGpxQfPurKECLQrC8ILIfS3IJuDbBa/R+lI6uaWJAM9HLGYKjZ32stxMkR+/HJsHoAemyf62dCHyL8c1r5Tt28hD77/SYdq6PTcaPSBrvKflERrv9609lmARonYC+T1etYG1+t3ACNHEf11hhymaSe0+y8EB9HXON/3l5nMsqlKNDAFzV1S/AZz4+gX0J2JvXBfK6anTk0IfgGD7cap1IxpOW/MlMhpC+rnn3MTpHlKHeVoDuHXEU2mynquwxoOlaPInKRO9uPaSJAT3hBBbGV77xFVszuItFMCw/cA/DLXUu8JIG4VhcIUCn4aWqUlVB8mEXq7kVUnZaEZYJQKJwo36BF0UlnRfkDX3oQ264BFx4QKfpZuAbHtDTe5aPAG25XEhz2kEQkJUPRwf9e8Ls5eMWoE32dO80/ckGbrP4dxPTcfSS7jDjN5PyxlIVxafjrOaIXQTMYQPK8EMAXPnhVEoq8JmPKWBfAvbhHtDctePi5d8WAVo/Z5u9rZPsYwZaQjygRU67EGE6ERoe0Pl6//prxrsxD0fAPQ/urlrBiwuhsOexuEKADsN9U7l0gmQXC/mWXl4T7XMijCBAa7yNO+DYgsoRgsMnBvTvh3T36Ygkn9U25qvqHcAuApFFo84qLw/ozcWA7uN5g286+gYxoG0vvqkfjLw9oP91Kx5fnckDWv6Axf8/lQe08WRGxIwSuwiIqBpZJyIAriYCtvLk4DMfQcC+BOzniQEttNQWA1p3usi2Zk+0rm3t1YTW0O1JrOsm4x4IMaDz9f7114x3Yx6OgHse3F21ghcXQmHPY3GFAB2G+6ZyaQXoPr5ZE36Cv81XCVfwuDvSPv7xl3FoYupKi0udB0Dz2+UP3BEz/rIydsz9yweNMB0rQMu3bNclSDKOwDf7nFE337GTh/oSlPFqUrD4zT/TreBVLKWVY0D3lw7uNkdMSfQ0bjdsRzSclJAvH7LFgGYhNtSLSkV7ujp2HTGg1YuF1BjQYggOCNCbmjqVxs4/5raNZ+7Wg898DAD7ErDXrZFd6ypH7GLTPS79moGEOxbkexpke8ZTULPuY9p1zz6dcHsTed0yitTH1K5zvqf2ZGm3t+m4NYvTGoyU9iMGdL4RkrdmvBvz4A/c8+DuqhW8uBAKex6LKwToMNw3lUsvSDIxdwyZ0cpNLAa05dKNcVH1hC6Vo+4Gr+hTDnJBcLYc69exNPESQjG+M9GZEHNNUzeNgny34LwQrOAXuWvtROB7ZKZmvmMnD33/VeMODhj2G6RuRBzQ2WuiE+ovCexDcHx4fEzH/ViXN4T77B3w+ozOTm/GGPTcx7C26P79oIi9XP2tTd80pziOSWsP+5DF6hQuEuRFZam9QoxFhOBY6zsul11pxpytNc0c9Z52Pr0i6TaEXBBUVW9aPsGdrbMA+3xDyR97/RpZt64yx4CW2qk7WTnsCdT1h7jm1gjibXnx+xj7XqFvgzGUGGujbL89BjQfpqRZU7HwhV1pmhjQzflTJW60vh/5c5yvH6JmcLemPoAxsyY2RlvASxpeYnGFAJ2Gl6pKje1kVYGxgcaA7w2QTESr4lkTA3obLMS3clU8xjen6hKW54qdQIAAnaJjpeUT3OUToIF9PuxTjFSUORWBtO+2qdbkSz/l1JrtXiKxBapzwpwtBHdzoulfFnD3x2rJlOAlDdqxuEKADuGFedIpNwqzr/3yl2jmLTx+rxa/ypu96HRetK3JE24zDmkinye2k8XWj/zLIgC+l8U7V22r4hkCdHA3SMGjPO/IXlNdaCRmsmW+40+rOO8E0EFg8zDvTtyMdri8u+xlkWRfitMqKbjSdxzV89DEoZdHHMPGdfpI8MKTbTB5840tYHyqNtm5c/XX4MHlyJiGTxt3DkyFUybmdaIZZ9ZgD+6046ULqyZ7gzalzj2elsVe78mrtMvyDvF7V3nUY31PefA2w2BIg/0MhqGI2RBIzrH8rkrwjpgDDAjQbhTt869j3cWdNhTm/ZD14gJrOBsayceMmwqk0CBQDC/adfZ6KY3FFQL0ZG67Bd7t4zM6+bIzxhlmx7iuD+l875wOv57T0Td94fIRLz6+qRL3S40rKppojzs8uTkeGWI7mUcVSLIiBMD3ishIaMqqeIYAHcz07Dw289MLonf95a66eNiPuMtfxedjzM0r2qcx5ra+eXaPIUO8zv5eASU+puYoNV+rGF9Tmmcdc3QwOVLG2bkyGKbg2rTvjyfdfQzD+uOKaM9wWe9Qro1P9x0Iz+kdnf/UxNSXY7FKhlttsveD7sMBd7Gwox/MxWVTTgo+bdw1fd6MqRzz1YB5+65troI+IXoxxpvlcbHXY79LQ8HXcZl0KB9LY+9sl3d4N334OiMOymV2l/Tkvj/RIPV1J2+hYGd6j81kLooJQCDF+GJmMMFSDcXynOg3bu8cYPfcWSBAOxC1rhcdc/ektUjvcKC7aLQ1UTq1suA6gCGUcszM3a+3VF4pvLQhbOmM6JToJZvjV0xULK4QoCeSO0xGP1zSg984AZqVo1ls6y6SGC/rYxeejYbYnimbrYn2hySP7WQhdSJPPgTAdz7sl6wZPC+Jdrq6kvMozGn9B1hBuNJfduQ8juoSptrnt+JCjBN5dpoY+3/1McQbeF3lSRTw9k2do0PZTM5Va5jvR+ppl1SpfPrW06Hlt5E3Xa5l7gfE7p1ohe4p7Q9lccw3P58xmKrHulXOWJp3RC8e0a1BgJaREbnTvQPMWDrfA4E05MZebJcdE/19BJKjigEHO372o/x+Y246AfNjP90G5EiLQDqOfecdyXNWutCx+RD38q9HwwkoUcx25X1Jh7/vtyc1unzSyQH58kh+ncHDznvcPvtA7R0mnEAqegbzJ8UqDsHBr8PIvoYb76Xw6BMT13csBjp5xjyfYzSlGzNzWLfdMsrgJWxtlpPVWFwhQE9ij5s0/m68SCYI0Ee7dMV90TAuKq0v2Wmbk0lNsySO7WRz2YFylkEAfC+Dc+5awHNuBuapPzmPgmefbuOkn5dcwpPrefuxVZ5jFW/AfTppN4tEbx7s083Hu97j1oWtaLPs5d3kdtrnqkLzPDlXfZ1s42sPe+Cx6ePaYBKghXALQogOHgDfujTprP1AL6Sm4E5Hdwo+/bhre2jb5/kNdpeX2svInvy3+be47hwFyZ3uJJ+XAC3V038Y2n19Qie2MDyNiZNFA/9BlRV7uV1OTHpBbOq7yoGf7sPZiKDvmPPHnKVMgf10K5AjJQLJOLacFBjbI68pxL4se1DrTmGZLrXUeV/rTkex96r5I440vuTj81I7xbFasQDNt9u5hmOMu99Vk+f0hHOPadwlGzMpB/oGyi6CF26sULOO406ZrpWiWFwhQE9gVvBMNh0ZN7z05PhvB88O6OIx894Sv9YaYzJmeKE28MR2sgkQI+kKEADfKyBhARPA8wIgL1BFWh6ljaB2DgoRoN0bDq24otTPzZ1T7kXQbILtc/Q8RKblSrJRiLGpi7/s5kCQkJt428bjr0xsPCYaPgKIXmV+MYANoqq8GB/6wUu6/VYNIzJ5sxpIbzI+jdy5MeW97oS1pHCiwOXFbKlHCiHXSuFN3/jyYQxJ1+NpF0gDQe+zLY89J4/JG0QvTKa/q7T4CXFO5XHt7h9xqHe5k2E/h3EoYxYEUnEs92mtl7DGc5YXgq0nCqbmVdDSfJzWeUBrNAB+3lFPMvOic60CtAY749zNh1pxrUVcz9Uuv9QagK851ZiZZUBvuJD18+Kzz1ofgbG4QoD25VSebCYK0HI15pdjv4AkdTGf44WKxaZvB6knXexLpR4k6m4JeK6D35Q8mo/w85sHvZhlm69UYUX8CNuKlTvvDR7QfTgGnYdR7/2582/uckJZmPb8kJtivk3Jla03d+K6LFZN29T54GE78q+3QVkZKV69Zk/4ph/8TLcaT15rGLMZh/0SfNpwE5/pvQa7EwKyx7NLgBZBEurRjR+tV+O0/jWVlnzYa9rlwsTyrhruilEA8MCvF77Hjz4W3qYCbEm/BPYzmouiAhBIxrHRA1o6Ybx3olrdn7BR55mYvE014vqj+YV9MDXNaaawXd1H2u59q17GysJw1ClAK2sEowe0FFJLc5qHJ99rvTiE4OrDfWXwIE02ZgLGL7KMCKyeF2X9kCfawdQ+E4srBGhPxGXvqDEbH9fJ98ihY2Gpm6A9N82ezZmULLaTTaoMibMjAL6zU7CIAeB5EZiTV5KKR71Xo27u0m+mzIKlh7DSoKabB4cNzRO6/PERjcdsmwweizaNp6KeIE8bJ7KbiiunGdr1w7Q2+gjQ1jReaxiNTYH9wC+8hBM5a4JF+LThxj9rwsLxlzHyY+jrDr399pgudK0xhk3hEmtC3wixNTUcpfR+bizLhb2+XbZ+230kmfqu8sUvfsxNHwOLYD/dLOSYEYFkHBvnYG4doYsdzLXNKkBPzqu/KI+NV+NH1cke0Dw59QnQ2vWide4+ovEGLNtaZNo6RRdObcZhkX89sFRjKqon2btsJozEUyBcoVNOdc5ky5RiYnGFAD0FbT5tsAe07OHc/P897Xzqb7U2HGc0HXEMNX9KvthONqUupM2PAPjOz8ESFoDnJVBOX8f8PPZz1OPGk2e8Joa1RJ6LTEKJSRjx3yB0G48xrjO/UaTOw4i30SUue9+Kbj6FFMvm/FzpLGpwu6Qn3J0Tesz1GzsTb8rvDd7/3qFz1kck/K9/PaTbf42e8rIN+npMHzhM/eBhd7khH+vYK8ZoLJNd/vn5tHNHNkw1/du8blQ9oMXj4zbu5PeD7n0hj9158OZLWRr77k1oapcNk94b0vKu0p800cS0l8ecZI9rzM3FwvzYz2UZypkLgZQc6+Iwd2PrLe18beYM+/vDKkAH5eXCOEmnCowCtLzekGJA29c5NQnQtvWibQ03ys+2CwP914vmUFBzjQlXOSnHjKtuPDcjsG5eDO86135mBYTH4goBOpREXUgO5chQ7x3dfpHlvE/krxpCTDci0h4ZPqbdBW9zTbvQDwUd+ZZAIPalsoSNqCMeAfAcj+EaSpidR3k+Yo0cPCWlG+OJD+0gP+szD3knClNCLFwiErw1zcdmVV4MdpHnHD0T0bNzZbBL9ajgOJIx7ctg8YJFMczGp3rMWI05zHvdiiFAhHocNnWX2XFlSV674gk16VTaTNzpiknB5zTuREyteYUG2AVoBW9hjI9C7HBIXuJjimgQSs/i2DdnLOSPHYLx0vtowrtKFqBt9cinMYXY6so40sV+D0V8zJcC+3irUMKcCCTnWPfO9xwzdgFa835yhdSQ4qqfvT6hm++6C41tYaW6U1r9W/D1Fd1995YecfGize/jigRo13rRNne75n3jBz9NTzeUpegpcw4SqazkYyah7TUXvWpeLA4TPqcOc/IWiysE6JzsFVJ3bCcrpJkws0cAfG+jK4DnOngGj+XwuCxXqjetEynhojpn6vAES9UTbqFXznR8BnDnZbEhUYF8APsYwuPypsM+zi7kng8BcDwflkuXBO6WRryrD7jnwd1VK3hxIRT2PBZXCNBhuG8ql9DJNF8ZBa8n42UC4hdf+dg28+oQy+KOXDcXUukupWiYaL6a/3Cpec68P1RPOd1XUSXOt0/8HYaHklbnOeb2FBy8WaTjXKzD6Y+7s7o0nl/C12k/zzDwbRneFfEdO3nM/xKc5h1r9UyZ37jVlrg+HlcLVXbDFuWqeVe9IHr3iY+1aIegGVPP6V3r+ZXyb6l6UrYh6YYzgLuYtpbIR7KxBOydXcmOvWk9ajs501QprdNd62/F89K2vh3rFvcYw8p6uDROeW5Yizc5RQ9Xk7e5IYat8YI2MVa7bn8lXM+nxSl+T5BsfDl7FxLEIgDuYhEMyw/cw3BLnQu8pEE4FlcI0Gl4qarUoZP1CzHdMdvxFm7ThQE2AboXmumALj7v0tUQu1J/qZRWhLXGfZRtMsTrow90x23WbbfPC4LwX7t0dnrTxy4TF7T8xTNiPEb7hVldG4kOPl8IoVe0be+9l3a5Y2OtFUoMoWt68+Mt/ewQJMD3GI9dHsid6FkH37GTR+6XHATojoHSeczdj5asH1wtiXb6usBneoxNNQD7FWLP4pBfH9L53jkdtvF8OzvFjxz6Nfi4XrbfQ9AJv0QfuPJZOAS9wNx/3H52QBd0KKzzx7XyOdGzC9p9cU+vvh+xbdbtb+mM6JToJRdXv6vvZrRBic/NyvAUoIP2VwacZtgTYHzlG1+xNYO7WATD8gP3MNxS5wIvaRCOxRUCdBpeqiq162RX0oVQXBMF8TdCgH56RYe/73O3hacSoHvPhd+7hSgZ4/rZRWKiMY7ikz8e0Ns+Zli/3G49KoSbzwWcfAToQ7p6ek77vZ2NT5pOgB6EuMYL/LedcXEt3Fzv3yXBdxf7Tf2ri+/YycO/R/mmlOKSNuPljyddXL2ji7aQ7oRAfwHd57Hc4eSAdEJjjI/ZlP2c6EWzMW48jDpvpZ3e4/PlX49o/7QrzxbHVr+59W1fmnTr4zFNO2soFVzVwOLYBvCZj09gv2LsPdaewlpWFwLG5FRiuZxJf0KwwYntS66I9thFdyN+rcj8Xbf/uBUEaOY4847oxSPxmfdlpz4CtOX0l2N/lWpPgPGVb3zF1gzuYhEMyw/cw3BLnQu8pEE4FlcI0Gl4qarUtpN9/UCH34oeDUMjhcVmjAB9R+dtqA3mVZBKgBbLtQV6twaB5xfNymJUtV13uZMgUHO9ZlxU7tD7B+Nt6OpikxftDJ7en6ddRAO+r+j+l+7Oe+GvMr5jJ4/5X3IaAXrvpBedH5LscaS/iEa+zZy9s9iRVP2lXUxYFi9/kuKwem8450fGVuL6eFy2/SXVBq5KYsttK/h0Y5QqBbBPhay7XCf2HgK0sB42hqPQ7Dls87Dx2bg2bpxF9olb4w3rup/p9keNyNw7dbSOKpwzyBAyxBUqxBSWkG+zDS/r/kq3R5pnT+Dk2N1NkCITAuAuD/DAPQ/urlrBiwuhsOexuEKADsN9U7lGQfJWPII2oMCH14gUoH96SOPCdEf1IjZ4AQu3Efd2jd6Pagxo3pOx837Qe73ajvmLgrJJ/B27inBbee89fcx5cRJ307wgNHOL6sZjU1gESwtunWA+xraeEAO6/eAAvvmBXhvfsZPH/C9BjQDNe/RLGzllbGo2sePY7rymRe+m/kQBd2t5F7bG50Pb/K0PLXF9PIa2pP584KoujsFnPj6B/YqxdwnQ0nNzaDmDAC2sCzgcjJdpcuvzb5o5flzbjuuIbr8xrhEkcVfbJj6utT0GtBC3mZnMxGvrJaDq/oovSx+zmoZQhqF7AoyvfOMrtmZwF4tgWH7gHoZb6lzgJQ3CsbhCgE7DS1WlLuoR24Q+GBZ63bE32Us4Nga06OVInOCter2aPaBVod3q4SzHi+sFaLcHdHOB1LgQfkfPBQFasc/iHaKNm6fpqeBb5wFdH9+xk8f8LzmXAC0+lwVo8UIg+cOPpwDditzcEd1JFx3Nj4hPievj0cfqbaYBV3XxDj7z8QnsV4y9VYDWOKkYPaA1ThCRHtCvvueF5VtuvpfWH0ob7GHzzHfGeITg8P7wLZYl72WaHjHXngDjK9/4iq0Z3MUiGJYfuIfhljoXeEmDcCyuEKDT8FJVqV0n62JA07V4QUfTUHERZFikWT0eDOEqvpzRGZ3QzVPROzlWgGaxm5n4644bp7ZZ53Hdkc68IOYKwdEI0DSEHzh7TXTyhV2ionp2s45nu4hFxyHfYcH3NviOnTzmf8nFCdDtmDR5RnHx2vkLhvRhPHoBmiRvaJdX1/yAeJW4Ph69zN5kInBVF+3gMx+fwH7F2BvnSkOsY52obJrPLfOwt8NIX7Z4x4rmA3d/94SAtCnkhqPNyrpbaJ/p5Kh874v+pOXoyDLfngDjK9/4iq0Z3MUiGJYfuIfhljoXeEmDcCyuEKDT8FJVqayTaT1oNReC6NLJC0NR9NWJ1uNCSgxdob+IrxOEx2NnIgHq4k6sv6/rtej5+v+3dz8vklyHHcDfrjC2g42TtJTIQYEsCRM5whehg1dEewjkHDYih0jXueUmAjooEdjoIjC++bbBJ/tiVkP+AR3GQboYQTBKnIGggEKUZDVKjE1sY7QT6ld3VXV19+vuedtd9T4CYWu3ul69z7d6Zvfbb16V1/yj7y4/MbvZPuOr/ZWy7T9cVysu930IYfGQxOZxePOtNOo/AK96eGJz3f949374evj24oF6kXvYynthXt1Hq57IPu689/3mcf1f5HYooNt7Mq55OFH7gaHRBfS/d7+mxP4EwfW7rD/j8eX4qAXGM56sxpNVzJXKM0YpzTHs07jGnHWj/VAZu/b7c7+Y3mG18dJPGbZn0v87wOLvF4vFGst7J79XPvS49UDq1hyKvaTf/tPFYoWtF7L0Cva4v1+t/7vMdf6dYGPGMTeKYw4iILuDsAfuh3HfNKpcNgnt9vv7uiqgd3PP6lWdm2zpR9IbiuGHe82heuXu5gK6WVn91uIhZPXJVq+A7u+y1lzT0OqCzXs2h941z+eyZgXG4tr+JLzdL6A7225UBXV3D+gwn+vqPfFeDm+VBfTQ+esr7G1hshhjiz2gr66qk8m7tSXM/fDSU923/pjz3vebx/V/EdyugJ4/BCgs3jfV9j0vh7daF1f9BbN37vbXkvYe0L0tOBb7p4cQvvFGeOP198KtD5fvg+u3iD/j8eUYf+25HSmraSUuz8Plyf4I7Qf/vFj9ufPWd26E519fvuZ5Adz/3r3qz9/t792dFcrrHra9orh96dn5XsmdD6nD6gUti8U0ofyp0MXfOtbvAb1+BXQ9qY1bfq37u8xH4da3lrcsLM+8w98JvL8O9/7ad2TZ7Su42+u57+aW+lVySSO8r6sCOk0ukzpr1E1W/8Gpv1p5UhCZTEbeeQQdlXMeFKOepRzHE5+sxpNVzJXKM0YpzTHs07jGnJV9jNK4j5HxePOT3WGy434Y902jymWT0G6/v6+rAno396xete9NlhXWBCYr7wmEGDEFOUcgjeAQOY4gpPoSZTWerGKuVJ4xSmmOYZ/GNeas7GOUxn3MUWS88ifaxm2b+uqPIrvUkzzC83M/wlBCsDVKolj2vd8V0ImCmdJp973JpmSRw1zknUPKvilPJWXv1/EkKavxZBVzpfKMUUpzDPs0rjFnZR+jNO5jjiLj/nNr6p+0HX7I+ri9r/PqjyK765zQSM7F/TiDkkuaXPZ1VUCnyWVSZ933JpsURgaTkXcGIftUeDIhe7+OJ0pZjSermCuVZ4xSmmPYp3GNOSv7GKVxH3MUGS89OL39cMriOTp/FcIrL4b7t4vnfjR7cNcPDf9+47/m+UT1A93Lx0z2Vlu3t5OsHhDZPFmkfb7FwyzL0drnO2D8R5HdAed/qKG5H0p+/bhySZPLvq4K6DS5TOqs+95kk8LIYDLyziBkBfRkQvZ+HU+UshpPVjFXKs8YpTTHsE/jGnNW9jFK4z7mKDLeWEAXD3JvF8J1+fzVd8LV394uAygfGvmj4sHtL4Une+criuW/u3U/vPa13sMd2w+aD8WDrT8If331WqjO2PxTvea9730U7v9lUWEvj32oO+AosjvU5A84LvcD4q8ZWi5pctnXVQGdJpdJnXXfm2xSGBlMRt4ZhKyAnkzI3q/jiVJW48kq5krlGaOU5hj2aVxjzso+RmncxxxFxoNbcLwXvvvh/fDSU1Xh+8ErV+G1r9XWZXHcK4tbZfKt79wI3/yDpjBu5VOM861bVUld/3JRXJfHvvB2ePF3Xw7Pvtsapzhm4DXlr90O4Z2lsvrR3gtHkd2jnfJRjMb9KGJYugi5pMllX1cFdJpcJnXWfW+ySWFkMBl5ZxCyAnoyIXu/jidKWY0nq5grlWeMUppj2KdxjTkr+xilcR9zFBnXez4vJP+8Lp+LXxkooAcL4GKl8jfDrQ+/HcIrXw737y4X0N0tNlqjNaubW9tzNFtzlK85e7FTWlfbeAytln6098JRZPdop3wUo3E/ihgU0I8ohn3vdwX0IwpqzMPse5ONee45Xru880hdztPIWY7jyVFW48kq5krlGaOU5hj2aVxjzso+RmncxxxFxmtXFKddAT2YXl1El6uhw/KqaSugx33P73v1R/Ge2XcSE3y9XNKEuq+rAjpNLpM667432aQwMpiMvDMI2QroyYTs/TqeKGU1nqxirlSeMUppjmGfxjXmrOxjlMZ9zFFkvG0BHfr7Mnf3gA7lwwSfnW+RMd8D+qli5fLANhtLETarqe+Hl8q9oduvsQf0uO/4/a/+KN4z+09jcmeQS5pI93VVQKfJZVJn3fcmmxRGBpORdwZodQ0yAAAapklEQVQhK6AnE7L363iilNV4soq5UnnGKKU5hn0a15izso9RGvcxR5Hx1gV0YV6V0H/T8P9F/QDC+r/LhxK+Xv9H+/da22w0L32jWel8e3620GzBUR7Tf803Fg8/PGT6R5HdIQEONDb3A8FvGFYuaXLZ11UBnSaXSZ1135tsUhgZTEbeGYSsgJ5MyN6v44lSVuPJKuZK5RmjlOYY9mlcY87KPkZp3MfIeLz5ye4w2XE/jPumUeWySWi339/XVQG9m3tWr9r3JssKawKTlfcEQoyYgpwjkEZwiBxHEFJ9ibIaT1YxVyrPGKU0x7BP4xpzVvYxSuM+RsbjzU92h8mO+2HcN40ql01Cu/3+vq4K6N3cs3rVvjdZVlgTmKy8JxBixBTkHIE0gkPkOIKQFNDjCWmLK/Xe2wLrmg9lf82gW5yO/RZYIz1UxiMNzk83Hiw475mD0a8dWC5pctnXVQGdJpdJnXXfm2xSGBlMRt4ZhOwPqZMJ2ft1PFHKajxZxVypPGOU0hzDPo1rzFnZxyiN+xgZjzc/2R0mO+6Hcd80qlw2Ce32+/u6KqB3c8/qVfveZFlhTWCy8p5AiBFTkHME0ggOkeMIQqovUVbjySrmSuUZo5TmGPZpXGPOyj5GadzHyHi8+cnuMNlxP4z7plHlsklot9/f13X0BfRubF5FgAABAgQIECBAgAABAgQIECBAgAABAjECV1dXMYcNHjPqAnrnWXshAQ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lw0AL644f/Gk6eeC7cvPFYnvpmTYAAAQIECBAgQIAAAQIECBAgQIAAgYkKPLz6NFw8+GF4/Obvh8ce260DvvHJJ59c7eLz6aefhp9c/Uf4zS/8VviNzz+5yym8hgABAgQIECBAgAABAgQIECBAgAABAgSOVOB/fv6f4ZOf/Xf40o3fefQF9MOHD8MvfvWz8NObH4Xf/uLvhS997gkroY/0RnFZBAgQIECAAAECBAgQIECAAAECBAgQiBUoVj7/5BcPwn/99N/CFx9+OXzuM18IN2/ejH1557idV0BfXV2FYhX0Lz/9v/DLm/8bfhV+Hq7CToupd7pwLyJAgAABAgQIECBAgAABAgQIECBAgACB6xe4EW6Ez4TPh88+/PXw2cd+rVz9fOPGjZ0G2rmALkZrSuiiiC7+f/GvfwgQIECAAAECBAgQIECAAAECBAgQIEBgvAJF2Vz8WxTP+5TPhcBeBXRTQiufx3szuXICBAgQIECAAAECBAgQIECAAAECBAj0BZoSeteVz8359i6gRUOAAAECBAgQIECAAAECBAgQIECAAAECBIYEFNDuCwIECBAgQIAAAQIECBAgQIAAAQIECBBIIqCATsLqpAQIECBAgAABAgQIECBAgAABAgQIECCggHYPECBAgAABAgQIECBAgAABAgQIECBAgEASAQV0ElYnJUCAAAECBAgQIECAAAECBAgQIECAAAEFtHuAAAECBAgQIECAAAECBAgQIECAAAECBJIIKKCTsDopAQIECBAgQIAAAQIECBAgQIAAAQIEQggXZ+HNsxDuvno3nGQIooDOMHRTJkCAAAECBAgQIECAAAECBLYRuAhnb56Fi/5Lnr4bXv2zzXXS5Tv3wr1/eiacnt4Os22GbR1bnuMHs2sssC7Du/fuhff/6DScPr/rVa2ezPVf745wj+Rl12d58fdvhrMfNxc9C3dOT8PtTjzVWOdPLO698jUP7qy/v8oC9HLgfNcBVL0/Ll/o30vbulTnCXdfDXeX3lbt92Djsmrc65hT7xylX/8rwMmG9+Pi+u48uBfe/8rQvBJc6+W74d6983BZnrp1D7XmMOtl1f0atfz1rn/8tletgN5WzPEECBAgQIAAAQIECBAgQIBApgLbFmoVkwJ66rfLbvdFV2XoHEOF7I4F9EEi2NZldQHdfg9dFoV7iPvw59qmvVTgx8ztERbkrYmWH0jUPgu3WThvyv1ZUVC/H56pP9yoPiy6DGE28CHGNX1woYC+tjvRiQgQIECAAAECBAgQIECAAIFpCwyUTp2VkYvVhvNSJ8zCydMhXDyoV0B3VieGcNKs9uycZ3llZWdF8apzhO7Kxfm556HU5WWxNHJ2Ek7CRbisV0AvrjeEZrVjVV6FMLu8DJflau/QWgneusb2tderwqvzhTCbXYbLcrym3GpdQ3Fd81Xk3V9fXnFZl3mzWXm+YmXwyb/UxVlx+vmKzmGDoflV2yJcVtcYngvPhR+GD5oV4fMtE+6Ey2LFcbWcdHgePcvOKuYV816a38VZuPfxnXD6hxfz1avVMZfh7F6xcrlZPb++gA5lZrMy24u2+7xIvBvCWWvle2triFlTRLY8198Dzf3bLlpDtUJ76R5r/XrHsZXX0yfh5McXgyugm/upuyJ8Me7dcNa9356+E+48OK+vY1GsDmZTG5w8fREuytXnAyubl4rYXrk8+HWgdczj5/UK9NX+obP6vb6Gzj26YZX7wBff+er4ctimdG4V/eEsvHn+ZLjzxHk4X1pFf30FugJ62t8ZzY4AAQIECBAgQIAAAQIECBC4NoF+Ad1dsTlfbViWPedhVpbLdWEYivLoJFy0t73ol5ytbRX6l7wooKtCdL51xlKBuHqbjqESOxQlZ1l6LpdTdz6uSuSm9Nu4svJk4dF5bVisuCxL4/l2JL0ibO0WEXVR2RTWZQm/6pp7BiuOLUrLYluFpqhfrBbt5dSE0Sohq/K7Hqf+QKC0LIvGZq/f1v0yLyD7W2pUJy/GPn/8NBRuxf8utqAoznEeZqfN3sERBXSTWele34flXKstOBYZtOYZeQ8Mb63SL4IHXNrbvLQcZ//Q2j6kLnGXPzipjNrl8bycr7f+aAro8l69bG030rr3ql9flU1zH6woXYe24Jh/uLDi68Bpteq43Jqklf+gf9unvp/Krx+9e3SbL2XNhy6l1Yp8m/tsaBuX69xGRwG9TXKOJUCAAAECBAgQIECAAAECBDIW6BXQnWKz9aCx0yfDef9H3MvStfVj8MUet+3Xl+VYs8fs8t6/izLomfB+e5/cgXJ1fpa1+7z2y9Hu/rZFaVWWevOyuLdyubwLTsLd3lybm2Oo7C4KtWf+ub19Qtuzt0J2aX/t3vYMA4Vgu5TsGJTl3/L8umVxWXFWexC/cCdc/mBgi4JyclU23SJ9MY+uWV2altshzBYrg4vT9OcXvQK6fc5qo+ThDwZuh9lSkdnsAT0wz879V6W4fA8sjLr32OV8D+ihe6b5sKS9Cr1xLAvo+XYa6/aAXnzZqYroYoVw9V4oCt6qgK6L7/YD/1rvj25mLbevvN8qptcV0N09tOfuf3zZ2dJi8cDBxfW1C+jbs+H7rHrd4j4ti/iygB5+eOGikF/1ExOXi/ts1Ycw9V7bywV0zBYj8d8KFNDxVo4kQIAAAQIECBAgQIAAAQIEshYYXgHdPHwtdgX0/AFy7aJs7jpc/PRXQK8/x/C+03EroBcB9/eubhedrTqw9eC4XhHbWyFcFNDVyuhmhfKKwnHQpXdsv/wfuC+7eSwK5fmhA+PMS71mdWv7mOgV0E1RuaLEi8592KdbFnZXRHcyW1lAt1YTN/Nc4blu//L+/sJLRfCqleE7rIBeKtnLe2i7ArqzMnrW/wCmKXm3LKDLbStaK52fn7X2fB9eAV08VHLpPmv7L61cHy6gV34provs7jYvrXuptwf0/EOM9hYc7Xtn83NWN35XUEBvJHIAAQIECBAgQIAAAQIECBAgQKAQ2LQH9GIlYtwe0IuVzp29aQf2oF29B3RrtfTQCspOeRS3B3SzX3O1n3C9d3V5A6zYY7o9bl1olq8dKKDnW5LUeyrPS7Levtar9oAOzZ7ZzcMdi4enFf90CuPeKtKTupAfPLZX7i0Vb605z2blftidrVUG9tPuZNnZMuQ8zLeS7q1Ob95f3ftgeSV8dVx/NXrvvmsyW1NAV6vvm21i6rO29oBeeQ8M3mMxe0BXq6TLZDqOcXtAD997K7b+WLECulP8FtfRZNP5QGCLLTjq1fDFeburl5s8hvaArrdgWfJvZzor9yUPxX7knS1dYr4KD/ykwsB7o//+WloBHfEBT8zVNMcooLfRciwBAgQIECBAgAABAgQIECBAgAABAgQIRAsooKOpHEiAAAECBAgQIECAAAECBAgQIECAAAEC2wgooLfRciwBAgQIECBAgAABAgQIECBAgAABAgQIRAsooKOpHEiAAAECBAgQIECAAAECBAgQIECAAAEC2wgooLfRciwBAgQIECBAgAABAgQIECBAgAABAgQIRAsooKOpHEiAAAECBAgQIECAAAECBAgQIECAAAEC2wgooLfRciwBAgQIECBAgAABAgQIECBAgAABAgQIRAsooKOpHEiAAAECBAgQIECAAAECBAgQIECAAAEC2wgooLfRciwBAgQIECBAgAABAgQIECBAgAABAgQIRAv8P5FAKzMk22ak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5" name="4 Rectángulo"/>
          <p:cNvSpPr/>
          <p:nvPr/>
        </p:nvSpPr>
        <p:spPr>
          <a:xfrm>
            <a:off x="7755127" y="1835788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038841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1764037"/>
            <a:ext cx="8377952" cy="469514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El reporte se podrá Imprimir y generar el un documento en Excel, para ello seleccione el botón correspondiente a la acción deseada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7134225" y="3657601"/>
            <a:ext cx="1362075" cy="256032"/>
          </a:xfrm>
          <a:prstGeom prst="roundRect">
            <a:avLst>
              <a:gd name="adj" fmla="val 8464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4" name="AutoShape 2" descr="data:image/png;base64,iVBORw0KGgoAAAANSUhEUgAABaAAAAMnCAYAAADIxfWSAAAgAElEQVR4Xuy9CZhUxbn//4IoqKAQFcENiIpbxA01QlxCcqMmLlFEEwJ4RfTnjVv0MWqiYCIal/B3iTHXaxSuSrxGReOSoCYhLtEYwYgYN6IBNCjihoqIRuH/fKu7eqpPn9Pn9DIz3TOf8zw8DN11qt76VHUz8+l33uqyevXq1cYFAQhAAAIQgAAEIAABCEAAAhCAAAQgAAEIQAACEKgzgS4I6DoTpTsIQAACEIAABCAAAQhAAAIQgAAEIAABCEAAAhBwBBDQbAQIQAACEIAABCAAAQhAAAIQgAAEIAABCEAAAhBoFQII6FbBSqcQgAAEIAABCEAAAhCAAAQgAAEIQAACEIAABCCAgGYPQAACEIAABCAAAQhAAAIQgAAEIAABCEAAAhCAQKsQQEC3ClY6hQAEIAABCEAAAhCAAAQgAAEIQAACjUngjjvusMMPP7wxgyMqCECgwxFAQHe4JWVCEIAABCAAAQhAAAIQgAAEIAABCEAgmQACmt0BAQi0JQEEdFvSZiwIQAACEIAABNqUwF/+8hfbfPPNbbPNNmvTcRkMAhCAAAQgAAEINDIBBHQjrw6xQaDjEUBAd7w1ZUYQgAAEGorAL3/5SzvuuOMaKiaC6RwEbrvtNrvmmmvszjvvtPXWW69zTJpZQgACEIAABCAAgQwEENAZINEEAhCoGwEEdN1Q0hEEIAABCMQRQECzL9qLwP3332977bUX8rm9FoBxIQABCEAAAhBoWAKNJKD//e9/2yeffGKffvqp+/PZZ5/ZqlWrbPXq1Y5fly5drGvXrrbGGmu4P2uuuaattdZa7m8uCECgOQggoJtjnYgSAhCAQNMSqFRAq2TCueeea3PnznVzPvTQQ+2KK64oSMSRI0fajBkz3HPvv/++XXbZZXbTTTfZsmXLbNCgQXbWWWfZqFGjTNmvt9xySyy3b33rW7bDDjvYxIkTY59X/88995x7/sADD7QJEyYUtTv99NNt0aJFhTj8k4pF/e6///6x/fo+wyeHDx/u+vcZuklx77jjjvajH/2opF89duSRR9r222/v5ix+iiO8wjb6+plnninpxzPVE7r/5ptvtgULFjimo0ePNs3ZX3F9KD618fPQOg0YMKAkluuuu85mzpxpkydPdjFnYee5Pfjgg9a7d28bO3ZsEYtwfupP7adMmWJ33XVXYQ+dccYZhfF8f9OmTSuS0+KnS/uHCwIQgAAEIAABCHRkAu0toCWcV65c6f5IOFdzSUb36NHD/ZGQ5oIABBqXAAK6cdeGyCAAAQh0CAKVCGgJ5REjRthVV13lMle9YJYw9YJ0gw02sLffftuxkSj917/+5WSkxKfk68knn+zuV93fV1991bWLikX/nET3BRdcUMJZY6uvMWPGWJ8+fWzOnDmFNhpv3333dcLbx6EnFethhx3m2v3xj3+MXTsv18MxxUcy25eJ8HOKStD111+/SNj6ASR6JVcVs+698MIL7ZJLLimS5mEbfS2pLlEeXrpfl1g+8sgjdsMNN7i6yZrv0UcfbXvvvXdB+sb1oXm89957ReskWfzQQw8V1V8eOnSovfvuuzZ9+nQXcxo7yeJx48a5eUns+3i+8Y1vFKR4OD+/Pj/4wQ8KDCS9L7rookIsWoeDDjrIfbgxderUAgYv7kPZ3iFehEwCAhCAAAQgAAEIRAi0l4D+6KOPbMWKFS7jOXop0znt8lnR0XYS0Ouss46tvfbaaV3wPAQg0A4EENDtAJ0hIQABCHQmApUIaIlBZa6G2bhiJTHopWAooEPx6JmqD11ebvr79XcoFpPGCvtRLJLDN954Y0H+SmZKikrQhgJaj0sSq19lNIfZvdE+o/MbP368k8KSzpVK0KiAloB9+OGH7Te/+U1B/EYFtBfW0X2oe7/5zW/arFmzijKDJdd32WWXgsCN466+wrXR1xLX4uAzyL1MVmZ0GEM5diEbH6/inDRpUkEeh/FojcMx/T1e7Otvv/b6EOHMM88sZKxXyr4zvY6ZKwQgAAEIQAACHYtAWwvojz/+2JYvX15WPEsuKxval+LwZTh8+Y1u3boVym5IVsfJaJXl6NWrl3Xv3r3+C7b0Ljv167NsxO+utEP75rt3jy2wY+d8z4bUf0Qzm2dXDL3eBoVjtso4pZ2+ffeptv/CY23OKa0zs9qmUQWXuVfY0KmD7P6fHWob1DY4d1dBAAFdBTRugQAEIACB7AQqEdBedCozVdmucfV7oxnQKhVxwgkn2LBhw2KlryKNE4tZBbRKSygT2EtUCdGjjjrKlaUIBbQyeyVu1a9qD0fLYCiOpDHV/te//rUTqpVK0KiA1jjKBn/sscdiBW2SPNZ9Xq7HxR6K3bg+dK8O/PPZ4lonrY2fl+9f8lgZ7aGALsduyy23tKeeeqpsHecwHrWPZl1rbJ8Z/fLLLxfWQWVAlF3thXul7LO/CmgJAQhAAAIQgAAEGotAWwpofY//4YcfFgHw2c6SyPoj2axa0O+88477o/bKktZzvtSGfjOxX79+ruSGHvNXnIhWNrSSQ+p6tYuArusMKuqsoQV03FpUNDsatzUBBHRbE2e8hiEw5fe/sGeXzM8czw+/dpJtvfFWie3/8cZL9pMHfp65vx36DbYz/uO7mdvTEALNSqASAa05+vq9kojKUJWMDuv3hgJa7SUNf/vb37qa0XH1in0b/R3NgFYZhui13377uQxsL4slKVXWQ2U1vCCXxAzjUFuV+fAC0wtVXw/Zj5EkoMPHfRmNaFznnHNOUfz++TgBrXnq8eOPP96J/GgGtGoph9e9995bKOER5eTbhXJW/UX7ELewrrPnEwrkr3zlK648imprewGdxi663nGvg3B+5dr756K8ta4qPYKAbtZ3GeKGAAQgAAEIQKBSAm0hoCWUVaJNf/vLi2f/tySzhPOSJUts6dKlrq2X0tE56R7J58GDB1v//v0L2dBeQEdFtDKmVRKubocVpgpoZeWOt+n5wMdcN8e+t/Pbdtcp+9usr95vVx6ygVmYhev6m2yP5tsPn5RrkxO/g2zMjdNtwaQrbND5txUyoN1z5+fu8O1zWdKzbERMFva8nw218Td6kmNsqmuTyx62cWbTb1Rfw22iz7BWfBM0g+E2Rs+bMqAtaD/I9bFpEIeNm9qSJV24PzdmjkG4kvnM5UmDbPL5uXEKY5fjkZ+zDZto9//sS/bnU/a3yY+Z5f59qG0QjluIJ5znIJt6ndl4MqArfauoW3sEdN1Q0lGzETjmpu+ZJHAWCd177V42do8jbNctdkqc5t9eedpueuJ2W/bRB6ko/LjTxl6R2pYGEGh2ApUK6HC+ktG33nqrO2TQZ8EmCUZJRGUSKws3rA+s/mrJgJaMllBWSQuJS3/IXxiHhK/KXqi0hC7J8IsvvrjkMLtyGdDXXnutE9+VStAkAR2W0zjmmGMKwrdcBnS5sX2dbS+3vUD2ZTXCMiVi4PmovTLZ9UflPZQhHS2ZUY5dvQS09oc+oFDWenQdJMZVl9uXb6EGdLO/6xA/BCAAAQhAAAJpBFpbQOtwQSWTeCkcFc+KT3JaiR36/kziWeU3kmo8+/moH5XXUKLH5z73OSeiVXJDV5yIVntJaInrmq8UAe2krC9ZURDNOVkaJ6Bt7jyznYfkykEEYtqc3M2JXi+LXQmO1ySHLXh8vFmJ4A1nOc/mzR1iQ5wAzonwBeMlhHOifEFeeDtJbZLIEs2+z1z7yVu1PO7bF0n0on7N5s2dZ0N2zpXsiM+gzkv6vCR2bf4wwknkeB6D7KZCCZJgDpsE5VAsLI0SCv/FRfMsjrvm3UAHFRJAQFcIjOYdh4AEtK5fLWo5XCxpdt8ZMNRO3veYVAF91UPTMvensRDQHWc/MZNkApUIaAlQn40a9piU4So5uWDBgqLyDHGSt1YBLfmqMhwqa6HyG8oq9mLUZ0XrUD1/Sf5KhEcPI0wS0GF5i3oJaMWivv7+97+7b+69MC4noL1MDg9d9HOShPeSOdqHxP+ll15aOEhR93g+vryISqT4AyP9/ToIUbWly7HzJU/EPLwkjf1BiWE8cTWjdZ8y1GfOnOnKkkTXwR9eqYx4/TCDgOYdDQIQgAAEIACBjk6gNQW0DhqUfPZXKJ/91x988IG9+OKL9uabb8bWhU7jrxIcymyWgN52221Ts6EloWs+oDAtAzrI4G3J/C2TAa1Jhlm/+WxeJ6DzUnaDoAb0lx4vrskscXz9wHxmdRlgYRZ0Lq6cBPbyuiCK95kVCO5QIIdiOv+4z0j24yZlQYePu7aR2s3RGtoxPBb7LG6f7Vzglq/HLTEfZDa3iO/iuBHQaa+q1n0eAd26fOm9gQlIQG/Rp7/NW/IP++2SF2IjHdZ7Uxu0fn/3XBYBffrdP7HHli22LXusZy+vfL+kT/Wn532/WQW0ynt88HFxzSyfjR0+16v7uollQsJ2/dfb2Pr37leIb/nK5TZ/6cuFfw/uu6X17NGzJP7Xly2x199/o+jxatpmHS9u3n7wcnONi3P+kpfcnDdZf+OypVTCyamfh+Y/au+vXO4e3qbfVrbv4OGJuzo6LzVM4hPX9oOVy+3FJS/Z0IG531Eql3GfFISY/enFR+34fY7O/OpT9n70mrNwrm0iXr37Jc4h6wCVCGhfp/eee+4p1HOWFD344INjM6C9KAxrFusxSURJY3/VKqAVg8pwLFy40GVp6PKCVbWPvVgNmfhyE+FhhHECWvdfdNFFhfnVU0ArHsWhuCV5lYVcTkCrvZ5XJneUqQ5j9IcnxvUh8fuFL3wh9rBIleEYOHCgK78hHv7+Z599NpWdl9teNitGxfboo4/GxiPGY8aMsbg95BnErYP2izLtTzzxRAR01hc37SAAAQhAAAIQaFoCrSWglfn87rvvFrjEyWc9KfmsRBIdTljLpTrPQ4YMcdnQusLyHdFsatWQri0TOubgu7hDCAvlIFTyYqwtSMiAzonVfFmMaAZ0PQR0Xuaay3S2kgzomgR07OGE+axpy5XFcCK9pF2ygLYEHrkDA/N9P5YvPfLFP7ccCImAruUl1Gb3IqDbDDUDNRoBLzcnP3CVvbDstVhhLJH806+dmknCeaF417z77JV3X4/NhP5Gv22td/ee9p97jqpIhN47736b8vDUgtw+bY+jCoJRz13/xG1uDor1oCHFWYKeu9p9/4Er3TwlwO+dcH1BMku0XvqHq+3qF/5kP9lztH1n98OLBLXvw5cZUTtdaW3F1sv9H+x8sJ3wpaNdvxrvmj/fYBfNvcdO3PbLduZXT4wdz89NfWgtvrjxYDfugvdedx8MJAl8xRlmoyuDfdnHywux/Hyf41IFrcY+/O7JpjU7cPDe9pdFT7k1vfFrp9m39hgZu51DjmpQbm4hA7X1e0NfP/7GfLdOmvM1h5xTVnpHAznt9oluHR8fd3VmgX3twzfY5U/8urA3/Icu4qwPTPxaV1uzvBIBrbGUqXr22Wc7YalMhWg5i7Akg7KPVV5CbXbeeWeTJJU8nTZtWlFWdJKAjqsBrRhUE1nXlClTCpJTGcD77LNPQcz6OMLM4HA94g70k/iMjhmtcZ1UA9p92/X22yV7L6kEh28oeb733nu7OWUR0J6pZxnHNE5A+0xwfwBgXIkSn1nt75fUj5buUNxRdp6J6kwrHv2g4WW22kfj8XtIe0JXdA/FCWjFP2LECHe4JBnQjfY/NvFAAAIQgAAEIFBvAq0hoFVGQ9+vxpXdkIj2Mlrt9D2jDhpMK7mRNm8J5a233tqU8KArKqDD/jW+vketviZ0JJtZ+bySpi+1CNfzbVKu1nMgpp1YdSUuhhS1l4D2GczRfuIyoCsuwRHK8byMHlQuAzqlBEeh3IcT7AvytZtDJqHkDkt45Epy5K7i8h9hCY54HirB0VLfupD1HQrolBIcRXFTAzrtJdVqzyOgWw0tHTcLAcm3kx7+ZWK4n5z754qmEpWf4c1ZSnkkDebjVB9R8arnJEjTMqqV9e1LjkiOXn7E5MJwEqIDfn6Epc1X8/vijSe6+9La+j7VNipuvRCffdKtsdnWPrC4eSsGif4fH3RW4trExenlbBzDsCN9mPC5KQc4Uf/gSb8uPKX7s9QC93yySOC1LviS6z9sq/En3nuJE8mS0LMmTI0V9NHJh7yj65u2if3eiMr5W56YYeMeuNzdfschExM/4CjXf6UC2vfl6/GqTEP0ML/oeMpAfvXVV52YDDOO0+bN88kEPNPNN9/clR9p70uCWBnTlayx30MS71wQgAAEIAABCEAAAi0EWkNAv/XWW4UDB6OZz15Ar1q1yknq2bNn15z9rNlIJm+66aaurJuuOAEdSmgdTLjRRhvVsBWKDxo08wf7qcuWLF39q1CGIzggb8y4MTb9pUElB+eNmTTRFpy/wI71B/zFZEAf2re4/EX6IYRBPMMm2sStJtssV7IjVxu5JAP6lCG5WtSxhxAW15sOD0MMDyFseXy4TdRBg3/IzVVyedY+Qf3pYcPt0ceSDkA0C3kMCQ8YLJThyK9D6iGEQdzhAZA17ABurY4AAro6btzVgQh0NgHts2u1hFHZKBmaJpUrEdAaw0vfqMz1h0CmZdWWE+/ltmFcnL6vNDnr71VW8p0TrisMo8ej5UviYoiTykmxJrX1EjxunZL6CjOZ1WbRSbdnEtdqmySgw+eiPLK+DVQroLP2TzsIQAACEIAABCAAAQhAoDIC9RbQShZQRrOuJPmsxz/99FNbvHixPfPMM1XVfo7O0teB3n333d1TEtxeQieV41hnnXVcUgNXexAorj/dHhEwZvsQQEC3D3dGbSACnU1A7zVgF3t+6Usuu1ZXmNXaGgJaNZT/49ZcprLP8vWZulkEaZyAriZOCd2DrjvWlZRIy0xWeZYdfvmfLmZlS4uZ6jIn1XOObud6CGj16aVwWsa2H3+/nx9lP/7aKXbC3Re6choqkZIm+P295QR0+BpJ+4Ai7qWNgG6gNzxCgQAEIAABCEAAAhCAgH4OvOMOO/zww+vCQnWc33nnHddXOfnctWtXlyGt80mef/75ugnoTTbZxLyAlnTOIqFVM7p79+51mT+dVEIAAV0JrY7UFgHdkVaTuVRFoDMK6NF7jLSx07/naiKrxMPdY3/mDuarRuxmgS4xKvGrOtAqmyHmkuBhCZCkfpLWJ02EhhnQErHXP52r6Zu1nMVh102IPZwySxmK9hDQEv0Sz8+f8Tub8vtf2A//erNb27QSJwjoLDuYNhCAAAQgAAEIQAACEOhYBOopoFVS45NPPikIaF9uI/xb8ln/9gJa55T4e2ohu9Zaa7kzYPzZHz7rOU5Ch6U4lDm94YYb1jI090IAAhUQQEBXAIumzUtA9Yb/OP/PtnDZ6+6wvlBCViuglVH70z9cbe+vXF4kUhu9BrSyeY/f52hTlu8hN51SOOxOTOpdA9rvmLCO8Dtn3OcykZWpu+/g4ambKpoB7UtTVCKgnz3ufwsZzeUOEYwGI6n74pKXCgcQ6nlJXUnecle9BXSWTGaVOtGlGtWvLVviDlDUlUWYq12WDOhoGZXUxcs36GwZ0Ppm+r333nMH/nFBAAIQgAAEIACBRifgDj+7sTjKQu3a1gw+PCCtonHytV/H5Q51S77y9W8td0DcBr4+b+K/k3qK9lNRsDGN691fdfHUS0B/9NFHtmzZMhdEKJz1by+d9bj/WiU4dHbL008/XRcB7Q8h1DkwYemNUEDra11hSQ79Wweer7322tUB5C4IQKAiAgjoinDRuBkJqNzDr2bfYYvfez32ULdqBHQob8VEtZRVomHXLXayZhHQijvMElZ9X2VEVyJ209r6/RLWM1Y5iQXvvV50uF+5fZV0CKFYl7uiNaB9P1kO9VO8D85/tOjAvbAsR9q86yGgQ2ZpJUN8SROx9ZcYK+s8qzTOUgPaZ7BX+j7QmQS0Du7baaed7JJLLrEJEyZUior2EIAABCAAAQhAoO0IOAE82XQMWOyVKnhrCzV3WNkgmzrne1ZOI5eOgoCujXzu7noJ6LTsZ4nnUERLBr/xxhv2xBNP2MqVK2ueiuo569DyLbfcsqT2s8YKRbQGCyW0sqc32GCDmmOgAwhAIJ0AAjqdES2akICE3D3z7reb5/2uIOH2Hbir7b7Fzrbf4OHWs0fPwqwqFdDq+7u3n2vvrvzA9e0vX6e3tQV0XFkFyUOf2VxuueLaKTvcZ8vq3jS5WukhhD6e8+69xC6ae4/7Z/Tww3IxJx1CqLn88GsnudIhcVc0zrAGdFpNZb+G08ZeUejaS940oRuK6jRxrM6TZLXnlXZgovoQo5nzHyk6MDFc1yxxJAlo308l5Tyi69GZBPRll11mktD6mwsCEIAABCAAAQg0LoG8xFWAJaK55bnWzIRufQEdpV9t5nG19yWtfr37q26X1UNAq4SGBLSuuLIbYeazl9Bqu3z5cvvjH/9oyp6u9Vp33XVdAsjAgQOdXI5mPqeV4pCAlojmggAEWpcAArp1+dJ7GxOQJLzmzzc40Slx95XBX7LdttjJ+vfulxhJNQK6V4+ehQPtNI4O9JOgO2Dgbq4EwlUPTbNfLZpTMqbE58n7HuMypSu9vADVfZKgo4d83XUh8RgtKxLXtxfnQ/ptbd//6olFEj6Uw+UEtCTuzU/MsJMe/qUb4vdHXpKpjIbahmI2y+GDfg6+nrEytCd+7WT7YOVyVxbj8id+nVgKIxqnF7DhgYjlJLiX12pz8JD9XSiX/uFqt87l5qxxJWzHPXC5u0flPg4asn8R63BtwjVV28H9tnLlM2Y8PdPtH+2tyQedlXi/53rcbeeYPmBRfW1/hX1r31016oKy/fia18pyPnTIAY7zrPl/dq8l7bdfjrowUfan7eVaBPRf/vIXd0K1fqWu3KWyF/fdd59rsvnmm9v+++9v6623XuIt5fqVQNavBUYvZVbE9am+yl3+Pt9vufn4vvw9Ok382WefdVkd0bH13P3331+I9YADDijLKcpIJUI222yztOVLfN7HJt5x/fhSJNEO4kqTVMNG/YpXOH658idRluXYiqu46xJ7xez5J+2PcJ4+piQGaXvajxFd97S9phgUa3RuUU7RNUliUe89U/Vm40YIQAACEKg7gZz8fdSGT7rfrjwkJgPUZ0cP8+UrfAiBuHYPjYlkMAdydfwC23/C9ELsLWPl2zzWMq2iOOZeYUOD+9SqOM4gA3qfWUHbMrFUUoKjaHz1OdYWnLK/TS6U7sjHnRpnXLsy/dV9lct3WA8Bre8hPvzwQzdQXL3naAkO/VuX6kD/9re/tRUrVtQ8a5XQ0M8K2267bZGA9uI5+rcGDLOglUGt7824IACB1iWAgG5dvvTehgR8WQxJ4DO/emJZ6RyGVamA1r1epkrs7b/N3k44SkC/vPJ9k+xsDQGtcSVGb3ridrtv4ZNuLF2SlN/d++hUOSiR++yS+e6ekTsdWFReQo/p+XtffKhsaQzJVcnR8CqXhRxdfonuXt172Rn/8d1MO0Ocf/LAzxPbhhnKYaNycSqGV9593TVPit1/kHHrCw8VOEuAf2+fY8oK97h4y/EJ1ySMf4d+g23ENsMzfVChzGV/hesaPq7n1WcS9zheumeLPv3dbw1IotdyVSugJQFHjx7thl6wYEGs/NU3vcccc4w9+OCD7uAR1XGbO3euu+fiiy+2UaNGlYSe1q+yly+88MLYKe+33342bdq0oljSfm3v3nvvdVIw7DduPmFc/h6Jw4MOOsj8v31Qt912m5199tnun5q36u5p3nHxxTFatGiRY3ryySfbj370o6qWV/ddddVVbnxlsESvkSNHunWJu6LjVsNG/Yr9OeecY6effrobxo958803uw8hwivKMo6thOu4ceMcG7HU5ffTPffc4364Kbc//Hg+pnIMtFenT58eWyv8K1/5ihs3yiltr2l8ZSFF56b+dMWtkx73a+n3ZWvtmao2GjdBAAIQgEArEPACOCpsU4aKEa65O4bbxN9daYf2df8T2V2StYFcDnvNZVQnC2gvxuMiaZHQeQE9bLgNf+zRSAmRmFgqqAEdO/6wMTbGptv0QEBni9Msa3+tsMipXdZDQC9dutQ+++yzgnzWoGHJDS+c/WP6W/JX36889NBDdSnB0a1bN+vbt6/tvffetsYaa7h5+9IbUfkc1oj2BxLqHt3PBQEItC4BBHTr8qX3NiSw38+PciUxdOia+0F7/p/tqSXz3WNhtqsvxfDgSb927SQbX3//jcRI47KVJTElJ6855Bw74e4L7adfO9Wuf+I26929p/3k4LPtyVeedpmsup5f+pKt16OnbbpeP9ukd7/UjOw2RMZQEGgTAtUKaElFiVV9cxonkyXJDjvsMDeHG264oZCFq8cl1PTYI488UpIVnNavF4z+1wk9JAliiUVlSNx5550FCR2VoElQfb8Sj3HzUVx33XWXm3M5AS35fMIJJ5TUmZZ0HDNmjO277742derUQhiSjwsXLiyRndddd52dddZZVUvooUOH2j777OM46xCZaBa05KuuGTNmFGLR2tx666120UUX2aGHHlooVVING3WaJKDF+Kmnnir6oCCLgFbMkvOzZs0q3OtlrITwyy+/XLK8cfP0jZKeU4bz0Ucf7dYl2qevI67nH374YZszp/S3adR/0ocTcc/5PRO3Tmrv19KXjmmtPdMmbzgMAgEIQAACGQhkraEcdtUijYvKcngpXciUDuRyWNrDtwseKy3BkSDGfTZ24d6WLOwwM7ogewvtKj2E0PebINRL5hgR+IlxpvWXYclaoUmtAlpZzG+99ZaTz7p8BrTPeg6znyV5/b913wsvvGDPP/98XQ4h1NjKgv7yl7/sklEUR5yAjivF4bFuuOGGtuaaa7YCZbqEAAQ8AQQ0e6HDENhuytcL2aqalDJWjxpyoL2/crn9ZdFT5rNlb3kiJ0NU7uCuefcVxLCyPJXBqusXj9xglx8x2WUc919v452es8QAACAASURBVKJs6rA8g2pMq/SBShZ88cYTXfZzKKx9aYu0msMdZhGCiSizXNwff2O+3T32Z6kZ2h2RQdqcfAa0GM0+6dayJTLS+mrk56sR0JJ+gwYNsmuuucaJNomzaPamF6hxUk3377LLLjZ27NiiDN8s/SYJaDFWhqyyK8Ks20oFtMSiJHMoidW3Dk6RlJXQLSegfbu4OtM+dp/J6sVjnIjXmL59kphM2lc+W1v3ffOb33RZ2tFM6nJi1q9dNDu8EjaKLU5ASyC/++67JSI+i4BOWkvdO2XKFJs8eXLJBxrVCGjF7hlGs9vFUY/95je/cfUM47K5dX8lAjrp9RAXR2vtmUZ+jyI2CEAAAp2PQBUCukSutlCb97OhNv5GL1mTsqtLx0yvAR0p9xEV0CXlQcxysXgxXKGAzs/RSsqS+IzraDkSzyAhzqr7a5sdWauAVvmM9957L1ZAhxI6mhEtAS35XE8B3aNHD9tjjz1s0003dVnQaQJaz+vyWdAqtaZa0lwQgEDrEUBAtx5bem5jAhLDcxbOLcky9uUFVArhzHsutt8uecGVrVA93/CSJFbdXZXS2Lb3Jq6dL6vh6yIre3r3nx/pnh/Yu78t++gDJ7aVfT1o/f6upEPP7j2dsPbyWSL8wMF7u7iyljLwtYQlz0fvMbLpxKQ/uK7W2sFtvIXadDhf+kX74xdHXJC5ZEybBlmnwaoR0BKUypJVdqiXvlGJqixNZTmEGbZpIWfpt5yAVv/jx493WbJeiFcqoCUUVVokLMPh5+ifSxLQSdIyad7l5Kju8UI+FOppDD0D/S2JHjIN700bWyLdf0DgmVfCRmPFCWg9fuCBB7rs7lDeZhHQygTWJfmbtT52tQI6SfSKyw9+8AObMGGC22uec3RdKhHQulcZ9nEZ1dHH09at2j2TZV/RBgIQgAAE2opA9QJ6kCuhEYnTZTcvyJfhSDpgr/TxWAHtRXccioJwzsW/IKZ+da5PS4glRUjns7RLD16MmVOWOCvpr62WPhinVgEt+SwJ7TOf1XVUNus5CWF/GKGel4B+6aWXbN68efbxxx/XZeYS0Cp5179//xIBnVQLmjrQdUFPJxDITAABnRkVDZuRgDKaJZ3fXfmBK8Wh6yd7jrbrn77Xvrjx4IJw9l/rADYduqY2qofcp0cvGz5g10LtXNXVlaR+9rj/tT+9+KiTw/7QuajA1sGA5+1zrO02YCd7ctHTbuxv7ZH7lXSV/bhn3v3u6+P3Odr9LYHuy3Z8/4Er3YGGqvWsPvx9zbAGvhb3kdvuW3LYYTPE3xYx+sMQyx2E2BZxtNUY1QhoyWVlf/osX4nBaJZtVvEbzjNLv2kCOvq84lC94OHDh5cg1WF0vg51eJ8k4y9+8YtCnWJlvb7yyit23HHHFdV8jkrGtNiiAWRhlCYco32GWeSamy8ZEc3UTes3fL4aNoorSUDrQwn1r7IZKuEimZxFQOuDgIMPPthlqKu2tbLd9cNMtJ50yCRNQKuvCy64oAijDjjUByw6rT3M7A8zyxWzl9RxNcMrFdDhhxx+Pn4tL7nkEie845jGvU+krW1bvbcwDgQgAAEIVEsgWw3oIplrd9mpX59srSugizOJW0RwNAO5vQV0xjg7uIBWubpPPvmk7OGDEs5RAf3pp5/a4sWL7fHHH69LDWi9ClSCwyenSHZLLodZ0GkHEq611lru+8q6Xe4Dilk2olAbvW490xEEmpYAArppl47AyxFQBvFP/3C1k8nKYlat5v+49SyX+ay60MpW1tV77V4uE1rCWQf07TVgF7v8iV/bxj16udIaqvPsSyOoXMIP/3qza+sPc5M0/s6tP3B96VBAL7A1pspO6DrkplOc7F7w3ut274Tr7eYnZrgxvGDWWLq8IPfzUmbskH5bN53ElYB+7b03yh7W19l3rxh98PGHmQ4Z7AisKhXQXpSFpQkkKK+++uqierlZ5GrIL2u/aZI3TkCrXMiAAQNKlmvHHXcslKYI7/OH5oWCXRm7ko7hoYONKKB9xnNYY1lCUrWxw7IiaZIySUBnZRMnS8M+JcZVD1siWUI6i4BWn75O9cyZMwuHKCbV7Vb7NAEddxCj+lO5FX3woF/59JcynpVN5LP6fekMnxEdbrBKBbTujdZ6jqsNneV1lba2HeF9izlAAAIQ6OgEfL3ksIZy8Zy9ZM2Xs6i0BEdwYF+u3wwZ0PkxSiS3HzuSAT09rDEdjvFYK5fgyBpnBy/BoQMIJXbDGtDRDOjw8EFflkNyWN/v/P73v3cZ1LVeGl/fT+k34CSSdXkBrQMS4+Szf8y3rfQgwlypFx956WGeen3dtMWVpb8tEOzTBeP12wR6nV1vg1pFVOdec7lxWii71/7CY23OKUNyDxYdLupL6UTKyriGQS3z8J6Suu6PutYtHyAVHzqa9BsGRXEG/Rfeo2J/66DCg1Rr3WzcXxMBBHRN+Li5EQmoxvOPH77elIErAa0s06EDd3Y1mn2WsuSuSmjocEC1ufFrp7l7dKm8hrKeF7/3upPVOqzQZ6yqpIQkcs8ePc0Lad2jfnVt0ad/IYP6hL3H2djp33PjqJ8z9hnvDipUaQ+N9+t5M11pDsloCer9t9nbxj1wedGBiVG+Ktswc/4jrg9/+RIfPpPalxyJ3jtypwNdCRBfdzh8/qpRF5Qt83Ha7RNduRF/7dBvcEHC+8ck41VT+6GFfyuS6YpPPL+z++ElZSaUUR5e/7nnqFhxHW3n5xKdo8TuTx74edltqdjjYtFNvvTJ/S8+4jLd/aUPFPSBwdg9jiiRxnE8dZ/KsWy98VYlsUTn4huolEva2qlt3BzjxtKa6cOVRSfdnljeI2m8MGjt6RO+dHRNJUIqFdASkKqDrKxifymLVNmsqgntM4rDEg5Z3ouy9psmoCUNb7rppoIMzyLsFF/YrzJdv/vd7xaVGFGWqzJjywloXzs5LiM2jkEWRsoWkTyP1qROYiqJqRrLErv+UkkSxRTWkk6TlOG41bDR2OUyoPW8zyhWhu8OO+xQlm3SfNXHpZde6vZfXC3tNAGtfr1Q9ocPSkBPmzatSD77TPLohxkat0+fPiWHEVYjoKP7J27tW2PPZHl90gYCEIAABNqaQCCYSkRu3CF/FR5CmFlA+3IZZhYruYM4owJaSiwow1H7IYRxcwzkmR8/c5wZ+2vrpc+PV2sJjiVLlriefAmO8BBCL5t99nOYBe0PCdRvgb355puuJIevyVwpCo2j8hv6XnbPPfd0t8dlP/tsaP+cL7/h/1ZM/fr1yzB8fk23mhoRuGZT53zP8krX3l76tm3QNymjOl4MZxi8giYtr5tQ+BbEeVE99RYBnlSXXY+fb5PsykM2yL9OF9ixbr6ay/lm515ph7rfksg/LoE8dZDd/7NDzULh7cRyyCouzkDKh31GZq+5zNonpiRQBZRo2rYEENBty5vRWpGA5OHEey9xZSt+deRFrh605K4ymF9/b4nt8Mv/dBnQ3907V/IilIO6d/7Sl92Bg8s/Xu6eU5kMXarnLJnn+9Uhg76+s56XfJY89gJbmdAS1bp8VrMEpjKdfznqQidIo7WmfVmQn37t1MQ60YddN8GJZwndY/cY5WpKz3rxUVdORNfzZ/zO/a24NRdlfPtLwnvfwcPdXCQwVT7kpId/WfR8UpkPX8/ZN5bQ//I2w4v4hTJeWeAjBn/JevXoWYhPTMQgOj9J65ueuL1Qj9tnjkfFrdpd9dA0x+33R15ig/tuGStE/TqefvdPCuwVz6br9XMHInqprPXRBwvh5UuH+PU7YY8j3UGVKosy4+mZhXvV348PamEb5am+Lzvkhy5GfVARvaJz1p70Yltrpw879EFE3NrpMT/HyQ9cVfgwQx8shGOpnwE/P8J1EWbsR2OJjif+p+1xlGumAzb9/o3jVclLuVIBLQEmuRktaaESD0OGDCmI0mgt5mhMvqyFF6tZ+00T0FFpV42A9qUPNCeJRJXfUJxpWbpxZRTCeXvBeeaZZ7qyEWmM4kowlFtbP74OC4zWSL7wwgstLOVQTsxGxw2ZZ2WjONMEtNqIgcpwXHzxxXbCCSckHvCobOBbbrkltqZ4ubrHlQhoxeOzmn1mtuft5bDqcUfXVB/IROV3NQI6LJ+i0iJxhxzWe89U8l5BWwhAAAIQaGMC5eoYK5SomC7KlCyOtSTbMbOAzmVL5kSyuYzNyY8lcIjWgB43xuzG6ZbrwV9hRmSFhxCqi7g5DhtjY2y6TS/MqTijsyTa8HDETP218brnh6tVQL/++utl5XNc9nOYIf3GG2/Y/Pnz7dVXX7WPPvqoKggqvaHv8bfbbjvr1atXkXwuV4bDZ0CHdaBVPzr1cq8ZL19bWr+9dJ6ZDbEN+kb2UPAaKsjf/H6yaAZ0vsyN9vOYcWNs+ks5gSuNXfhwJfzQRbFcYDYp3yaIxu465SYb9LMRNmvoeLN83XaflT3i4aE23gKBHk46bn6Rx4pkdHCvi/EPI/IxJ2R2B2J6AyevS+PMvQa9pE6Q9UX9pK4aDRqEAAK6QRaCMGoj4Gs9q5ebxlxhD85/1A6/e3LZbOJqR5RsDWtIPz7uaicbNeZuW+xkr7//hpOWEsSS4AcP2d89FickFff02TNMhw1u13erQj3oaGxeAksQ+pIgvo3PYlUGbXjpYEQvEP0hiv55SVBlhPurnGD0da9923fOuK9IdvrD9PS8RHdUZIdiV21UPzsUzD673Pcvwa41jMpbjSOJHJ1n3DqGMWt99KGBrpBJ+LhE7IjrxrsyKknj+4xi9ROVuiFPfSCRFmPILK4OtP+wIYmpHt9uytddVvblR0wuQRD2H7dnojesdcGX3ENh7P7ATTHRVS6TOu21VImAjisJ4PuPPuf/HZbq8G295FOZA8nNSvotJ6B9Rm2YiV2NgFacEn3KhNXBcBKjqsGbJqB1nzKQleURd/iij91nIvv+wnjD9VJW+F133WVhOY1y65l0kJ3uqeQwO304cNVVVxUypqPMs7DRmFkEtN8Laq9M+rQDHuNYlRP1lQpoxRFmZvvay9HyGOE6xD1XjYD266T9ofrWYjFnTstve+j5eu+ZtPcHnocABCAAgfYmEC9TS39NPh9nibSO/gp89kMIzcpnN+dGzP3a/6BbVPKguDyAO4Rwi5ts6ITp+eDSYkkT0nFzVJ9jbYHEeJFUj5YoiIuzkv7afh+0poCOymefEe3/9nWa9b3Z7NmznYSu5tJvuOkDdWVB6/JCOVr/OZoBHQpof18WAV0sWWMiLqr9nNtvs77q92leqhaVcPGidpLZBfm2h2xgTla/NDEnc4uEbG7fealcnll8W9d3goAuKc9h5mIJM42dgF44qOXDn7xkL743OnbCb1C4CUTalkjqFi65+QZZ1xL+XE1DAAHdNEtFoOUIeOEoqTh/yUsugzQsl1HuXsk6ZUp70Ra2lYy89OCzCxnRPrNYUi/aXm17d+/p6kqrXEVYwsH3KcF38r7HFIUjMX3QdccWDjwcsc3wkjIPXn7GyU0J3rvmPVBSEiOUsEkCWoy8pL7jkIkl2dderIbzDfsKM201/zsnXBeLOhSi0TnEjaGs4KhYrYeADpmEIjyUy6GYDicjIfu5KQcUHgqFbKUCWmVifJZznIAOs87juPrnk2INRbsCjlvbcG5xAlrPh7yiHzxU8o5UiYCWzNM3ouHBbH6suCxUf9CcsluV8av6bxJo5557ri1cuLBwAF0l/XoZKjkXXpKGKr3hpbZ/ThJUGcG+NEiUjQ4iVLZwVLJKiitjOCxdkUVA+zaK44wzzrDtt9/eZdUqg1ZZyCeffHKh7rRi8aVHlFkr2SlGypSeNGmSk89R4ao4lR2rP+HlRe7YsWOL+vdtvFT1gtczDw/gUx9qp4zecNxq2GjcLAJa7Xxs+jpJQOs5Zbdr34T7SVnfYqrH40R9NQJaY/nMbGVn64culV6JHuTo2fqyL+H41Qpoz0KlPkaPHu32R/SqdM9U8n5AWwhAAAIQgAAEGoNArQI6rgSHSm2EsjkU0ZLOoYDWv5cvX25PPvmk/eMf/6gYiu7/4he/6LKfvdAOBXSYAa1a0NGMaP1bl/87UwmOtMzbyPNeyk618YH0DbN68wL6xhE2a1xwaGFSCYu8EL5+oH5jIO3QxAoFdOzc1McsGxGUFymS44E8HvtKWFs6SZTHPV6hgE7M/K54C3FDGxNAQLcxcIZrHQJeoIVCNZppmzRyXF1l31b97dJvsKvhHD0ksNxMwjjCdpKJYf1m/5wEr78ktqNiMSmjt1wMWQS0xKQyxXXFZUGH9Yq9UA8FdJpI9fFF5W0oM728VWmNsGxIVMzWKqAl6lWGRVc009eLZa2DL2USxzYU1WF8lQrosH2cgNbYynD2H3JE97Li8PXJo3H6jHJlo3vJnVZCI0lA+xjS7k97VWcV0L4GbljGIdq3pN28efMKWZsSmpKXyqYNL9WPnjx5spOzlfbrZWh0bJVM+Pa3v+0kbnilnZgt8SuhF5WsXqirXy/cswhoja12kqKS1/5SNvWJJ54YKxT9wYGS+/6SgJSwlriPzsfHHD7us8jj6iAX3su23LIg6CVm4w7gkzg/6qijisatho3GzCqg1VZ7R8K9nIDWmkj2SpAn7afovqhWQIelOJTRrthefvnl2JeTL30SSvtqBbQGUEZ1tGZ3dOBK9kzaewDPQwACEIAABCDQeARqFdDhIYRR6exlc1wZjrBmtEpv6LwLnYNS6dWtWzcbNmyYDR48uCCRQ8lciYBWnH37ZkinTSjBISnrpLAy8vO1jwulMxYea40uoOMyn916SEo/PKKl3rUvB1I4xLAly3uSnZ9egiN/GKnLCi8I9BgBXaYER1IJkEr3D+3bngACuu2ZM2IrEPACTV3H1RouN6SySac8PDVWMHuRLHH8vX2OsReXvFSonSx5u83GW9qZ91xckMq+fZKA1uOD1u9vOkRPJTp0qUxHeLCg5Gj0UMAwg1j3+H72GrCLbdNvq8SD++Kkse73AlQyOcyWDTNlfXazxPD//vW2QkZ3KKBDIat2qjOddCWVvwhjic4zjKdaAa2azb269yrUylaN49F7jCyU+KhEHofxhbWgK+kj5K+vkwR0tK62rzvt1yUpq1lrsnDZ6y4bPYl5dI3iBLSvc55Ul7uSl3FWAV1Jn3FtJeR0+YzjWvtrhvsl1/2vLEYzluPil8jUqePlGImj/sRlxjYDk3rEKDnsfxDqTPup2j1TD+b0AQEIQAACEIBA2xKoVUC//fbb7gDBMLM5rPGsr6OHEEYPLNT9zzzzjJPQlR5EqJrP+v53iy22cOCi5TcqqQG95pprusSG9CvlEMImLMFRTujGHvRXJOEDebxJ8iGExQcYBpneDng0K7rcIYSU30jfo43bAgHduGtDZBUQkKx7dsl826JPfzvhS0fHHlCX1J3kYXhoXdjOZyZ/cePB9p97jnICWnWIVWZD19Uv/KnQXG3P2+dYdxhhXDkPNYwrLZFlmtF6vNF74uoWZ8mAlkwOs5jDzGAJyIcW/s0d1pfUVyWZ2UltQwGteYUHPIbys1oB7UujeBnvD9o7fp/cYZSVyOOkUiKV9BEdM0lAh+VNwjrOvmRMtBa4+o3K6TDecnsvFND6UMOXpIn7MCTLfo22aSsBXU1s3FNKQOJZf6KHDMIKAhCAAAQgAAEIQKDjEKhVQCupQRnMcQK6XA1oEfQiWpJYZc6U/LBixYrMcNX/Ntts4w4ol4jWVYuA1mGG66+/fsbxo3XTI7XHw4Mn2+UQQj+NDCU4Yg8i9fNJlr2xhyIWHZbo67UrlmJepfXlY+IMGBa3Ly0JknHRaNYABBDQDbAIhND+BFRqQFecOA4l9ONvzC9p48VzWO4grlyHROgLy14zyWxJPi9As85eElrZ2n99ZW5sSZDowXhZBXRUbqv8R//1NrYBPz+iUDs4i4BOqzOcVUArnrHTv1fIKvfy9eYnZtR0CKHk7Lenn1rIdPcZ25XI41Dohrwr6UPrnaUEh9qFzPwBj8pq3nfgruYzosP9E5XTocRWu6SDBEMB/cOvnWSH3HRKYvmPrPs1bIeAroZa+92j7F/VieaCAAQgAAEIQAACEOi4BGoV0BLG+r6xFgGte1euXOlqQD/++OOZYEs+63vVr371q04aqw9dtQho9bfOOutkGr8tGpU7KLAtxmcMCLQGAQR0a1Clz6Yj4GvqxoljCdCNe/SyN1Z+UJByksnH7jHKXlu2xG6e97tM9aGj5TnSSlakQZSoveaRG+2Hf73ZNY0e7pdVQOveaGavMsl99rOeT+orzFZOyuT18whrGodlPKIZ0GovcTriuvFFvIcP2NVluU8be0UamqJ4w3racSU0QhmcVgM6vN8LYQXTWgLa13PWGNo/P/7aKa5OdlJ98+jhg1FQSWsULcGRlBWfCj6hAQK6WnLcBwEIQAACEIAABCAAgdYhUKuAVvkMleGoRUBrZm+99ZYrw5F0FkZ09hqvR48etuWWW7r6z3369Ck6hFClPPSnkhIcKr+hMhztd6VkVbdfYIwMgboRQEDXDSUdNSsByc5fzb7D7n3xobIi2WcwHzBwNxu7xxGF6c568VF7dNHf7N2VHyTe77OoJbJ1qKFKd0goHrTNvrb7gJ3K1k7WQMp81nXQkOLDwvSYl461COi4Eh9hRnOSgFZc/hBD8VHd4bgr6QBAtY0T0Ho8vMf3GZ1j0p5LyrZOquFc7sC/cIzDrptQyMwOs4nTBLT2mK7++brfoVhOE/ehVNae6dOjVyxn36fWzdcX15jzl7xUOIwwSbDH1YAO5xrK9mpe5wjoaqhxDwQgAAEIQAACEIAABFqPQK0CWpG9+eabTvYmHUKYVgNaJTx0Ron+fPzxx5knq/HWWmst22677dyh4yqhUW0GtPraaKONMo9NQwhAoDoCCOjquHFXByAgwfmTB35eOFxPU5KgS6rf7KfsDwD0/17w3uupGdDRQwl9VnWYca0avd8cckCsjJY41RVXtsPLw6gkzJIBHUrUUM6GNYc1blJfceU7dt1ip5LdEWZKhxnJapgkoPVcKLj171oFdBhH9IDDkx7+pYs7qVZyKMSjbdIEtMbddL1+hfULWacJ6HIHM4agfRa/anZHr6SDJn27OAEdzQyfNWFqRbXVwxgQ0B3gDZMpQAACEIAABCAAAQh0KAL1ENAqwSGJnCSgo7Wgw0MIBXPx4sU2e/Zsl0ldzaXM5d1339023XRTd3uY9Rx+/dlnnxUEtb72GdK6R/Ka8nPV0OceCFRGAAFdGS9adxACYQaqpObInQ505TR0+JquNAldCQbJZ12D1u/v/tYBhmd+9UQn85QZO3/pyzZ70dOFDGy1P2Of8UXZzpKL9y180n515EUWCl4vVKPCWON4qaiv3znjPuvZo2chbD//UAaH9YKjUjTMho2WfwhZKo5ojGE5h2idagXkBWs0Rh9s0sF/5dYgLgM6jCOarR2tOx2dv9h89/ZzXfZz3IGPSQJa973+/hvukMvLDvlhYe2SaknHzUmxfW7KAe6puHXW437t4vjqeR3S6Uu1xM097P/5M35XCCMU9uUy3NNeDwjoNEI8DwEIQAACEIAABCAAgbYlUA8BrTIc77zzTuFQQWU8R2W0l9BePmuWEsCffPKJPfHEE/bKK6/Yp59+WtXku3XrZltssYXtscceroSGxtIVzYb2AtqX5wgF9Oc+97l2Lr9R1dS5CQJNRwAB3XRLRsD1IOAF5Q92PrjoMDcJN9U+jqsFXe24koZ3j/2Zbb3xVqldKMv2rnkP2PVP32vb9t7ELj34bHdfKAJ9BrbPvNa/fznqwkL/yhq+/onbCqUiNGgotSUj1b8kuy8DcsZ/fNfFpnFufeEhm33SrU5YK54z77m4pC+VDvH36D4JWElWz02ysnf3nuZj9Ac1fmuPkUUMtA7+YMc48e4b+/mrTVyGb9hpKMTjgEvSnrD3uCIhr3YSvRPvvcSVR9GlmHVgpK5fLZrj/tZ++f5XTyy5NxT0SYvsZX84Z982LbPbzz+6X3W/1vv7D1zp1lMxH7vTQUVro/WOlpfR+mhvvfjGyzbl4alF+93XN1e5l2iGexb+cfOvREBfd12ujMuECRNiUZZ7/l//+pfdeuutia+zI4880jbbbDN3yrb+nH766a6tv2+vvfYy/Ylet912m3to1KhRRU8p40PxKGMiLt5q+1VsGnPRokVuvAMPPNAUe5iZ4fv2c0qbu/rx8/XzjwOVxEBtFdPMmTNNJ57rwJdhw4aVxJUIP+MTYqo11Di6BgwY4NYkyv6yyy5zj0fXK21NwjD0q5733Xef7bDDDrb//qXljTTfV199NTbyzTffvCSmjFOkGQQgAAEIQAACEGgIAvUQ0JqIBLQEsq8FHc16DgW0RPCyZcts6dKl9tprr7m/JaJruVSKo2/fvrbJJpu4v/V9qkR4KJvj6kJLUktaS0BzQQACrU8AAd36jBmhAQl4AS2hNnrI123owJ3tg5XLXSayMkX1eHjoYDVT8H1klc/hGBJ/Nz8xw1QWwpeKkAx+ctHT9v7K5YWm2/TbqqRkh8+6jcbcf72NXda1+vng4w8LT/fqvm5BXuveJ195upB9rTiUoR29wnvC5yR/X1zyUlHzuBh9A4nr8PIxxvH2fceVIQnbJ81fbeLKg0TH0v0aK+S8Xo+ejrOv4Ry9JzqPuPgH993SieuktuVi83PyfZSbb3Rtouvt71Vf2vPK0E7aK3o8en8WhtH+KhHQ999/v40ePdouueSSEqkr2XvWWWfZzTffHCsMJVYPOugg23nnna13794l85o8ebKrESd5eeGFFxZ+1c/fp3ueeuqpkl/BGzky98HJjBkzivqUoDz77LPdN9FPP/20k9vhVU2/ksQ33HCDHXroofaFL3zBnSx+0003uW7vueceF78u3/e9997rJGza3MP4/fz322+/AbTs2gAAIABJREFUong1j7lz57qxp06dWnhOMRx22GHuuaOPPtrNMymuuL2f9TFJ9H333dcdJKN1lHDXY+KhcRW3v/Trluecc05BqvvH09YkjEWs77rrLjfenDm5D5nCS+uuOWs/Ra8dd9zRfvSjH2WdGu0gAAEIQAACEIBAwxGol4BeuXKl+94wFNBRGf3BBx842axsZ33PKSEsae0zk2uBo7EknJUNLdmt7+mVFa26zj179kwsyyEBLVmtAw25IACB1ieAgG59xozQgAQk1Y677Zyymc6+dEal2dBhyY2fHHx21XVzhU3i8dI/XG1fGfyl2AMIGxAtIUGghEAlAlo3jx8/3h566CH3x0tdLyclKEM5Gg4WlbJJS5EkoNU+Kl/1WJKA1uPK0H344YedNPcZxn5cH0/WfiU0JZtD0ax79Q39iBEj3DfIf/zjH133SQLaC+ly2zA6/7BtnOT3IjYuLonphQsXxor7Sl8KXghHPwSQVD7hhBOKPnhIEtBpa+JjEtNddtnFTjzxRPdhRBy3pHWvdF60hwAEIAABCEAAAo1IoF4CWnN79913i7Kg9ZgEs8TzkiVLXJa0vtZBg9WW28jKUCK6e/fu1qtXL5do0K9fPyeile2sy5ffUDuyn7NSpR0EaieAgK6dIT00MQFlo85ZONfNYPH7S1zW63Z9c6UylLk7a/6fXUmOPj16FWapOsDhpZIFLyx7zTbOt1HbY/cYVVdhrDjjsl+bGD2hdyIClQpoLweVeeqzjr0EjctQ9ihrFdCSz8qIjWZYx4lICfGddtrJiUuNq3uiWbQ+niz9as6DBg2KzerV/JQZfu2119q0adNcZnBrCWiNFcrdNKaeQ1w2cqVbXJyVEeMle3h/tORGnIDOsia+T58prf10zDHHuA8SwgxrtUNAV7qCtIcABCAAAQhAoJkI1FNAq4yGvo9TRrO+Xr58ufttQ2U9SzzXI9O5UrY+M1oiWtnQ+v5RIlolO5QxLTmtr7kgAIG2IYCAbhvOjNLEBFSG4sH5j9oLb7xszy6Z7w4R9JL6+aUv2bKPPrAt+vR3j5Ur09DECAgdAjURqFRAa7Aw61X/VobxNddcU7bubpos9ZNIyoCWTJ4yZYoruxCK7jgRqWxltZd09uIzKq7DeNL69fN95JFHCmU2ykFvLQHt+/WsfVb2yy+XluLx8SljXfWq48RxJRvHr4tktq9tnXR/nIDOsia+v6985SvuAwSN6dkvWLCgqPwKArqS1aMtBCAAAQhAAALNRqCeAlpzl3DW94SLFy92MlqlORrlkoxWVrR+o3DTTTe1gQMHOiHNBQEItB0BBHTbsWYkCEAAAp2SQDUCWqB81rO+DrOhkyB6eerrFIftQqFZTkDrcDmV+YhmX6uvsAb00KFDXZ1iXwc4FJp+3FASp/VbrixG3HwrrQH9rW99qyDvQ9Eb9i2RrgxwfUN+5513OhmbRcJWGnu5F4F4XnXVVa6JMsL32WcfV+87ekhgnIDOsibqN/qBgc8+j37Aobnrhyh9+BFeHEDYKd/GmDQEIAABCECgwxGot4AWoN/85jf25ptvNjQrZUN/85vfrDHGv9iFXYbZuYVeLrDHVp9jpceZ1zhMI9z++IXWZS8rmd9fJnexYc/8yl6/dbT1a4Q4iaHhCSCgG36JCBACZm+99Zb7j1z/Wa679tr24Ucfub8XvvKKrbvOOrbOuusWnt9www3tlUWLbKMNNyy0E8Owre/Ds9U9GkOPr73uuoX79bwfS3+r3fPPP+/G1PX8c8/ZdttvXxh/4BZbFNq/+dZb9uGKFa6dj1t9h5f68s8pPn2tS+N89OGHLmY9tuLDDwvz0dfq17dVzBpriwEDivpWLd2xY8cWHvPz0wO+vZ+L+Pkxwvn7OWhenkXISkziLq2VGPn5ey5qG66bYtZa+b/V3o+l2JRdqzn4cTR2M17VCmhf91lzDutBJzEodxCfP4BQ95YT0DrQz2fE+oMQoxLWH5QYHjwYl0UblcTl+q1U4iYJ6Dj5rjlrXvoTzt8fQugPH5TwVa1lyXrJZ11tLaA1ptb9vvvus8cee8ytu+LTBwJeiqtNVEBnXRPdG2ZK+72k+tNazzCLO+kQQg4gbMZ3IWKGAAQgAAEIQCBKoDUEtLKg77777lav81ztaqru8yGHHFJb9vO/braRm3/H7ObXbca3c+p1yf+NtP6jd+2YEjpOQIvB6WZXI5+r3Yqd8j4EdKdcdibdbAT0zcFbS5fa0jfftH323ddm6FCu737XXlm40GbPmWN9N9rI9t53X7vmF78wCagbbrjB/X31f/+3nfhf/2UPPvywy2rUYWG6DjzwQCeS/XX44Yebxthuu+3cn1NPPtlGjhplu++2m/1/l13m+j9A9zz3nJOhH374oS1auNDOnTjR3ffcs8/a1w880ElwPa8+9PXMmTNt3LhxduONN9p+ymQ88MDCmPfPnOm+XvrWW042K3vxdzNn2vY77GCK59prrik8pnaat/qT2FU8YqG2krLicWU+a9IPcMHkyS4+f0n0znnySRe7xlPNVz++/tZ8Rh5xRNH8lf24w3bbOREsMa37jj/hBDdnieRnn3/ecdU1e/Zs23333d3Xmr/ivG/mTNuwb1/H3bfzX2s9tWYqzXDepEl2+4wZbiwvm/W87lW8zz33nOtbXJrxqlZAa65ZBKhnUo8SHF7ShgchnnrqqW4InwGt55QpHHd5aa3n4uJJ6tfL6VBqR/tXpq4Xw/UuweHHj2YBS8zqkMVofeswtnJtwoMY/T36waSSyx+MePLJJxcyzqMCOuuaaNwtt9zSSe24KyyBUsneq2Q+tIUABCAAAQhAAAKNQKA1BLTm9corr7jzSxrx0m/VbZFPLqo2Ppf5a4/Z6olhvvMSu/nI/jbjsBYpXW3/3AeBjkoAAd1RV5Z5dSgCXkAvX7HCid0Vy5fb0D32cEJ0waJFTk56sao2zz77rO25++6mrxctWGAb9e3rRLAErGSxRKtkrpeioYAWOInsdXr2tIsuusj+NmeOE63KxPWSWuNKckv6KtNYgnTSuefa7CefdJnUyuKVsJ1x++1u3B+ff771XGcd115iWI9JzqpP3SPRq6/1nBfQXiCr/zlPPOHmsGDhQhs0cKAT0LokaDWfN5cudcJ916FDC+seFdB6wh8y5uetODUP9a1LXML5e+mrvjS2LglGCTmNq4xlL53F/8EHH7RvfOMbrp0ktCT/0N12cwJe89Kl+074r/9yHx5I6v119mzbYYcdXEa3PhhQ35LPEvK6JOUHDBzo+r7++uubcl83o4AOD0L00CWgfbkGydBoWQh9mBAeohcnoJP69WUhkupc6zW29957F+pg11tAa46+/EUoYbOIce1VlcqIHuKnPjVfvR+Fl5f84WN+PtE62r5NVAaHArqSNfGZ0uK82WabFcU1ZswY9z7ky6ogoJvy7YagIQABCEAAAhDISKC1BLSG/+c//1nz+SAZp5G5mUrmff7zn8/cPr5hrvSG/WW1nfPF8l3lsqLvyDUa1VKqQgJ7il1gNulcu0OPX2Z24uYLbNfzz7VzJ5ld4PrOCe3v3ObHaCnxUXJ/NAs5n6GdHznfn++nuHRIbqz8cy7T2RcVOdx+9eoMG61vlyMZ0Enz8u0uyM9DvR4eZInXCJ7bOwABBHQHWESm0PEJSEq+8NxzTur23XBDJ3v++3/+x44YOdIWLlrknlNmrmTtuuuu6zJlJU2VNSxZvMXAgU44q8yEHpP4lPD0WcCSxrq8xD78iCPsydmzbbfdd3f3aAyNqb40hi5JJ2VWe1GqPiVQH3noIfe8RM7td9zhxth+++0L/fkyEspIlpiVXFUbzWHb7bd3AluX5LD69FnAmlcYo49dGcMH7r+/zbz//qIM4TgBLY4S4RLzAwcMcBJcXyvzWJnYujRHxa62EuP+efHacKONHAvfLiwpov4eevhhNxfNQfPUnHS/1kljuf+EjzjCzduVHsmvlb758+zFU/16jsqSVja1+g5LijTTrm9GAS2+Xlbqa5WrkID22bjRA+vC9l7gJmVkx/Wr+33N4VmzZhUdhqfnfOa0PxyxNQS0RO6IESPc4SxhKQrtST0WlsDw+0/Zz/oQp1zmdta9qszkuFrfPq5QcocCupI1KXdgYvTARQR01pWjHQQgAAEIQAACzUigNQW0eCgTWt9Tfvrpp+2KR2U3JJ9rzXx2k3Byd4aN9HI2aWYRaRtmTbuvJwU1o5NKerx0Rj7Luji7uuT+ohhybRecnhfLru8FdoarTx3J0i6ai8T0FBsUSufLBuXqO4dzKZpXXpLvmM8GzwvsgnR2//5bi8hu113A4I1AAAHdCKtADBCAQN0JRGtA130AOsxMoFkFtBe/KrfhBbRk7JAhQ2zq1Kmx85dEPfTQQ102cLmSIL5khO/XfT/7r3+5AxD79OnjajErM17y9dprr3UZ8GF2dKU1oNW/P4ixXL1p3+8555xjksu6lH198MEHu7jOOusslzmcFFfmTRHT0Gdbi4kOTdQ4YqJ5q3RNWAc8FNBZ10Tz2WmnndxvMUyYMKEkgmiWOQK6ltXkXghAAAIQgAAEGp1AawtozV+l19xveOaTfdqaiZKClMSg7x3rcmUU0C5LeaugHEcggi1awiO1z1zW8t/y2cTxJUD87PJS2GIOByyS0bn2LXEuyB2qeH60tEhxBnRJ7IlyugJZX5eFoZNmIICAboZVIkYIQAACTUygFgHtyyH4v8thkECcOHGihQcOxrWX6LzlllsKNZ3L3SfReswxx5gOnpO0VD3o448/vqT8hh9Hcvfvf/+7E9RZ+w3npvH0b32jrixrXRLaxx13XOEQQT0W7dv/uxwfzyU6/+g9msOjjz5q06ZNK2RiR+Pq3bu3k+XRuGrdphLg2i++xrbG0fwlj8OSGZLDktQq55F1TY466ign86+88sqS8hs+bn0w8IUvfMGNV8neq3Xe3A8BCEAAAhCAAATamkBbCGg/J32Pp++R2/LS93Rxpd9qiyFLCY5o+Qw/Yq6sxaBpkRrScQI6Ug7j8FF3mOXrS5cX0BorMr4v/1HUZ0ChIJ2Ly3OYf7wgmY+1BdE61wjo2rZTJ7sbAd3JFpzpQgACEGhrArUI6LaOlfEgAAEIQAACEIAABCDQGQi0pYAWz9dee82efPJJW7JkSavi7devn+222262ySabtMo4SQI4WmajKAM6iKTk/hIBHT3QMKYER8khiElTDbKn954VlONIQZMvC7KrakSbSmmYPbb6HCMDulW2VKfpFAHdaZaaiUIAAhBoHwII6PbhzqgQgAAEIAABCEAAAhBIItDWAtrHoQMKdUh1vUW0xLNK2NV+0GA2OWvhAXvResexB/ftGi9xEwT0dxJqK5fPgI5maIc1oaNiOyqnw9rWQU3of7UI6L1Sa0DnRPVeQphaWoTXZmcjgIDubCvOfCEAAQi0MQEEdBsDZzgIQAACEIAABCAAAQikEGgvAe3DWrp0qb388svurI/ly5dXtV49e/a0gQMHms5h6du3b1V9VHdTpFyFBYcK5jtc8n8jrf/oO/L/ypXfGL1Zru7ysDCDOa0Ex/mP2WM2rHBPagmOfPayH7lQSsNFklBmQ09FSnQUHybYIpaL5uXLexTuR0BXt586x10I6M6xzswSAhCAQLsRQEC3G3oGhgAEIAABCEAAAhCAQCyB9hbQYVA6rPCNN95whxYuW7bMCemVK1fap59+6pp169bNevToYRLOOiNEhwpuvPHG9TtckD0CAQi0OgEEdKsjZgAIQAACnZsAArpzrz+zhwAEIAABCEAAAhBoPAKNJKAbjw4RQQAC9SaAgK43UfqDAAQgAAEIQAACEIAABCAAAQhAAAINTAAB3cCLQ2gQ6IAEENAdcFGZEgQgAAEIQAACEIAABCAAAQhAAAIQSCKAgGZvQAACbUkAAd2WtBkLAhCAAAQgAAEIQAACEIAABCAAAQi0MwEEdDsvAMNDoJMRQEB3sgVnuhCAAAQgAAEIQAACEIAABCAAAQhAAAIQgAAE2ooAArqtSDMOBCAAAQhAAAIQgAAEIAABCEAAAhCAAAQgAIFORgAB3ckWnOlCAAIQgAAEIAABCEAAAhCAAAQgAAEIQAACEGgrAgjotiLNOBCAAAQgAAEIQAACEIAABCAAAQhAAAIQgAAEOhkBBHQnW3CmCwEIQAACEIAABCAAAQhAAAIQgAAEIAABCECgrQh0WXHvt1e31WCMAwEIQAACEIAABCAAgU5NoIuZFb771j/KXClPF9+Z3rhLehMzy9SoZejE5ppk10pDzLUvYlSn3VKIs/z8xCj7D0eR+SWFmhVp1nZZN40mkrXP2HbxN2fbR9EgswaSst6umwx9ZWji+qmAUUXzrnoP68aE4DPNKRueil9VFU0+bQ2zTiTfT1mWQV9Zu61gr2flVNxlnd7Xs+711CD9Ju+S6aWT2l3kDbqy98yM7wtZ17LQXcU3xEwz5v+sdBilLer2WqnHnDK+X1Yzz6ru0f+Z2f+HjR+ikbh0tFgq+A+xqvU36/LeRTXvgCqH5jYIQAACEIAABCAAAQh0MgKV/LxSSdsMGCv6uTjr2FnbVfJzcCV9Zpi3a5Kxzy5Zfz7O2k5jZ2rbpcTXZ51acbtgoll9SmK7GMG+2swxSrtK+sy4AGn9uk2coa8MTQr9ZGprVv71E+kkY58x9ip5w2Tts9AuZeNl7U/EM78w0hZQna2RoVHQJDHOyCbLOp+SduonIaaMfba7gE6NM/+6SW2XZWkis830/pa0rRMCytpnIdy6TKz0Q9MsOKJtujZQLJX851d2rvWak15nHUlA12M+mb9JSNmNWf5jTtvQWb9pSOsn+fku70+peQdUPzp3QgACEIAABCAAAQhAoLMQqETKZf45wDcs/wPi6tVmXVN/Psn3lXXssu0iUqemPrPenLCRCreX7ycbo/zPz13LSKswjEyhrzZb3bUOAjoyWKax/Xyi7OLnVxkj32fWQFLeCAqDp8iQTMNVttfLz7tK7iXTTXgtZ5pPvrOMe90ZgNT3g1yfq1evtq7pbx7Z3sUdyAoEdOp7TH4SWecT2y7htZyxz+JmKTdl7DO3PhkaZ2iSE35dzVbX40OuyGwz/b9S7j0m/kOurHszv0Ozb+ayuzTje3q5PjK/Qaa9XOoQS+HXO2qVx5k2WdqE8puggtd+bI/1jCXjG2DizOqxRu4dtg77tx591CuW8luhy+rLEdAZXi00gQAEIAABCEAAAhCAQO0EKvlZsJK2WSKrpL+sGWhlf4YLnqzk56PYOCsJPgZG4faUfrIO49plzH7K1GdXsy6CVOtVZdmTkvUu88N1VXsjE4S8T1pttiqBhUtDziAOUocLNmRq2/yalG0XeTJrnyXLnc9UjT5eSX9Z93rWdVQs9crqdNgzvm5SfUhkAlkZxbYrkwG9+jMzW1XBC7NO7zEVCei09478vsrKqOxsq9zrsWMnbMKK48zwnpC6gnUSihX9qlG5oOoxp0pe5GmxpO2xVMDJv2mQ5dZCm4o3R0Lv9einljVaZbZqRZb/XDLSqcd83Jt9HbLUk0PusvPJW9ZjJ2WEQjMIQAACEIAABCAAAQhAoL4E6vWDRxVRtdnQbTNQ5lGyNtRPWlnbVoG/9JZ6DRYfeEXTqSYUlfhYaw1bq+86tjpJQrct0BbE1cynLmtabSf1C7huTq2iDVTtvKu5L4nVZ/ZJ981tVbc+FUro7DH4kd9f1dXt7E9Xd7EVn+nr7JpmlXW1j23NNnplZI8rO4VqW9Zvj+ciaKS5VcuE+xqdwOrVq6xb13VsjQ1PCiR0o0ddW3zrdutq3fU5u03YkVdZbSy5GwIQgAAEIAABCEAAAhCAQAcj0A4/JmrI7t1szc172erP2mH8DraCDTmdhlzW+KC6rP7M/r3O1mZr9jUzZUI36tWQUBsVFnFBoJ0JrLI1uqxj6/Q721avWt7OsbTN8KpO4z5/7Hb8F3i3ahvmjAIBCEAAAhCAAAQgAAEIQAACCQRcveHu3az7pr2Sy3BADwJtRWD1p/bx2lvZZ2tuZF0qKsPRVgEyDgQg0GwEVq/+zNbsuq6ts/GZnUZA+zVCQDfbbiVe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ICAbshlISgIQAACEIAABCAAAQhAAAIQ6CwEENCdZaWbZJ4I6CZZKMKEQPMQQEA3z1oRKQQgAAEIQAACEIAABCAAAQh0QAII6A64qM08JQR0M68esUOgIQkgoBtyWQgKAhCAAAQgAAEIQAACEIAABDoLAQR0Z1npJpknArpJFoowIdA8BBDQzbNWRAoBCEAAAhCAAAQgAAEIQAACHZAAAroDLmozTwkB3cyrR+wQaEgCCOiGXBaCggAEIAABCEAAAhCAAAQgAIHOQgAB3VlWuknmiYBukoUiTAg0DwEEdPOsFZFCAAIQgAAEIAABCEAAAhCAQAckgIDugIvazFNCQDfz6hE7BBqSAAK6IZeFoCAAAQhAAAIQgAAEIAABCECgsxBAQHeWlW6SeSKgm2ShCBMCzUMAAd08a0WkEIAABCAAAQhAAAIQgAAEINABCSCgO+CiNvOUENDNvHrEDoGGJNCpBfQ777yzuiFXhaAgAAEIQAACEIAABCAAAQhAAAIQgAAEIAABCECgqQl0QUA39foRPAQgAAEIQAACEIAABCAAAQhAAAIQgAAEIACBhiWAgG7YpSEwCEAAAhCAAAQgAAEIQAACEIAABCAAAQhAAALNTQAB3dzrR/QQgAAEIAABCEAAAhCAAAQgAAEIQAACEIAABBqWAAK6YZeGwCAAAQhAAAIQgAAEIAABCEAAAhCAAAQgAAEINDcBBHRzrx/RQwACEIAABCAAAQhAAAIQgAAEIAABCEAAAhBoWAII6IZdGgKDAAQgAAEIQAACEIAABCAAAQhAAAIQgAAEINDcBBDQzb1+RA8BCEAAAhCAAAQgAAEIQAACEIAABCAAAQhAoGEJIKAbdmkIDAIQgAAEIAABCEAAAhCAAAQgAAEIQAACEIBAcxNAQDf3+hE9BCAAAQhAAAIQgAAEIAABCEAAAhCAAAQgAIGGJVCzgP5k1Ue2YvU79vGqD221rWrYiRIYBCAAAQhAAAIQgAAEIAABCEAAAhCAAAQgAAEIpBPoYl2te9d1bZ0un7O1uq6dfkOZFjUJaMnndz971e6dO9cu/O1UW75yRU3BcDMEIAABCEAAAhCAAAQgAAEIQAACEIAABCAAAQi0L4H11+5pZ3/9P+2gnXe2PmtsXpOErlpAr1692patWmx3/O0x+8GMn7cvEUaHAAQgAAEIQAACEIAABCAAAQhAAAIQgAAEIACBuhK4aORJdviuw6x3102tS5cuVfVdtYBetWqVvfnZS7bXhaeQ+VwVem6CAAQgAAEIQAACEIAABCAAAQhAAAIQgAAEINC4BJQJ/ecfXmEbrbGVde3atapAqxbQn332mb256h82ZOLxVQ3MTRCAAAQgAAEIQAACEIAABCAAAQhAAAIQgAAEINDYBOZNvtY26rq1rbHGGlUFioCuChs3QQACEIAABCAAAQhAAAIQgAAEIAABCEAAAhDo+AQQ0B1/jZkhBCAAAQhAAAIQgAAEIAABCEAAAhCAAAQgAIF2IYCAbhfsDAoBCEAAAhCAAAQgAAEIQAACEIAABCAAAQhAoOMTQEB3/DVmhhCAAAQgAAEIQAACEIAABCAAAQhAAAIQgAAE2oUAArpdsDMoBCAAAQhAAAIQgAAEIAABCEAAAhCAAAQgAIGOTwAB3fHXmBlCAAIQgAAEIAABCEAAAhCAAAQgAAEIQAACEGgXAh1YQG9qpx19vK284Tz773ZBy6AQgAAEIAABCEAAAhCAAAQgAAEIQAACEIAABDo3gQ4qoDe1006/zS7d/Dk787QJdnnnXmNmDwEIQAACEIAABCAAAQhAAAIQgAAEIAABCECgXQh0QAGdl8/b9DJb8VcEdLtsKwaFAAQgAAEIQAACEIAABCAAAQhAAAIQgAAEIGDWwQR0IJ+1ugho9jgEIAABCEAAAhCAAAQgAAEIQAACEIAABCAAgXYj0IEEdEQ+I6DbbVMxMAQgAAEIQAACEIAABCAAAQhAAAIQgAAEIAABEeggAjpGPgfru/Ljj83+/ZYtXPJP+9PTN9hlD/zVFrL+EIAABCAAAQhAAAIQgAAEIAABCEAAAhCAAAQg0KoEOoCALi+f4+itfPuv9t+3TLAz57UqWzqHAAQgAAEIQAACEIAABCAAAQhAAAIQgAAEINCpCTS5gK5cPhdW+9+L7c7bjrUjH1rcqTcAk4cABCAAAQhAAAIQgAAEIAABCEAAAhCAAAQg0FoEmlxAm9mQH9szxx9u265ZBaKPn7aLLhhjk5ZWce9Xr7M3R+1pvYNbX3hsR9vxhqx9/die+Z/DbdsMByWedvpjdunmz9mZp02wy92429tTtw2zr/0hN9ZpR//Y7Ibz7PKsQ9MOAhCAAAQgAAEIQAACEIAABCAAAQhAAAIQgEAbEGh+AS1INUjoJX8/zza/6o6KUF/742fsmH4f2J8CCWx5IW0vTrGNLku30EVSOWX0cm0r6aeiSdIYAhCAAAQgAAEIQAACEIAABCAAAQhAAAIQgECNBDqGgE6S0Cuetst//VtbudXONnCdDWyXz29v2/bpVYwsQwZy0Q1H32X/HrZRsXwsDqWlAAAgAElEQVT2Dco9V8NCIaBrgMetEIAABCAAAQhAAAIQgAAEIAABCEAAAhCAQLsR6DgCOk5Cx8jlgbufYdeO/JZ9uU/3PPTF9n8TD7BxGctwuOxnu8PWPO+81EVT28Pe+6st2WZP29bMCiU6nKj+fOH+ZZGsaSect/Gi/J/2pxc3si/HlOCYOSRsF2RkV9S/WXT81InRAAIQgAAEIAABCEAAAhCAAAQgAAEIQAACEIBABgIdS0BHJXRSdnPfb9vdp//QDuyjGyKlNMpCO9oeuPwM2+XVbGU24kp15OTymzbt/x1qx7uxcrWg+3kJHc2i9jLZzyVSAzqaHZ3r31oytKOlQVx/1jJ+TE3pDPuGJhCAAAQgAAEIQAACEIAABCAAAQhAAAIQgAAEUgl0PAEdSuh//zV3cF8chmG/sFeP3tv62WK784oD7MjnU1mZWU5A95+b7bBBJ6DXC2NIuL8ghe+wgTGCu6ifsgI6XpCHktpKBHiWedMGAhCAAAQgAAEIQAACEIAABCAAAQhAAAIQgEDlBDqmgPYSevSmNvXsBAGdl8lf7vG8Xf5fR9qZmdhVkQFdVK4jl+2schyl1z9t2v+ba3v9z+FmjxUL7qIs57ICOtd/9P7cAYkb2Z0u67o4BspvZFp4GkEAAhCAAAQgAAEIQAACEIAABCAAAQhAAAJVEOi4Alow+m5qA5cutoWxYHIy+cvv32Fbn3deQpvSG8vXgC7OcC5pmy+HsSQimFtGiRfINQvoaNmN/IBhrWlEdBWvHm6BAAQgAAEIQAACEIAABCAAAQhAAAIQgAAEyhLo2AK67NRzsrjPXw+w3W9ZnH2blKuZHKnfXCqrI/WeS0aNz7CuZwmOuHIk0TrS2WHQEgIQgAAEIAABCEAAAhCAAAQgAAEIQAACEIBAMoHOK6D7XmL/+MEG9oukGtFldk3c4YK5Mhd7mvnDBM0sLlu65JBA387Xiq7wEEKLZDenHUJYeghiZWVFeDFBAAIQgAAEIAABCEAAAhCAAAQgAAEIQAACEMhKoNMK6IFH32q3rTjNdr+tguznkKoTv58v4vxCpLRGUrmOsPSF62BF5LDEor7/aX96cSP78ubP5Q5ULMnAbqnpXBg/Elu0vEZOoAehL7nD1jzvvKx7hnYQgAAEIAABCEAAAhCAAAQgAAEIQAACEIAABDIR6KQCek/7wSHb2v/dfUPm2s+ZaNIIAhCAAAQgAAEIQAACEIAABCAAAQhAAAIQgAAECgQ6p4AuezghuwMCEIAABCAAAQhAAAIQgAAEIAABCEAAAhCAAATqQaBzCuh6kKMPCEAAAhCAAAQgAAEIQAACEIAABCAAAQhAAAIQKEsAAc0GgQAEIAABCEAAAhCAAAQgAAEIQAACEIAABCAAgVYhgIBuFax0CgEIQAACEIAABCAAAQhAAAIQgAAEIAABCEAAAgho9gAEIAABCEAAAhCAAAQgAAEIQAACEIAABCAAAQi0CgEEdKtgpVMIQAACEIAABCAAAQhAAAIQgAAEIAABCEAAAhBAQLMHIAABCEAAAhCAAAQgAAEIQAACEIAABCAAAQhAoFUIIKBbBSudQgACEIAABCAAAQhAAAIQgAAEIAABCEAAAhCAAAKaPQABCEAAAhCAAAQgAAEIQAACEIAABCAAAQhAAAKtQgAB3SpY6RQCEIAABCAAAQhAAAIQgAAEIAABCEAAAhCAAAQQ0OwBCEAAAhCAAAQgAAEIQAACEIAABCAAAQhAAAIQaBUCCOhWwUqnEIAABCAAAQhAAAIQgAAEIAABCEAAAhCAAAQg0O4CmiWAAAQgAAEIQAACEIAABCAAAQhAAAIQgAAEIACBjktgo65b2xprrFHVBLu88847q6u587PPPrM3V/3Dtuu7VzW3cw8EIAABCEAAAhCAAAQgAAEIQAACEIAABCAAAQg0OIHnl/7FENANvkiEBwEIQAACEIAABCAAAQhAAAIQgAAEIAABCECgGQkgoJtx1YgZAhCAAAQgAAEIQAACEIAABCAAAQhAAAIQgEATEEBAN8EiESIEIAABCEAAAhCAAAQgAAEIQAACEIAABCAAgWYkgIBuxlUjZghAAAIQgAAEIAABCEAAAhCAAAQgAAEIQAACTUAAAd0Ei0SIEIAABCAAAQhAAAIQgAAEIAABCEAAAhCAAASakQACuhlXjZghAAEIQAACEIAABCAAAQhAAAIQgAAEIAABCDQBAQR0EywSIUIAAhCAAAQgAAEIQAACEIAABCAAAQhAAAIQaEYCCOhmXDVihgAEIAABCEAAAhCAAAQgAAEIQAACEIAABCDQBAQQ0E2wSIQIAQhAAAIQgAAEIAABCEAAAhCAAAQgAAEIQKAZCSCgm3HViBkCEIAABCAAAQhAAAIQgAAEIAABCEAAAhCAQBMQQEA3wSIRIgQgAAEIQAACEIAABCAAAQhAAAIQgAAEIACBZiSAgG7GVSNmCEAAAhCAAAQgAAEIQAACEIAABCAAAQhAAAJNQAAB3QSLRIgQgAAEIAABCEAAAhCAAAQgAAEIQAACEIAABJqRAAK6GVeNmCEAAQhAAAIQgAAEIAABCEAAAhCAAAQgAAEINAEBBHQTLBIhQgACEIAABCAAAQhAAAIQgAAEIAABCEAAAhBoRgII6GZcNWKGAAQgAAEIQAACEIAABCAAAQhAAAIQgAAEINAEBBDQTbBIhAgBCEAAAhCAAAQgAAEIQAACEIAABCAAAQhAoBkJIKCbcdWIGQIQgAAEIAABCEAAAhCAAAQgAAEIQAACEIBAExBAQDfBIhEiBCAAAQhAAAIQgAAEIAABCEAAAhCAAAQgAIFmJICAbsZVI2YIQAACEIAABCAAAQhAAAIQgAAEIAABCEAAAk1AAAHdBItEiBCAAAQgAAEIQAACEIAABCAAAQhAAAIQgAAEmpEAAroZV42YIQABCEAAAhCAAAQgAAEIQAACEIAABCAAAQg0AQEEdBMsEiFCAAIQgAAEIAABCEAAAhCAAAQgAAEIQAACEGhGAgjoZlw1YoYABCAAAQhAAAIQgAAEIAABCEAAAhCAAAQg0AQEENBNsEiECAEIQAACEIAABCAAAQhAAAIQgAAEIAABCECgGQkgoJtx1YgZAhCAAAQgAAEIQAACEIAABCAAAQhAAAIQgEATEEBAN8EiESIEIAABCEAAAhCAAAQgAAEIQAACEIAABCAAgWYk0OQCep5dMXS8TY8lP8amzvmeDWmEVZl7hQ19eITNOaUhomkEIsQAAQg0PYEy77/DJtr9PzvUNqhpjr7/+r2Xz/vZUBt/o9mY6+bY93bOENzSu+zUr0+2RzPO5+27T7X9z3/Uhk+63648pLbZZ4iOJhCAQKcl0Lzvv6VLNtwm/u5KO7Rv/d/zO+32YOIQgAAEIAABCECgAQl0YAFtZhmlQauui+TzhOlm46YioFsVNJ1DAAJtS6D5BEjb8mE0CEAAAq1FoPnef/0HgMkCurVY0S8EIAABCEAAAhCAQCMQ6CACOpoh97bddcr+Nvkxn1Uh1JFv1ouEcEvWxcRJC2zy+Y/m1iYqjX02nF+5hD7GjJtu0280swP2N7vv/mCdfZzlYjGrOEuvEXYSMUAAAp2MQLZsNZ8VnIMTvifnHkl+Puj/d4PsemUix7wvF99f/oPH6Htr4d+TJtqC8/P9W/D/SWwGdPL7d2wGtP8QMr87otnRvN93spcN04VAXQg0//tvKYbInIL334lbTbbJ+r5a/4uEv2FCkkdddhOdQAACEIAABCAAgbYg0EkEdHymSMs3scmZJIU2UfnsV6eQZV3ax5izxtj0S8ICIRIbI2xWTNmQ8BtqhERbbH3GgAAEaiOQLkBK5LAbsEXwxj8f/XXs0igLJTQicte3TCqBkSSgS0bwHy6WCOiE/yvy7UsEdEJ84YebvN/Xtgu5GwKdk0Dzv/9mFtAlDYMPMhHQnXP7M2sIQAACEIAABJqSQAcR0AnsvUTIf4PaIiV8hnRpRnKJ2MgL5sX52qGlffh6oi1ioqi+aPSb49RYmnIfETQEINDpCCR/cJd7D4y+z5pZ0fvf4nwN/xaZUCxw/fMtNZtTayynyIhEAR35v6JQvikioC1f47lFIBdLoE2LakBb/jdxwprTvn1pJnin2z5MGAIQqIFA877/Jn7gV/hNxfz35oXED/9+6f9PqaCOfw2EuRUCEIAABCAAAQhAoL4EOqyADiVwfJadQEYy7YpqRofyxGctR0p9xMqU+DZeWKTHUt8FpjcIQAACrUMgTYCUqVEq4futBSkH/MVk+JV8gJefWdnySC2zTyzBUTiUMD+m/78gIqD9B5FJhxgWCfIv/jl2fr5N5oMQW2fx6BUCEGhqAs37/luxgA6+N+f9s6k3LcFDAAIQgAAEINDJCXQQAR1TWzmoz5wsfaPZy6E8DgX0WFvgakq3poAmo6OTvxaZPgSajEDar4CnHJJ1rtn5quuceFhsBgGd8BsmSYe+tqmAPiSfwR2ZHwKlybY54UKgIQk0//tvKdbkGtD3/+xQ2yA4M4AP8BpyUxIUBCAAAQhAAAIQKEuggwloMwsy4aLlNJLqgoYHFNZegqN8BnTxr6Dr22kuCEAAAs1IIE2AxJTgKJpmTNmiIqFs+RIdwXtqJAM6KpQLHzZGD5DNj1urgC6U4ChI5eIDb7/0+Km2//mP5g/JogRHM+5qYoZAcxBo/vdfBHRz7DSihAAEIAABCEAAAvUi0PEEdJAh0XLYVUImXpkDBD3gyg8hTBDQrkOV/DjWFnx9vIVHE7qngiw5DqWq1/amHwhAoPUIpAkQs6TfPvEf9GU7hDBdQJfMsZUE9AaFGqWRETmEsPW2GT1DAAIxBJr//bcuAppDCHl1QAACEIAABCAAgaYh0CEFtFnLQSWlh0X5tQlFccs38hMnLbDJ5z+aaxSVGGXrjCb9MBDEEq05XdgmxdIaAd00rx8ChUAnJpAuQAQnKpmjv4kSfb7lV6szlOAoEsL6gG+S2QUx5ZLyq1RrBnTud1YiH2jG1CctmqMXJPkYovPn/b4Tv4SYOgSqJtD8778I6KoXnxshAAEIQAACEIBAUxJocgFdL+bZvpGv12j0AwEIQAACEIAABCAAAQhAAAIQgAAEIAABCECgMxBAQLtVRkB3hs3OHCEAAQhAAAIQgAAEIAABCEAAAhCAAAQgAIG2JYCARkC37Y5jNAhAAAIQgAAEIAABCEAAAhCAAAQgAAEIQKDTEEBAd5qlZqIQgAAEIAABCEAAAhCAAAQgAAEIQAACEIAABNqWAAK6bXkzGgQgAAEIQAACEIAABCAAAQhAAAIQgAAEIACBTkMAAd1plpqJQgACEIAABCAAAQhAAAIQgAAEIAABCEAAAhBoWwII6LblzWgQgAAEIAABCEAAAhCAAAQgAAEIQAACEIAABDoNAQR0p1lqJgoBCEAAAhCAAAQgAAEIQAACEIBAtQReWvaSTfv7NHvu7efs01WfVtsN99WRQLeu3Wz7Dba3Y75wjG3Ve6s69kxXEIBAPQkgoOtJk74gAAEIQAACEIAABCAAAQhAAAIQ6HAEJJ+//9D3bc1ua9pa3dayLtalw82xGSe02lbbJ59+Yv/+9N/2031/ioRuxkUk5k5BAAHdKZaZSUIAAhCAAAQgAAEIQAACEIAABCBQLYFz/nyO/eO9f1j3bt2r7YL7WpHAx59+bFuvv7Vd+KULW3EUuoYABKol0PQCesWKFfb666/b+++/b6tWraqWA/dBoF0JdO3a1f5/9t4+9pOjvvP8DAZMCPicAMYO5pLhIQSIl8WsFc+sETrnDAerCHkGc2HmVgpxlGjlJCKWlxXy4NWaGaHNWgYRrFNO60ukvRmymLGFooUjvniFwnqcIzhLHEK8QCYrG4wNOByQBwPmd+rnqurqrurqrm93db/mL/v3rcfXu6q6+t3Vnz7vvPPkoosukmc+85mztoXKIeBLgPXXlxTp1kaANXttiqbXH9bf9DSjxdMQYP2dhiOlhBG4+qNXyw8/44c5+RyGL3qu7CT03/7D38pdb74rel1UAAEIDCeQtAGdbb4ffPBBef7zn5+bdtmGhH8QSJFA9vAkG8+PPvqovOxlL8OETlHEjbWZ9XdjgtNdjQBrNgNiTgKsv3PSp+65CbD+zq3Atuv/ubt+Ts5/5vnbhrDw3n/z774pv3/17y+8lTQPAtskkLQB/aUvfUl+6Id+SH7kR35EzjnnHNm3jxhM2xzG6fd6b29PnnzySfmbv/kb+fu//3t58YtfnH6n6MGqCbD+rlpeOucgwJrNEJmTAOvvnPSpe24CrL9zK7Dt+jGgl68/BvTyNaKF2yWQtAH9p3/6p/lp0XPPPbc+/YwJvd3BnGrPs4109i870fHEE0/kp/pf/epXp9od2r0RAqy/GxGabrYIsGYzKOYmwPo7twLUPxcB1t+5yFNvRQADevljAQN6+RrRwu0SSNqA/sxnPiOXXHKJPO1pT+P083bH8Gp6nm2qv/e978kDDzwgr3nNa1bTLzqyTgKsv+vUlV75E2DN9mdFymkJsP5Oy5PS0iPA+pueZmtpMQb08pXEgF6+RrRwuwSSN6Bf9apXyVOf+tTtKkjPV0UgM6D/7M/+DAN6VaquszOZAcL6u05t6ZU/AdZsf1aknI4A6+90LCkpXQKsv+lql3LLMaCXrx4G9PI1ooXbJYABvV3t6fkCCXz/+9+Xz372sxjQC9SGJukEMEAYERAQYc1mFMxBgPV3DurUuTQCrL9LU2Qb7cGAXr7OGNDL14gWbpcABvR2tafnCyTAZnqBotAkKwEMEAYGBDCgGQPzEGD9nYc7tS6LAHvmZemxldZgQC9faQzo5WtEC7dLAAN6u9rT8wUSYDO9QFFoEgY0YwACHQRYsxkacxDAgJ6DOnUujQDr79IU2UZ7MKCXrzMG9PI1ooXbJYABvV3t6fkCCbCZXqAoNAkDmjEAAQxoxsCCCGBAL0gMmjIbAfbMs6HfdMVhBvSb5F0/+zZ5heWzVX/3+IfkVz79semZ/vi75Ld/6ifkr//yV+S9/3364qsS33TZb8vbzvtr+dAfvldE+e8IPfLuBAa0NyoSQmDnBDCgd46cCiHQTYDNNKMjFQIYIKkoRTtjEmDNjkmXsrsIsP4yNiBACCTGwDwExhjQ5z/6z+Vf/bna7l+Sf/uG18n5sUzoHSBSDeg5TWe1qxjQOxCeKiAQSAADOhBcetn+XG5/683yidffJB/+pZ9Or/kbaTFmxkaEXkE3MUBWICJdGE2ANXs0QgoIIMD6GwCNLKsjwPq7OkmT6NC0BrRIbuCe+2n555/69/JLV/wHeekTfyHn/+gr5Jnyd/IX+ell4/T09/8iP238MSn+/hPf0k9QZ2Vc9sSH5Fcee5V2Ajqv50efWTKuys7+tzDB5cuNOd4ylX/638p/eMGPKfp8RT75iX8l/17K9ltOQOenoev6mqxfqepxlPlm+Wv55o++QrJa6zyeIwQD2hMUySAwAwEMaHlMPnHjr8rtX2jTf8OxD8u1/8hXlaKch/9XvzyPffyY/OqnXisfPPEGueBrn5Bj1/2RvPa24/KG5/nWNzDdn90ub/1/f2ac+byLdg7s1tqSs5lem6Lr7U+4AVI+DKvQtB6K6b//5Ns/KMffeEEbZLam/ceLizU0/9UoV8nRWYYln5k2X6t/57+Vpf2kXOtcp4f1b9h1Zr3jKdWesWanqlza7d7m+vsGuenD10r/EQrH+pvvY2+XakVn/U17HrD+pq1fqq2PbUC/7ocbc1csJnNmML9OPpkb1u3Tx5mZfJl8MzOuRQnB8ezMQJbaNJbc/K3+32FA52nPL83wxrD+sb9tt6EvBEfe7nNL89ynzB8Vpc5howUDehgvUkNglwQwoEsDumUcl5vU/d4m9LIN6Me+9phc8DyLibPL0UZdTgJspp2ISLAQAmEGSGEOnK1N5WLd/KMrKpPZ/P8ivZjrcGY+H/+EyEuvVQzoNpjCPN7fY1o46svrOduYzvn/S095rv4Zv/NQbyGjObwZrNnh7MgZTmAL62+xfkuz/ubr5cPy850mtGP9Lff1Ylx/fA+OhKtFzlgEWH9jkaXcPgKTGtB5nOZXyDfLU8GquZy3ITNqn//N8sRz1aoOkzmL86ymV2NAmwa01kGPE9AGkC4TvNOA1gxvO91+Y33YmMSAHsaL1BDYJQEM6C4DOlOhZTYYp6Vr80P/e32CrjJJakWb0xv9J6BdJ+iaIZKX8+XXyrVnb69Pcfef4FNPkGT1/J5cfOy18kfHyxMheZ9eIL+fhevIq1FO/KlmiRQ3Aq99+1m5vTodaJhBf/7v3yo3/4EynDca/uPEiRPy2c9+VpvXr3rVq+TGG29szXU207tc/qhrDIEgA8Rm4KonmS2/F2vcz5dvb1Rr40/KG14v8omz5Vskto74PER01Ket03kd5ZrZdQp6cP9MA3yMIuSdgwBr9hzUqXP96+8FxsPJQvNsX/l7L+h5K8Z8QKhcX0R987AaQq03aRhbKRFg/U1JrfW0dYwB7foIoWlA62EzVIZ6eI4qDEcdfiP7qKH2EUI9jIce0sLTgC7N8iqIh/iegDZMdm0keJQZElcaA3o9842erI8ABnSfAa2ZDW2jIDdYpYqpbJyANk/OVa+HlyZstwFtnvjrNyiq18Pr1wiNes0TgPr/l2ZObRw35k71mrnWx5YBfbv8t9pU1k+e5PnOKqcTSzN+i687ZuZzZkKr/zLzOTOhzX9spte3yK61R0EGiAWGuhZ2GgS1qfDn8omPXyBveOMF0jaH9cL19dmugrUM1UQefAK6XU9vOzkBnfz0YM1OXsIkO7D+9ffn5MuWsHY+67oqaOv6Uj/MLFM532pJcnhsptGsv5uRelEdHWNAtz9CqHfNakCX8ZW7jNgmDMfX5HVV+I3sNLRmQDf15HX8cPb/lYntMKAVk7gyrv1PQHd8ZHFAmRjQixr+NAYCowlgQPca0IqpLGa80Yy9ehrOHYJD3Th3GdCv/hP1tF+pb89rh/YTetUr67bX11VD+7HW6+2tzb16OqRlQOtxq/tvDDpepR89hNMoQD0F3XX6OesJm+k09KSVItMYIPq6oJ927l//pjB2vepTY4Y6Qn60x0XXute85dIfn5qRtnQCrNlLV2id7dvC+nuBGUKpWou936Yz1t/WWzHV24s+saXXOY5S7xXrb+oKptn+XRrQeqzmDl6V0fz4N+UV5ynhOjoM6KIU9QOGP9b7EcI8rEb5kcSqBb4GtBb3WWm++uFFV5kY0GnOE1oNgS4CGNCeBvTPfVn9EJWKswpR0WFAGx88EccJ6Bd81AhbUVdl3yD3GtAX2T9u2LzCaDegtdcbRxrQ+ge8RLZ4AjqTUD0F3XX6GQOahTolAuMNkNKEVcwEL0O4hNRnQLtOR1ecXfW1DJDWmy19irX7Z0s99ERfSmNkC23FANmCysvr4xbW3+xjg1oot5deKzdd8Udys3mK2SpPx/qrhcb7Sbk2D0HXF1d6edrTooYA6y+jYQ4COzWgS6P4FU8UH/zL/7XiKSvhNcqwGHm6vhjQtvAcdR3FqeUf+37xwUAzrnMdFsQRgiPP96PfbD58aBrQysnuvjIxoOcY5dQJgXgEMKA9Q3DkJ5M/1RNv1CxHMZ4r09XnBHRuQNdhPdzCL9WAboznyjjf9gnoTMkqDIct9nOlNJtp95gnxTIIjDNA7OaAMySG0vVuk7kjbJHlYeAHX/B77XW9fiW7eAW8+UBiUXmzjkv+BkkRK1+MDyL6mc95Pl4BX8aADmwFa3YgOLKNIrD+9fdayQxo8595gGKS9fc/Xtz7MdtRQpE5KgHW36h4KbyDwG4N6KwRpSFct+crLVO3MnC12M7GCegm9EZRUDvtK6SI7/wV+eSXRV5Xf/xQjx+dxX7+0BOX1ebyVzKjuTSTG7P6s/Kqn32bdMe8FnmX+ntPmRjQTEUIrIsABrTvRwidJoF+Atp2ss7HgHYb3foAjBGCY/wJ6OLjMfqXxTGgqw8R2mI/V6qymV7XArvm3gQbIKURLG+3fEjK+RHChminAT0krnJvfd0fwep9SNjTvyEG+5rHzpr6xpq9JjXT6cv611+r/dwKG9dSrO/60mFoDzn0kc4I2UZLWX+3ofPSehlmQC+tF+tuDx8hXLe+9C5tAhjQXQZ0V6y4/dVHB82TaxYDWjkxXZ8I9vwI4VnFnBn2qrklpurv7JebPlycJrF9hFCOfViu/UfFQG59YTwoBIdp3FRx9rYbgsN3mWAz7UuKdHMTCDNA9I+Vtvtgnl7ufnDVuS46HxaqtfbXZ37EtTitfFaqj7S22+/qn9kfV/q5VaZ+FwHWbBchfo9BYDPrr7KPbn3cugXWsZ6aDyed63kM5ShzSgKsv1PSpCxfAhjQvqTmS4cBPR97aoaAiwAGdGlA3/4FE1UV21n9e/PhqOKvelxm3WQuTNi63NffJPnr3qUZnMcWrTbW5qbYfFW858NX/Segi1bqcZjVNrfNnWkM6J8WMfrwhmMflIv/46/K7aqB7xqdG/ydzfQGRU+0yyEGiBkTvul6e12qXq3u+khflwHtG/+5qVtf1836hsSx9+qfsTbyEcJEJ0DZbNbstPVLtfVbWX+1GNDGntvUzmv91WJAcygi1fFftZv1N3UF02w/BvTydcOAXr5GtHC7BDCgt6s9PV8gATbTCxSFJlkJhBggoITA2giwZq9N0TT6w/qbhk60Mi4B1t+4fCndTgADevkjAwN6+RrRwu0SwIDervb0fIEE2EwvUBSahAHNGIBABwHWbIbGHAQwoOegTp1LI8D6uzRFttEeDOjl64wBvXyNaOF2CWBAb1d7er5AAmymFygKTcKAZgxAAAOaMbAgAhjQCxKDpsxGgD3zbOg3XTEG9PLlx4Bevka0cLsEMKC3qz09XyABNtMLFIUmYUAzBiCAAc0YWBABDK9PDv4AACAASURBVOgFiUFTZiPAnnk29JuuGAN6+fJjQC9fI1q4XQIY0NvVnp4vkACb6QWKQpMwoBkDEMCAZgwsiAAG9ILEoCmzEWDPPBv6TVeMAb18+TGgl68RLdwuAQzo7WpPzxdIgM30AkWhSRjQjAEIYEAzBhZEAAN6QWLQlNkIsGeeDf2mK776o1fLDz/jh2Wf7Ns0h6V2fk/25G//4W/lrjfftdQm0i4IbJoABvSm5afzSyPAZnppitCeLgIYIIwNCIiwZjMK5iDA+jsHdepcGgHW36Upso323PipG+UL/98X5NynnruNDifWyye+/4S89H94qZy44kRiLae5ENgGAQzobehMLxMhwGY6EaFopmCAMAgggAHNGJiHAOvvPNypdVkE2DMvS4+ttOaL3/yi/MtP/kt52lOfJk9/6tM5Cb0Q4bOTz9/9/nfle9//nvy71/07ecn5L1lIy2gGBCCgEkjagP7TP/1TeeUrXylPf/rTURUCqyDw3e9+Vz73uc/Jq1/96lX0h06slwDr73q1pWf+BFiz/VmRcjoCrL/TsaSkdAmw/qarXeotz0zo3/nz35G/+MZfyPd/8P3Uu7OK9j/1KU+VVzznFfL2n3475vMqFKUTayWQtAH9pS99SZ71rGfJBRdcIPv2EYdprYN0K/3a29uTxx57TL7zne/Ii1/84q10m34mSoD1N1HhaPZkBFizJ0NJQQMJsP4OBEby1RFg/V2dpHQIAhCAAAQ2QCBpA/rv/u7v5MEHH5QXvOAF8pznPEee8pSnYERvYNCurYvZJvoHP/iBfOMb35Avf/nL8rKXvUye+cxnrq2b9GdlBFh/VyYo3fEmwJrtjYqEkQiw/kYCS7GLJ8D6u3iJaCAEIAABCECgk0DSBnTWq2wT/sgjj8i3vvWt3MTjHwRSJJA9PDnvvPPkoosuwnxOUcCNtpn1d6PC0+38gTdrNgNhTgKsv3PSp+45CbD+zkmfuiEAAQhAAALhBJI3oMO7Tk4IQA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GNAbFp+uQwACEIAABCAAAQhAAAIQgAAEIAABCEAAAhCISQADOiZdyoYABCAAAQhAAAIQgAAEIAABCEAAAhCAAAQgsGECSRvQn/nMZzYsHV2HAAQgAAEIQAACEIAABCAAAQhAAAIQgAAEIBCfwGte85rgSjCgg9GREQIQgAAEIAABCEAAAhCAAAQgAAEIQAACEIDA+gls1oBev7T0EAIQgAAEIAABCEAAAhCAAAQgAAEIQAACEIBAugSSPgGdLnZaDgEIQAACEIAABCAAAQhAAAIQgAAEIAABCEBg/QQwoNevMT2EAAQgAAEIQAACEIAABCAAAQhAAAIQgAAEIDALAQzoWbBTKQQgAAEIQAACEIAABCAAAQhAAAIQgAAEIACB9RPAgF6/xvQQAhCAAAQgAAEIQAACEIAABCAAAQhAAAIQgMAsBDCgZ8FOpRCAAAQgAAEIQAACEIAABCAAAQhAAAIQgAAE1k8AA3r9GtNDCEAAAhCAAAQgAAEIQAACEIAABCAAAQhAAAKzEMCAngU7lUIAAhCAAAQgAAEIQAACEIAABCAAAQhAAAIQWD8BDOj1a0wPIQABCEAAAhCAAAQgAAEIQAACEIAABCAAAQjMQgADehbsVAoBCEAAAhCAAAQgAAEIQAACEIAABCAAAQhAYP0EMKDXrzE9hAAEIAABCEAAAhCAAAQgAAEIQAACEIAABCAwCwEM6FmwUykEIAABCEAAAhCAAAQgAAEIQAACEIAABCAAgfUTwIBev8b0EAIQgAAEIAABCEAAAhCAAAQgAAEIQAACEIDALAQwoGfBTqUQgAAEIAABCEAAAhCAAAQgAAEIQAACEIAABNZPAAN6/RrTQwhAAAIQgAAEIAABCEAAAhCAAAQgAAEIQAACsxDAgJ4FO5VCAAIQgAAEIAABCEAAAhCAAAQgAAEIDCHwr0/dJx/7k7+W737/ySHZNp326U89R970T35C/s2Ry60cYLr+4eEaA7sggAG9C8rUAQEIQAACEIAABCAAAQhAAAIQgAAEIBBMIDNK737gq/LdfU8X2feU4HI2l3HvB/L0ve/KVZdc2DKhYbqR0dAzBnZFAAN6V6SpBwIQgAAEIAABCEAAAhCAAAQgAAEIQCCIwGXX/57sPeM8zOcQens/kH3/8C359K0/r+WGaQjMRPN0jIFd9QYDelekqQcCEIAABCAAAQhAAAIQgAAEIAABCEAgiMCrfv2kPO3ZzwnKSyaR7337G/LZDxzVUMB0WyPDNgZ2RQADelekqQcCEIAABCAAAQhAAAIQgAAEIAABCEAgiABmaRC2OhMG9Dh+a8iNAb0GFekDBCAAAQhAAAIQgAAEIAABCEAAAhCAQBQCGNDjsGJAj+O3htwY0GtQkT5AAAIQgAAEIAABCEAAAhCAAAQgAAEIRCGAAT0OKwb0OH5ryI0BvQYV6QMEIAABCEAAAhCAAAQgAAEIQAACEIBAFAIY0OOwYkCP47eG3BjQa1CRPkAAAhCAAAQgAAEIQAACEIAABCAAAQhEIRBqQP9v1/6svONFT9Pa9O2/+kv5n27/6yjtXGqhUxrQKtMtslyqxq52YUC7CPE7BCAAAQhAAAIQgAAEIAABCEAAAhCAwGYJhBnQPyH/+7t/Si57hoHtH74h73/Pp+X/2hBNDOgNid3RVQxoxgAEIAABCEAAAhCAAAQgAAEIQAACEIAABDoIhBnQPy13nLhY9rfK/J58+mN/KP/iv9gry0/4PvtR+Sfv//Moerz7Hf+LXPntAaew/+ll8p/fdK7cc+On5D2BLZrXgA7TIbCrrWyDeY+pONfqOfLsVhnfkY+O0K/dpOLhynM/93/LNXf6NRgD2o8TqSAAAQhAAAIQgAAEIAABCEAAAhCAAAQ2SCDIgD50hfzJa55lpXX2M93GXWwDeg75lmBASw/zmEx2b0CfJ3/Z84Bjmr5iQHtxfPLJJ+VrP/iCvPyCA17pSQQBCEAAAhCAAAQgAAEIQAACEIAABCCwTQL+BnR12jY75fwlkSs7QnDcI3JtflK1fTJVM6AzE/uVT8inv/0cuex5GfvvyEc/9oRcWZ5yrWMg29KVJ15zA/TZ35NnP+NpkqW/59k/VZyA/svn5Seb//KvzpXL8jjVWZsflee+qTy1/bWHi1PY6gnovJ5z5dvPeJo8e0AokdEGdI+ZX4zIvlPlhSZdBrRuECvG6qPFyW+dT3NyPcv35lwTybkWcb2L/D8lBe/Hv/09+dFnFzHAqzR6XPCq3Xo+2wMKez5jPuZadRnQpmmccXm+fL0yq9XT06q2Kvv67xjQXishBrQXJhJBAAIQgAAEIAABCEAAAhCAAAQgAIHNExhuQItIZeBa6DXmpYcB/ZpnSWFIVjGlyzy5MShFaIXSJKxMzrx8KQzk/L+f3cSdrg3X3IB+jkhpnhZtKg1RUYzM/L/LEBx5Pef2hhCxDZbRBnRWaGd4if6QJiL9BnRhGr9Y5J4/lH/x/CvkP//Iw4WZXNVX6pgbwD/2rTx+t+Qfl3yiYF+m+7qq0bdL814k51+HPFE1K38rdPpOES9cyadx7MxnhGnpNaCzEjMW58uf3fgpOXvtz8qb/+YPyxAauhmtj5HK0C7HX97Gor2E4HAsjRjQm792AAACEIAABCAAAQhAAAIQgAAEIAABCHgRCDKgvUr2MaBLk9k0M82TyZUZXZu1hWksihmd/WQ3F0X00B+KIdkyoJv2eHUxO5/87W/IZz9wVEvuz1TJ1joJ7TKfK9PVEotbPeWbsbzyPJFnPNHEum6ZuQ2Tr1ymx9FuDP/CmP2przQxtvtCcDTM2/n62HaGaeky6dWHIdUpdvmW3F59DLM8QW9+HFM13fOPZtbpvib/FAPaPfwxoN2MSAEBCEAAAhCAAAQgAAEIQAACEIAABCAg4m+Wdn3wrouihwH9yifyU7eZAaiZma3QGE06NWxGZkCrHx3UDejm44LeBrTSHt+xMZkBXZmgZWztvljaTdtcJ6CLlC2juPXxxcqALkKrqCazaSSrJ4NtIT4ue4ZCLjeHXSeKq9PvZr6hJ6Cz/O3wGS2juaxGD/tR1Z2N2YflxzCg3cMfA9rNiBQQgAAEIAABCEAAAhCAAAQgAAEIQAACiRjQ6gloJWTD6gxoKU5rN+EjXCPUw4DOeP2PT8inn31eEYrjv1QhP5R4ysqJaNcJ6C4D2jR6+4xrtVfd+YYb0FlZ18q35OsvOjcPxfGeytS3PFjo/iAmMaBdoy7/HQPaCxOJIAABCEAAAhCAAAQgAAEIQAACEIDA5gkMPwHdPtmsQ6xOSk94ArqOFV2c5lVjQKd8Atp+Ctc+JJuPAaq/uwzoJi5yHs/5SilCU5ThLKoY2UNiQPsZ0OUY8DgBrRvQar6BBrTav9x0/6byocnGbK/Hz6d/SPuoYRNPnBAcXosiBrQXJhJBAAIQgAAEIAABCEAAAhCAAAQgAIHNEwgzoIswBVq4hYxkHnv47+XNJ7K4xBMa0K8UOSvPkv1ZeAclvrEZWiK1EBxTGdD7LaP47Gf+Ur7+Sv1jevWp39x8PVe+/rVnyf7nZZl1rZoPSYo0xndHeIsXPa1M8yy5I9e9LO8zIm/OTx67DF01tMt35KN1viI0S/2v90ONj8pz3/R8+frHyhPe1g8kPqsoSo2PrcXdrhhwAtprUcSA9sJEIghAAAIQgAAEIAABCEAAAhCAAAQgsHkC/ga0rxnYmICTwO34iNwkZU9QyJgY0OMN6MAOtGJAB5ZDtpyAbQzsCs3nHzsjz3vKS+Wcc84JqnLf448/vheSEwM6hBp5IAABCEAAAhCAAAQgAAEIQAACEIDA9ggEGdC7xLRiA3qXGLW6MKAnRY8BPSlOCoMABCAAAQhAAAIQgAAEIAABCEAAAhBYE4HFG9ALhz3mBPTCu0bzPAlgQHuCIhkEIAABCEAAAhCAAAQgAAEIQAACEIDA9ghgQI/THAN6HL815MaAXoOK9AECEIAABCAAAQhAAAIQgAAEIAABCEAgCgEM6HFYMaDH8VtDbgzoNahIHyAAAQhAAAIQgAAEIAABCEAAAhCAAASiEMCAHocVA3ocvzXkxoBeg4r0AQIQgAAEIAABCEAAAhCAAAQgAAEIQCAKAQzocVgxoMfxW0NuDOg1qEgfIAABCEAAAhCAAAQgAAEIQAACEIAABKIQwIAehxUDehy/NeTGgF6DivQBAhCAAAQgAAEIQAACEIAABCAAAQhAIAqBy67/Pdl7xnki+54SpfxVF7r3A9n3D9+ST9/681o3Ybpq1fXOdYyBXRH4/GNn5HlPeamcc845QVXue/zxx/dCcj755JPytR98QV5+wYGQ7OSBAAQgAAEIQAACEIAABCAAAQhAAAIQ2AiBf33qPrn7ga/Kd/c9HRN6iOZ7P5Cn731XrrrkQvk3Ry7XcsJ0CMiE0/aMgV31CgN6V6SpBwIQgAAEIAABCEAAAhCAAAQgAAEIQCCYQGaYfuxP/lq++/0ng8vYWsanP/UcedM/+YmW+VxxgOn6R4RrDOyCAAb0LihTBwQgAAEIQAACEIAABCAAAQhAAAIQgAAEIACBDRLAgN6g6HQZAhCAAAQgAAEIQAACEIAABCAAAQhAAAIQgMAuCGBA74IydUAAAhCAAAQgAAEIQAACEIAABCAAAQhAAAIQ2CABDOgNik6XIQABCEAAAhCAAAQgAAEIQAACEIAABCAAAQjsggAG9C4oUwcEIAABCEAAAhCAAAQgAAEIQAACEIAABCAAgQ0SwIDeoOh0GQIQgAAEIAABCEAAAhCAAAQgAAEIQAACEIDALghgQO+CMnVAAAIQgAAEIAABCEAAAhCAAAQgAAEIQAACENggAQzoDYpOlyEAAQhAAAIQgAAEIAABCEAAAhCAAAQgAAEI7IIABvQuKFMHBCAAAQhAAAIQgAAEIAABCEAAAhCAAAQgAIENEsCA3qDodBkCEIAABCAAAQhAAAIQgAAEIAABCEAAAhCAwC4IYEDvgjJ1QAACEIAABCAAAQhAAAIQgAAEIAABCEAAAhDYIAEM6A2KTpchAAEIQAACEIAABCAAAQhAAAIQgAAEIAABCOyCAAb0LihTBwQgAAEIQAACEIAABCAAAQhAAAIQgAAEIACBDRLAgN6g6HQZAhCAAAQgAAEIQAACEIAABCAAAQhAAAIQgMAuCGBA74IydUAAAhCAAAQgAAEIQAACEIAABCAAAQhAAAIQ2CCBpA3offv2bVAyugwBCEAAAhCAAAQgAAEIQAACEIAABCAAAQhAYHcE9vb2gitL3oD+3BfvDO48Gf0IvPIlhwTOfqzWkAq916Ciuw/o7GaUQgp0TEGloo1olY5WPi1FTx9KcdLAPg5Xn1Jh70Mp7TRonK5+aDePdnCfh7urVnRxEQr7PeOKAR3GjlyeBJi8nqBWkgy9VyKkoxvovA6d0TEdHdEqHa18WoqePpTipIF9HK4+pcLeh1LaadA4Xf3Qbh7t4D4Pd1et6OIiFPY7BjQnoMNGzoBcTN4BsFaQFL1XIKJHF9DZA1ICSdAxAZHKJqJVOlr5tBQ9fSjFSQP7OFx9SoW9D6W006Bxuvqh3TzawX0e7q5a0cVFKOx3DGgM6LCRMyAXk3cArBUkRe8ViOjRBXT2gJRAEnRMQCQM6HREGtBS5t4AWBMnhf3EQAcUB/sBsBJNisaJCkeor9mEY87Mhr63YnSJowsGNAZ0nJGllMrkjY54URWg96LkiNYYdI6GdqcFo+NOcY+qDK1G4VtcZvScTxLYw34+AuuvmfmVrsZoN492cJ+Hu6tWdHERCvsdAxoDOmzkDMjF5B0AawVJ0XsFInp0AZ09ICWQBB0TEKlsIlqlo5VPS9HTh1KcNLCPw9WnVNj7UEo7DRqnqx/azaMd3Ofh7qoVXVyEwn7HgMaADhs5A3IxeQfAWkFS9F6BiB5dQGcPSAkkWZSO//Uj8sq3nNKpvfE35JO/9VqR3/9Ned1v3Gf97bn5X78p/+nXflHe+fEqyeXym596p/yzC4u/3/36/1Pe/3PnN/m/+kfyjiselV/44lvkHyul/tcPHpKj7xf59Y/cKb+i/rAALRel1QJ4pN4E9JxPQdjDfj4C66+Z+ZWuxmg3j3Zwn4e7q1Z0cREK+x0DGgM6bOQMyMXkHQBrBUnRewUienQBnT0gJZBkUTrmBrTIScMUzjB+PTOg/+BAbkYXhrP670H57Ze8Sz7/PsVkzgzmEyLHfusS+WNvAzor56Mi7xD5gLxZPverL1uUgovSalFk0mwMes6nG+xhPx+B9dfM/EpXY7SbRzu4z8PdVSu6uAiF/Y4BjQEdNnIG5GLyDoC1gqTovQIRPbqAzh6QEkiyKB0DDej81LK8t8MwHnACOqv/9ufLJ28UOW45HT23nIvSam4YK6gfPecTEfawn4/A+mtmfqWrMdrNox3c5+HuqhVdXITCfseAxoAOGzkDcjF5B8BaQVL0XoGIHl1AZw9ICSRZlI5BBnRhMD98bVfIDH8DOjOyf/fHs1PUYg/bMbOei9JqZhZrqB4951MR9rCfj8D6a2Z+pasx2s2jHdzn4e6qFV1chMJ+x4DGgA4bOQNyMXkHwFpBUvRegYgeXUBnD0gJJFmUjpYY0FeVYTXyEBxGDOgiTnMRfkM6YzabsaFVUY404T7ymNBn5Ko8brQr5Mc8wi5Kq3kQrKpW9JxPTtjDfj4C66+Z+ZWuxmg3j3Zwn4e7q1Z0cREK+x0DGgM6bOQMyMXkHQBrBUnRewUienQBnT0gJZBkUToGnYD2M6BdHyFsxZg2DOklSLkorZYAJPE2oOd8AsIe9vMRWH/NzK90NUa7ebSD+zzcXbWii4tQ2O8Y0BjQYSNnQC4m7wBYK0iK3isQ0aML6OwBKYEki9IxyIAWGR8DuvuUdHUCewlSLkqrJQBJvA3oOZ+AsIf9fATWXzPzK12N0W4e7eA+D3dXrejiIhT2OwY0BnTYyBmQi8k7ANYKkqL3CkT06AI6e0BKIMmidAw0oCU/rfw+kTJcR449+9sJkWO/dYn88a/9ovSegM7r/Sv5zTL8RiVbEfbjRU2Yjpn1XJRWM7NYQ/XoOZ+KsIf9fATWXzPzK12N0W4e7eA+D3dXrejiIhT2OwY0BnTYyBmQi8k7ANYKkqL3CkT06AI6e0BKIMmidHQZ0EYMaHnjb8gnf+u18tzKcL7ifXJ3zfzy0lB2f4RQPnhIjsp75XO/+jJDMVd4j90KvCitdtv1VdaGnvPJCnvYz0dg/TUzv9LVGO3m0Q7u83B31YouLkJhv2NAY0CHjZwBuZi8A2CtICl6r0BEjy6gswekBJKgYwIilU1Eq3S08mkpevpQipMG9nG4+pQKex9KaadB43T1Q7t5tIP7PNxdtaKLi1DY7xjQEQzoPB7l+xtBfv0jd8qv/GOR4nXe+zSlqt+yP9p+r0945SfDThkqH9FfDa5Pj/3P8uVf+0V558dtg6I6FSYirTKV38LGkzXX5JPXxqI8CScZ4z840JyKK1uUs/3vby5OuJWva9+tnp7L0tlO31Vpq57Veewn40zttRN6dR2nRN6hn7ZrfQArr6+KS9rWxWssmRxS1VsK1h9QR5emneV3ESnmVhdDXb/Bc69vvA0cM53jsdZf7bg65wPH4ERze9y8tmtWNC3rY7GG1WETTKa1vmpnLHF8jXnW7rqZRz81q6+hKnt7zOAiXrDIf7Ksv2Ys4WbOXyCnzfFdN7Sp07m2BOo6TsfASskWRCCmVtX4UvckTSNjzJPz+/c86rU7v5YVoVRc+5rOfvjsoco6Y801U/SYelZ1DeFhi3fuZFFx9djTOMsyrvUx46/vgn1rkmtj0Lbf7tqvdLzF4bpv0BoQcn0MWqacmWZh72xVTwKvewZVo2IP0Ar7pN1n2O/TqjFvvycY04nd5o2hcf/64bpPKPrvXoM60uX70rfIP6411O/HrWtV17hR2tG1xlXtbP3eU+ZUCi9Cu3qP79I17D6o955vpnUzBnfpvKb23cOc3/hDpk9SbyxKT8rwRLT7dOU+TeddziXrnqysINtPXPFAy/fS5sOAPd2YuTG9Lp7s80ZX+wTXPXO2Ng3zjFr+VF7f7vYJGNCTGtClcC9TzcVs0DwgP/PFt8jFpjlqxJ3s3XBYzNHiAmUaymLEq7QvzsViIHrMy3Iy229Aw6fv5JPX9Zq2y4AuuV/1xvtEXp8ZRueXO45sQVX4WeKCZtyOyy/L+3/u0dwUlfLhQj1pRXklvN5kNBuXQmORqz5+n7y8zls+fDDbnW80HpWXv+OUfP7HlXZWNx1qesdYSlrv8gLaYl3Ps77X5IvfPv/Gy+VuUR9MWAxoy7gpdqzGuFCmQmvODhozRUHFw5EXya+//6/kYi0GbfumM5/zD1ZjzOx3uf44xmD4TNZzTjav83F+Rq7q67upQWutKi/Omgli59H0ohwbnnGDdfbdhkC1Fmg3n9VNg9I+63rfw+KdkXSdTMepBhbldBKIp1U2Fz4q8g6RD0j5oLZuRax5YrvuVZtf85ppPlTuWvN7+uGzh6o235HmmilsPD2rmgbwKNeoZl/idz3x29P4lNXeP//XD/6mfPkt75R/duH0i0J89kabW3wflN/+tcfkcBVCKEveuedzGNDa3qU9h2oTYtD1cXrmVYk7Zz+2K173DLpGXfdzzQdzn99tUtv2+GP7sOP802tszgFzTenYD9f3CT5rUAap3EvaDih96pLiEJN5LWnNbc+9vVwud3/c9o2JYt3+vHmP2nu/MJ3A82un9sWla9h9UHt+zr9uxuL+TsWTaq6pffcw1d6s7VVUymTr2O8+qN5X99yHm/fF2Xz5yAXyfiXknXW9dM2znnvz6WaDSCxdrA8ovfcJ5j1z3/7Bb6+9630CBvSEBrTriXX79/EmWLOZsVwU8xloWRQ6Lpa1GdZlxAXO6Mkn7xBDsGyzdgK6yv8RkaMtw7kyoPtMzTbX7o9V2TelJ19/Ro4qnG1jp25z9hTw9udrp7oHjaXU9baMYb3/bgNaPvJekbeoDwzGz732fBk2F+rJoAAAIABJREFUZoqhWYyPh6+9U37mU4fkd7UHDZYNgjb2LX2wfjCtf6MROK2nuyiHGNAlt+oCrpvDfZvX5jdt7WxBcLEfaEDX5kKzafA1oH3Xltl1DG0A+bwJTH4tre8mPlJcY24UOX7Fo/IL1Umv6iGqNT52s35pG2ltjfK5yTHNZR8jp2Otzeru6EfXg0R1HYg910yho+npoWubh4W7x/WkWsf69jT5m2nOsnpOjXrPEP+E0dmbTbFe5/RE3Xu+IQZ0e16GXB/9SQ5PuXP2w5uo5/C6ZzA0supdGIvFQYOQtXFsR3aXf3qNXXuy9jVB3WP5rUHlWzmue+DWPahNS5+9/Xvlqj94V77/z96Srv5V68BJeZf1nsB+vzCdtkvQrulNv67PNe4Pfa/hdr9G13HX6+ZOuNdg/daf/LpevT1e5S0flP5C5qHU3oTLgDYPR1qufda3ttV8RptXa0BbzGUVV8deYphnNP8+AQN6QgM6fyJknFRVx4z9tGQzuYaegM7LViegdTJaFoW+SRthQk++qE5lQJev+ddPB9VyqwVWuRHXl0uda5+Z1brBzRfZ4rX7z5enL7uexhYbE9cFuH1KVysvdb07TkA3poePAX2nHH5IvQmOYEAPHDP5eFLzeGxq9XEWNgan2qZONq9HG9B9xkXXJqu5OVA3/g2bdj6dfYABbZjmvga079oSqutkOoY2gHzeBGJp1exdzLkUc550vPljnP6zh9Wyr/nd/eh5k0VZd7s/Rlm+ut1pxHtLqCWMpWdVySAexjrsu+4061j3nubhzo986lwL8+C+MnxWGFPfXLHZt9thO2GnplLnmv1Un+3EVNd9Q/P3InSN9bSVcU3yZTc23e7Zj2xxvUaUYTOqE4WOh22tOVQ9IMtPvfsZQPVHdkd2YdfZp9d4qAFtMRM71m/fU+k1Q+vJTMM08tzbH5P/wwgb2TykeMFHDE+ht8zpFJ5fO7UvrrUw7D5oievm9Nyb0K7tN9s915/8UII+tut9xQv/H+VwnPs+/ANd4Ty63vhwzbMIfpVtFk2vi/v+8Z0fN0LsOg3ovv2Dz1579/sEDOjJDGj3KcNqc12PI2Mytn5X45x2TTTnBanDgDZO1NZtcppowy9yk0/e8vV7tSWuuGnWE9CZuazedH1VCbXgXNjaF72uhw9q3V3GsD08S/NwwtzIeo2l6mmituk19EtBb1sM6DouUtaf8pU5tWvWWN3qHNVDqLjnnj3em7fRn7etPRf7DGVbLCY9HlzYGBw+g+05JpvXIQa09kpXv0lmfzDoOq1emQVN33X27d+L2NVNHC7bDb/aliEGtM/aEqrrZDqGNoB83gSiaGXMP/+3S7Jmj5kn3Zvi/MF6uUfxNqB7+9FjQCvXwMyAjjnXTKGj6FlV4sXD+K6IsiftO1AxdE+TGdDeXJX93epiQGsxaI0Y0Mae0/eBZ+fBlXoOFTeW5inLapi4Ds54L04DEkYd9wPa4Z20dTilNGTUewaboWzRtJkHfXuInrXRu9HzJpxeY/Meu+RnhOJTY9CqppvfeiZGaEXj3qIKYdO6B22bRT57+2KPmN2LVKfiy+tUee0z183+MqfTewnaNfFp2/d3upkadh+0xHVzeu7lmLBeU/3XH30cKm9xZOufcQK6+1tNan3t+WLVwzXPeryg6WZDvBAc3d8YUmPVW74VYbtn7t0/+Oy1d79PwIDetQFdv2JQLJrVCdhssnAC2nPJmOwEdPFBifqinge8L03fAAP6qPPp+ssMjZsNlfkU3HpyQgkXYjMJOsfS6k5AV2bCX5UxzN1PXuv40TWLS+SPlRjeQXPPnLMDx4zbkLa9blT1uW1o+55Y85xlzmSTbZa8DWjVLFEvyu6nyW0z2M+ArvNphndjvA07Vaa3c4gB7bO2OAXrSDCZjqENIJ83gRhatcahNh9jzhOfUxmvFV8Dur8f2zsBHcJDfeV40Knlel9r39P4lqVNhDJ0mKgx+r1nijthjLnkrrVJUTz0br7D0r/n677GLfEkn4vD3Oxd7Wv93nVzr94zWE80q+unGn7DtYfAgG5rZDHMtJjmlrcalbA/fvvj7rjcnYeYqoewrW8/qSH/zDdouk5nF/VXD4t009x1gGXwqO7MMP38HKad3rB+Xc37KD+dzXtxY11WPno8bI8/ToPpuRvt0a6p/SGveg/LVSE5tMNtrr1i05Zco/frJnS3AV0dxDMfOPV/n2mcEnru6XVxH1itWmDuE/K/W+6Zh3lGyxnve3t7wVJ9/rEz8rynvFTOOeecoDL2Pf7440G1P/nkk/K1H3xBXn7BgaCKs0z79u2Tz01mQLs3DK0JZmxqQkwwbdBZDTDLotATi65v8Q4FPfnkDTBUezlVMZLfcUQ+8P4RMaCtccMcoR5KY+vXs48/PVjFwrSc6C3hV09+B42l1PW2xTHX/jbAgK43i0fk199/qv6IZMjcyyQZdlrQaKfl6W0hc/dJ2r4TEN198N8YDJnjk81rbwO6O4ZY57oVPPbbGwTfE2nWjxBaNg2+BnRsXSfTccjgIW0Qgem1sp2CKZpWnT7t3xOMmSddeyaPBzVdH6b9eBtrfYq2Y9+g9i/2XDNbN72eVQ1uXa0xsRVGrbey6sYP39PYHyJkBfZfm2LsR6tuxGPvO7VNc/Jdop0e0/Z8Qw1oz/ADHnGpfXszJN387Ie01mJ0WO8Z7BpVY/iTP/5RI9RCvwnRuycd2Pw5kk+vscu06Q/V4Lu2qw/hnquA6zagLYbQ0L29GlNXOWikGdDOMqdTeX7t1L7062peQ3x1tqebd92cnnt7TDTX1CEfQa3eMjW+pRRoQNsMVLcB3TXP+mNLTzErptfFtZb1jX+bAR3gGeVVzD/eMaCnGKF5GeUgaD2VfUB+5otvkfaG3rGRV9tluXlqPRnxNaDr1wCN1yBap/ymATP55O09aWrRwNxkd7K8TzH/qthJzQmVjEbG/Lj8cvnaVPujdh/QtC+fej/4G/UHBG2LbPE0UKR65ajrYxnqxqh9Q9c/lmxPHIsbUPVE7UL1tt2kam0fYkBXi/f75G4lxM00BvSQMWN5mqusIcVpdssTam3smv22rT/tMTiNyhO+ljSBAV1saN4n+mm5LsYlAVue7G8nRI79liUelsZ+6Knrtja+BrT9ujKdrpOvz1MNMMppEZhcq45rQLG3eFERUibaPLEb0Oa1yr422x7mta9lWj989lDWPdx0c80UdHI9qwp8dLXw0M0Xv+uJz56m+lBU7/6oXnuz+LjNfrp+e2ni9SAa+452NnvH84sUptlv+Uhjo0d3fMZu/sr+PuT6ODFvtbhdsx/dFa97ho49Qbm/kTfeJy/XPjaHAT1MF5dp074PsB0Qcd2j1fstW4hM9eSn+gF7zcgp9u31t4XqThbts+/tmweGatihxoD2KbNcV4ZBtaaefn4O165pmJ+uzXVi7HVrvnVzcu6919Rh60+xl7qv9inya7SnAZ2N4z++ovnQpu2a5WVAm2+ZON86nmAyyIT3unVz+h8oFx5Te59Qf6fUFl6td/9gf5Ow5QvteJ9ACI4JT0AXY6v9JKLz1KrtYzvZBFf/VRdB29NPM6D7AAM6q6JeUOr6eoKej5jHky+qzkXH1KA/1p6um+W1EFUTa2zhCo7rNaOOE1/lpL87L7snELyy6PzMp3/TOE2hl207cZSs3iExoGtz2W5OV6a/Njd75579KWvnhdQ1Zi7MDFP7l26bMm1jQb1w6XGsi1HoHoMjprKWdbJ5PYUB3bH2OmOIVnOv7lm1Vtg2COrfyhsC48RlUZ/9N/MjIP4GdFxdJ9NxqoFFOZ0Eptaq+4SpsW5GmSfnW/YgImI8xPUxoL36IdkD1+6Yxw30BNdQY8RMx8PNonsde58Ue5rKUPYsS7l2OtfvEWvF1HPJ3RSz/33XmrK0+tr4yyInflH0mJFF/nwvaO5djDnUdW8Sk28fj92zd6vTm6Ln3uoDzm8/VLqb91f2txS079kYus6lVwi96TUOMTHtp2e1eWSdK2oM1qr3yn2kbTxUf/vU8+V3Q/b2loeGtQF92QMe9wvVOhuilp5nLu3MN0CKPbPtHq799oj+oHL4tSYnMPO6OT33ts/TrCEe64/2Vrf6AEUxR/tiQBv34Y2+Q2JAG/fe6tyzvhUwvY81vS597M37R1cM6J510fSMFrZPwICe3IAev/ivrYTpJ+/aCK2rP+i9Lj27eoPO69AZHdPREa3S0cqnpejpQylOGtjH4epTKux9KKWdBo3T1Q/t5tEO7vNwd9WKLi5CYb9jQGNAh42cAbmYvANgrSApeq9ARI8uoLMHpASSxNOxespveYLfOrmgprHEMzPf9qnDSCmAba/MGk/8zVPoWW7zbYi6xAGnK+owSlVmS3unGArxtJqidZQxlAB6DiU2XXrYT8dyaEmwH0osvfRonJ5mVYvRbh7t4D4Pd1et6OIiFPY7BjQGdNjIGZCLyTsA1gqSovcKRPToAjp7QEogSTQdyw/rvPwdp+TzP56FJmliFJqv7evfM+h4bbb+ynxpbIv6en9lJDev37VCA1jj4mZ1fVQk+wisvFk+96svaxTripH7ftUs92vLVMMgmlZTNZByBhFAz0G4Jk0M+0lxDioM9oNwJZkYjZOULW802s2jHdzn4e6qFV1chMJ+x4DGgA4bOQNyMXkHwFpBUvRegYgeXUBnD0gJJImlY/3V+CsekFfWceIKIO24sf0x/dT0XR9pNb/o3F9HKUz1EZUbRY5f8aj8QvbRvUqzjm8NqPF1tY/caVq74lWGDYxYWoW1hlxjCaDnWILh+WEfzm5sTtiPJbj8/Gi8fI26Woh282gH93m4u2pFFxehsN8xoDGgw0bOgFxM3gGwVpAUvVcgokcX0NkDUgJJ4uhYGLAPX2v/iMwwA1o3c7s/sFaegpb35ieZ7Seg9Q+amF+Zv/v1ykntro/dKn+XDx6So2V9ptR97QwdFnG0Cm0N+cYSQM+xBMPzwz6c3dicsB9LcPn50Xj5GmFAL0sj5syy9Khagy5xdMGAxoCOM7KUUpm80REvqgL0XpQc0RqDztHQ7rTgKDoa5q1pxtpDcLxITuYnkNsxoNXYzY1p3IT0qIDVp64rA7rvq8/KF6L/2YWWU9ldBnQZWiQ7LZ0Z0L9rhBextWUqQaNoNVXjKGcwAfQcjGyyDLCfDOXggmA/GFlyGdA4OcnqBqPdPNrBfR7urlrRxUUo7HcMaAzosJEzIBeTdwCsFSRF7xWI6NEFdPaAlECSGDq2Tv8aZm4RuuI+hU4Tu1lKA1o+kp2eLo3h36jMaf2Us4m3FR7jDw7IJ3/rtfLcPGEZr7mMJd06IW0Y0sIJ6ARGb9pNjDH30iayu9bDfneszZpgPx/7XdWMxrsiPX09aDc9U58S4e5Dafdp0CUOcwxoDOg4I0splckbHfGiKkDvRckRrTHoHA3tTgueXsf2CeaqQ9VJ5nYIDrXL9o8QVuExuvPq+Wzpmr9dIn/8a78o7/x4G/VV7yvDcPjGgNZM7qo8sw/TSDq9VtO0i1LCCKBnGLcpcsF+CophZcA+jFtKudA4JbX0tqLdPNrBfR7urlrRxUUo7HcMaAzosJEzIBeTdwCsFSRF7xWI6NEFdPaAlECSqXXs+jBffjr5wd/ITyTnHxK0GrcZsLZ5q5vJpcH9jiLWc/VPLT878dw2oJUT0NmHEd/yV/Kbn3qnZOE3qn9a2y0GdPG7KPn82jLVMJhaq6naRTlhBNAzjNsUuWA/BcWwMmAfxi2lXGickloY0EtQizmzBBXabUCXOLpgQGNAxxlZSqlM3uiIF1UBei9KjmiNQedoaHda8LQ66h8M1DqihLj4mU8PM6DbpnRpJqsnmA1Duh3mQ0TKNN0fCFTMb/mIvPItp3Qt3lgY6EVIj+qfuy1TCTqtVlO1inJCCaBnKLnx+WA/nmFoCbAPJZdOPjRORyuzpWg3j3Zwn4e7q1Z0cREK+x0DGgM6bOQMyMXkHQBrBUnRewUienQBnT0gJZAEHRMQqWwiWqWjlU9L0dOHUpw0sI/D1adU2PtQSjsNGqerH9rNox3c5+HuqhVdXITCfseAxoAOGzkDcjF5B8BaQVL0XoGIHl1AZw9ICSRBxwREwoBOR6QBLWXuDYA1cVLYTwx0QHGwHwAr0aRonKhwIoJ282gH93m4u2pFFxehsN8xoDGgw0bOgFxM3gGwVpAUvVcgokcX0NkDUgJJ0DEBkTCg0xFpQEuZewNgTZwU9hMDHVAc7AfASjQpGicqHAb0bMIxZ2ZD31sxusTRBQMaAzrOyFJKZfJGR7yoCtB7UXJEaww6R0O704LRcae4R1WGVqPwLS4zes4nCexhPx+B9dfM/EpXY7SbRzu4z8PdVSu6uAiF/Y4BjQEdNnIG5GLyDoC1gqTovQIRPbqAzh6QEkiCjgmIVDYRrdLRyqel6OlDKU4a2Mfh6lMq7H0opZ0GjdPVD+3m0Q7u83B31YouLkJhv2/egA7DRi4IQAACEIAABCAAAQhAAAIQgAAEIAABCEAAAhDwIbC3t+eTzJrm84+dkec95aVyzjnnBJWx7/HHHw+q/cknn5Sv/eAL8vILDgRVnGXat2+fjOl8cMUbywjnbQmO3tvQG53XoTM6pqMjWqWjlU9L0dOHUpw0sI/D1adU2PtQSjsNGqerH9rNox3c5+HuqhVdXITCfh/LFQM6jPumco0dZJuCtYLOovcKRPToAjp7QEogCTomIFLZRLRKRyuflqKnD6U4aWAfh6tPqbD3oZR2GjROVz+0m0c7uM/D3VUrurgIhf0+lisGdBj3TeUaO8g2BWsFnUXvFYjo0QV09oCUQBJ0TEAkDOh0RBrQUubeAFgTJ4X9xEAHFAf7AbASTYrGiQrH2+G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qjbIHj4lh194VO6senjNSXnkw0fkwrrHX5VTb71Ijt5xSE4+dFqOXNyg+OqHDstFR+qc+Q/Hz+zJjZcXafLf7zpslFfmN+s18tb56/KPy717N8qBlhJn5MS+gyJKvXmS+07Ivlv3l3VXfdAzHzr1iJx+24VFO3v6ceY9++TgTXrfRIoyT19dlFH/q/rV4igyqJwJRxx6FzDXrvfYi8eEQ46iRhBAxxHwdpwVrXYMPHJ16BkZcE/xsIf9fATWXzPzK12N0W4e7eA+D3dXrejiIhT2+1iuGNBh3DeVqx5kmUl74H7NWM7M2OvktsZUzQ3Vs3Lpzcfk/pfoZmvLYDbK6zSg83THNLNaSuNWSlM4N5DVtmW//85+Of1u04L2N6BbZnGpen8/SqNZDsmdd1yqmOB2Azov64uXyvGb7pf9mmE/rJwpByR66zTXqvfYi8eUY46ywgmgYzi7XedEq10Tj1sfesbl21c67GE/H4H118z8SldjtJtHO7jPw91VK7q4CIX9PpYrBnQY903lKgbZvfaTwwaJwlC9Qfauukc5UVwkahvMuhlsN6CLNPdXRrNaX246S2Hyqv/dq04EA1rUMiuj+V45fNdB5cSzzYAu/nb2+j258u59cotm2A8pZ9rhiN4OA3oleo+9eEw76igtlAA6hpLbfT602j3zmDWiZ0y6/WXDHvbzEVh/zcyvdDVGu3m0g/s83F21oouLUNjvY7liQIdx31SufJA9dDI/2XyDNaxFhaMxVG+8vG302k+SlgZyVwiO/KTzaTlshPPIa9R+K+o7ZglloYsVwYDWzG/FaN5/u3Iq22JAl6fFc6YtA31AOROPRvR2GNAr0XvsxWPiYUdxgQTQMRDcDNnQagboEatEz4hwHUXDHvbzEVh/zcyvdDVGu3m0g/s83F21oouLUNjvY7liQIdx31SufJCdOd6cNu7qvWGi5jGM5V7ZK8NgtGInG2ax9QS0atK26s3M5FuU0BVq7Ob+GNDHbH2o22OLAd2U198P3WhuGOxvxYDW+ZjGuH85Uw9G9M6Irl/vsRePqccd5YURQMcwbnPkQqs5qMerEz3jsXWVDHsXoXi/wz4e26WUjMZLUWJ4O9BuOLMpcsB9CorTl4Eu0zPNShzLFQM6ji6rKtXXkDQN5yIuc9cJ53ZojW4D2ucEtI68+ICfzYSe+gS02Q/jpHN9Svs2kevVjxC226Hz8y1n+qGG3jpTfVyuR++xF4/pRx4lhhBAxxBq8+RBq3m4x6oVPWORdZcLezejWClgH4vscspF4+VoMbQlaDeU2DTp4T4Nx6lLQZepiRbljeWKAR1Hl1WVWgwyVwzoMgSGpefHz+zJjZdbYkD3GtRVQR2GcVfIjipbZ+iOqQ1oEd1ob4fayI3lB47LcTkm919dfpix/LBiG1dlmnuWE2GkoXefAb0evcdePCIMPYoMIICOAdBmyoJWM4GPVC16RgLrUSzsPSBFSgL7SGAXVCwaL0iMgU1Bu4HAJkoO94lATlwMukwMtCxuLFcM6Di6rKrUapAVoSdETirxmLO/XSe3yW1ynVx05NLig4BK7wvz9aQ88uEjIln+uw7n/31hnsbnI4SlcW3UW8R/PiqXluZ2Vs89VxVGd/bP/kHDdp11UzND+Nb9ZdtsHwxsOtX/MUVb3sacP5R/TFHycBxHL2nCkxSlq6drizSnK8Na+T0LH1KUU1Cc+h9660TXqvfYi8fU447ywgigYxi3OXKh1RzU49WJnvHYukqGvYtQvN9hH4/tUkpG46UoMbwdaDec2RQ54D4FxenLQJfpmWYljuWKAR1Hl1WVqg4ye/zjK+WelllaIlBOIl/5R6YBrRvFuUF95E6NXW20tk4MH9KM8Mq8bWI798eAltK4riuzGNBH79BlrNpiM7ebv9lZVNzyMl57T+eHFQeVE9mAznqP3hdaH2YM0mmheo+9eKxqkUu4M+iYjniL0eq+E3L47LXRHmKmo8i4lsbVM3uYfbvs/7D+UH9ci9eTG/bzaRmX/Xz9ouaGABqnOxrQbh7t4D4Pd1et6OIiFPb7WK4Y0GHcN5Vr7CDbFKwVdBa9VyCiRxem0rn7bQOPRpAkgID+8dWpdAxoCFkGEliKVtWbS7HeohmIJdnkcfXM5vk9cqXxVlmysCZuOOwnBjqguLjsBzSEpNEIoHE0tNELRrvoiK0VwH0e7q5a0cVFKOz3sVwxoEO4l+Ef7rymCC3RBEIowi8cvcM8nVvFjW3O59pDKHTkN0//3myGbgjphH+esYPMvyZSLoEAei9BhfhtaHSu1h2lTt81RntzwNHmfN08KzdgqIwUN74Bbb75UMXxrxpefOS1+r+e6506jpxx721YjG8LGNdcZzu0IvvLcvV5pGh59tnXVlODiqeHNv18+tnq7MboMKSeKRTrLyOOnu31uGv+aX93aWj7vWedH6N3unOph72Ln/G7tsd35TWG2TbZh89X/TqQlaO8AWmdF+XvXfdy2vdpLPsjJQxe6y3BrHbzDcusSVU7WnOu+zs34UTG54yztvm1Cz39OHWl2rV2Y9arrA+V3oOuZ7bO963B45B65d41d69GkWj+fbevBp3XCN8Cdptu7HjHgB6sV7EZOXvJcTn2QBUzuNpc3C8nzxyW0wdOy2ElTnKx8bi/CRlhxC+umpAv4l+8VI7fdL/sr/K3PqanxgmOEwPYRDJ2kA1GTIZZCaD3rPh3Vnmjs3kDVJo8via0b4sxoH1JOdJFNqAzna4Xua18uFrcXDTx/c0T7/rv5c36JffKvXJQDkr/w9L8xqMzjRlPvyl7790HipuW8vsC2ZXQbKcJUf9OgHEddfR5IuHm3Qi39hIZz+tEbj0tRy5u91DTxvhgsL6n6ddJL9mRdrJ6plKsv5wY18rWnMiY3H2lZGO++fbFvSIHDkorlJjR3F4N+7o2RofevNPpsnP2Zr+0rhin1c09f29eg8lG2YeNjHKvYh4GUudMH/tSp0PX3Cmifm/FYkDr32NpWtt6A8zUvkyazcVb5LjITWI8hMeAbmiiZ9g80HPFWBs729W7d3Jc72svJOB61mqQYw2eAqyjjJ1y30F/1lJFKrp0XyOWqcRYrhjQA3UtTOIbZO+qe5SP1imFtG7y7B/EywfaS5QPydXmzJVyz75bDANaPTXY/4G8gd3xSj52kHlVQqLFEEDvxUgRtSHdBrSxZpU3c7mheFPzAUz9lIoec1377ZqT8tmrT8ur1Pju1Q1jdQKp7GlzAqIyx26Qsy88KMW7I1kd18rZ/C2T7P8dceBbb6hUOMuN6kP75ZYXHpUi6rzefv1Eh1pPmfeMyMEDx0TyOvbL7fuqNuofCO0+GdLVPyXeq3aaw2xDc42IPl+1a1r5APb65oOv5sdka8q95rKUZprxsFYd8bYHFrUxUIyD9kdalWunY/b0mt+W6/gUkzG6Vn2NHGKCGf1v7VdE2YfkMe6NNxu66urV9EYRc18UWs8UYnmUMb2evvs7D9PKHMMD9B+jd6+GE363YufsB/BrrYkD8m6TvcdksyTxCv/lNKBF7s2v59J8RH2MAW18XL1odvXQ+DaR6y+Ssx7XzzAi0+Wafn6524aebkY+KebQrm6Xet0Ry1uP1vkYcD1zgvAo01nGsASzch/W1E2lTkOXvmvEMuUayxUDepCuysmzh08MM6CVE2T5dsS4OW82nWflhGpA16+nFAZJtrlXT30Nan5g4rGB4u18AAAgAElEQVSDLLBass1EAL1nAr/jagcZ0AeOifpKsXmj0Dppd6vydkjVr5b5ZDuxUN0EVq+9VsZw8xpsZVLrJ2DNN0P007I62vYpm76Tgnpf7Xm1h4llZa0TudrJqI7+XVKeGLadKrnrcBnyKfIJaHMcajcMet1FUrtp1n+6uX0NbA3/rF5zHNU3N8WN/NGKV32T7z4V2tfmug0DDKMh03betbUKX9H1gd6mJ7p2tocOin62h/FdBr6Hpro5E1jPEFFGpI2hp/bB4k7D1n1zbT1JnT00q/9ZQuco8zlMB5vB5jHXAzTYOXvtgWDW4C5+lodr3nnHzLW02Q8fAp4Pa3wM6OrBdnU9GWNA2+pT1r38Y+v1tTy/G5QT+3yvW8MpheaIMb/624KeoVqZ+XavndICdfz3Xu/VN6/cc8C1n2yxi3SIoE+jWblPNXhWWE4SuvReI5YpyliuGNADdNVOJtgW1qysjkXPjGl16JpDcuclNxSvVWpl2W7wmxhJvZveAX0ZknTsIBtSF2nnJ4De82uwixa4QnDcf6p8Q6O11lluklVzueMV1GJt7IkB7ThpW799kq2Z2T/XRrfzxtOyxipp2yf41PTtvGYoiKJxNiNBvcGSIpSTchKq9/RPjwkcd74aN4XW61uIAe2+4bDy0OqvDNVqthyS7FXqS7XTZR0zqddg9rwRDpikcbXya5C6F7F/i8LUxq5VdUP4yEtuMQyV7n1Qv6bF2w5mWImQevxIjE8VTU/tzRDbAwPX/HH9Xu0p/cv206Ffw3y/O9G/+dgXHSjmkf1hjsss6c47Zq6tgP2gsWFfp+pHLFUIsZb5r7ylpF4H1GtLdsCoPhFtiwHd6N6KAd3xbaD6bZ2OsIqucDqD0EyQONr86mwbek4gW17E7rWrWq7vndx7uCqf63rl+r1NzrUGT8VaLWc+7jF6s54yl6+Lz33W8vQYyxUD2ldT04QZaECb1TSLoxgnnk2Dw1h4yxsTqcwh3/aPSDd2kI2omqwzEEDvGaDPUKVpQGtn49T1pbXWmcZf1Xj7h3/qsBqdr9/bTuW1Ddw+A3p/61RRZYLZDG+LAV23TQ3xoYpSnXZzPSCsGHQbCcVp6bYBrT+IrGIaFwFCin9q2bsJwdHexHefgO48MWkxndo3JvqYyo3R/bd3nIDueojRML/ybuUjiaYh4DgZE/PGZVFra8deoq1N96nMfCwP0anzRFSmaTH3bONocD07Wk93oafdrOy/Ifd6lb0OC2DGAB+jt0PDRYfg6DAxOkzmJqyCzg/2O5p8HW/eZLVrewWvE9BF6Kt67c/e6jAMaL8Y0MW8rB/eZ42xxt5Xw0cNN9d2QXgXa5vej+4Hv+g5TPHda1e0z/rWjfUtNnMPN/R6ZtkvKtcWvzV4GFOf1HNx92nbltMsXhfnNWKZ6o3ligHtqat5grnJZryG5/Xah7LYSvakXTVglJJPPSK3yXWt00W7XlzHDjJPxCRbCAH0XogQkZvRfQLaqNjnBHRXW9XT0GY8OHOtXOwJaLVzdgO6StGchr5S7mmZaf0noDUD2rxpnuEEtP1kt+1GoceUt35g0POG2/Eqc+sTvD5hM0rT9dIzagzrRl97n6ebiEtbW+0PGMxTyDZjQDEp8z2MEj81w9X1gL5X02LO6EZPYD3TSdZb0k70tO4p++aQ5/zq3KuO0duh4eXTCTMf+7IPFn6uD6HWvYf9JAOha70ONSzrj3zefFyO3aSHA/MzoI03s+qP46oPksuu1w9GPefrJMT8C9nJ/DKag57++vSlXIx23nu4Ca5nJRDvNXga1Fopc3CP0I3VFbl0XVpv0VQKdH7HaBkSjeWKAR2qY/AJ6PJ1Lsk+XnVEWjfRxqmU9mLaF9s0tDP9+cYOsjitotRYBNA7FtlllRtuQJcnHR7oWsOUfqqnnh0fxSrWOpGTD2UnyoadgD7QMhaHxIDW0/ZvYPsNaPXGt3UzpYUmsZwy7IkBpp+C1Nsw/Xztv8aY/ep6INp1ktj/BsE8TdYTGsPnzaCu0DD5cN3NdXV6rfzXlIz7dXKbnK5PCrVP63VpY49nXhk0Dp0sYVOaE4KWV3bV72W0HryopwvjhUrxpTq9nhnLe+TKveZjpHZNum/YuzQ8857DcvbtzWldcx6r83WM3v15fcm60+2avfjw67gmwt6tZ1iK8iSkcaMebEBrhrH+/QlvA1qL6Ww5EZ11VNuvYEA32qNn2DzQc02/Nva1yr3X7rrem7rbwtD47xcH3JdMAdlSxm65R+rECotdti4+14hlijKWKwZ0qK62kBytk8zl6ej85N9RqZ+B9z7VaBscrdPXO34qMnaQhSIm3zwE0Hse7ruudYwBnbW1a13KP7JzpDnxU4fgUPOUa9jZPI5m2fObj8vxm+6X/SEGtHJTV9dcxYBsgS3X2FOXytEj5dsnthtYpQ9d4S9q4/KOqhI9JqjOSH1bpt+AvrAyRMtyD918XOQmkRtyYyqyAW2JmZn3ruZpxsRU+2yLl6nm7dhsdQ1+LRauWk47RIk9nnFVcEe7qg+J5TE/LW8idY6hsNk679qqv7aa9UBn1q9N91huDBXr3LO+6aDshwzGwfWESTIqVww926dhlPllzoey9c0a26OhOa+NNc98YDRGh968o4g3mXfOvo9fhy5SMYb9RKrbi2m/oapca63Xs3JOWd+aqdbJ9geQ1dqrtdP2ALb+2/Vn5SLz7ZCyED0M40HRrz7uD8VGBTprHGHL3lL94Cd6OqWPsTZ2VuraL/bs4aoHMeb7AV7XM7NBrjXYSW18gp1yH9/czZSwaF163tyMGQ5wCvHHcsWAnkKFlZcxdpCtHM/quofeq5PU2qHt6tx/ijk19berY2pKzflxoIZV+yR0XI7ZJrqIe95+3ytuzfFLjzf32ieho/bGFp8/aoXjC4f9eIahJcRjH9oi8k1NAI2nJrq78tBud6zVmuA+D3dXrejiIhT2+1iuGNBh3DeVKxtkJ68ROVqf8lO733fSwIiP3fc16qxIx+/WODlGHLXqFEHnaThXG6quVemMU3/ma3j6EyrLKbuO013qqdDqFGXrFb/qie4MJ97R2/5695r0HnvxSHcRxIBOV7u0W76EOZetYfdcZY+BPT3dHRup03egt8RoembX/utFbrOGaZu+k7t+KDFFD2A/BcWwMqKxD2sOuSIQQOMIUHdUJNrtCLRRDdzn4e6qFV1chMJ+H8sVAzqM+6Zy6YPMHq9Mj99a4ilN3NpsNV81MOO2On7v/vhiOwaVGXOvFszVhjJhfmpL1NfeK4P8/jJGrfl16/K1Pc1wNuN9l6amHJI777hU7q3jPNrNziKO3aVKWILdDDv0LuNvmjFjLbFMjyWs99iLx25GY4xaMKBjUKVMN4Htzjk3mxRToOd8qsEe9vMRWH/NzK90NUa7ebSD+zzcXbWii4tQ2O9juWJAh3HfVC6nIdn6AFiDRzONW7FuDOPV8bvLgO76SIgmlqsNeeLKoLpN5PqL5Oz11Wkx3ehWT8N2fb25KOugFB9XqPp7rxy+66A07e3/6vyVd+/2FWb03obeYy8em1oEF9xZdFywOEbT0CodrXxaip4+lOKkgX0crj6lwt6HUtpp0Dhd/dBuHu3gPg93V63o4iIU9vtYrhjQYdw3lctpSPYEUS/Cakhx2td6+vi0HM4/OladMC7TZoSNjxd1G9DNB6n00BYWmVxtyLIoH5jMP6h212F5pHoVtoqV+NB+ueWFVdvtJ5iL2tXfRE699aLCeN5/u+w7UJ2mtuRXYzL28Y0wEtF7G3qPvXhEGHoUGUAAHQOgzZQFrWYCH6la9IwE1qNY2HtAipQE9pHALqhYNF6QGAObgnYDgU2UHO4TgZy4GHSZGGhZ3FiuGNBxdFlVqV6G5K37G5NW7X3LSFW/9Wx86bkVn1n/3RYDWjOclfxDYkDXXypvGcYXtkzwLEn9xW0jPnRzUlqXv/kIk2JAv+3Cohy5V/bevb8xpssPNemxhu1hT2INMvRWHoqsWO+xF49Y449yhxFAx2G85kyNVnPSn75u9JyeqW+JsPclNX062E/PdGklovHSFPFvD9r5s5oyJdynpDldWegyHUu1pLFcMaDj6LKqUr0MyeqUs9nzzhPQ7bjN2mnp8uTw0Usyg/ZAYQ2bp5G7KJchQeTUI3K6NHTrpJbTxFr4DOPUtfUDga0vxgecgM7aVddVhPpoQnK0DWfdkI47vNBb1aI6iX9WbnDE7C5U6TjxvkC9x1484o5CSvclgI6+pOZPh1bzazBlC9BzSprDyoL9MF5Tpob9lDSXWRYaL1MXn1ahnQ+l6dPAfXqmU5SILlNQbJcxlisGdBxdVlWq05BsmbZN9zXj1BX+wvG7twFdnVrNTxcX5nX9zxbOQvnb/szkPnJnW79rTrbDcNSGZHkq2lafxqZtVBfm93E5Lsfk/iw0R2ZUtk6CV80xToxHGmXoLaKdim89cFiH3mMvHpGGH8UOJICOA4HNmBytZoQfoWr0jADVs0jYe4KKkAz2EaAurEg0XpggA5qDdgNgTZgU7hPCnLAodJkQplLUWK4Y0HF0WVWpTkOyDlNgC6lRxTm2xHjWTotWxqsSA9r4vdOAzgzC60Vuq+I0ax/+M6ToPQG9X27fd1DuN09Omx9ZtBiSxWnmo6KfujZPedtOShennbPAJEXYkCJMh3ryu+hBka7VtggjDb0LLS/NPxxpOwFd/S1tvcdePCIMPYoMIICOAdBmyoJWM4GPVC16RgLrUSzsPSBFSgL7SGAXVCwaL0iMgU1Bu4HAJkoO94lATlwMukwMtCxuLFcM6Di6rKpUH0My63A7RrPNkFYNZsOUDjmdXJ5Mzj8WqJxcDooB3fOxP+0kt82AVkxiNcq13g57qI6KW572tffI4frjhvowGnICfMwARG/jhPNK9R578Rgzxsg7HQF0nI5l7JLQKjbh3ZaPnrvlrdYGe9jPR2D9NTO/0tUY7ebRDu7zcHfVii4uQmG/j+WKAR3GfVO5xg6yTcFaQWfRewUienQBnT0gJZAEHRMQqWwiWqWjlU9L0dOHUpw0sI/D1adU2PtQSjsNGqerH9rNox3c5+HuqhVdXITCfh/LFQM6jPumco0dZJuCtYLOovcKRPToAjp7QEogCTomIBIGdDoiDWgpc28ArImTwn5ioAOKg/0AWIkmReNEhRMRtJtHO7jPw91VK7q4CIX9PpYrBnQY903lGjvINgVrBZ1F7xWI6NEFdPaAlEASdExAJAzodEQa0FLm3gBYEyeF/cRABxQH+wGwEk2KxokKhwE9m3DMmdnQ91aMLnF0GcsVAzqOLqsqdewgWxWMDXQGvTcgMpvU1YjMfE1HSrRKRyuflqKnD6U4aWAfh6tPqbD3oZR2GjROVz+0m0c7uM/D3VUrurgIhf0+lisGdBj3TeUaO8g2BWsFnUXvFYjo0QV09oCUQBJ0TECksololY5WPi1FTx9KcdLAPg5Xn1Jh70Mp7TRonK5+aDePdnCfh7urVnRxEQr7fSzX5A3oMGzkggAEIAABCEAAAhCAAAQgAAEIQAACEIAABCAAAR8Ce3t7PsmsaZI3oMd0PpjaxjKOfcqxMVzJdxe9k5fQqwPo7IVp8YnQcfES1Q1Eq3S08mkpevpQipMG9nG4+pQKex9KaadB43T1Q7t5tIP7PNxdtaKLi1DY72O5YkCHcd9UrrGDbFOwVtBZ9F6BiB5dQGcPSAkkQccERCqbiFbpaOXTUvT0oRQnDezjcPUpFfY+lNJOg8bp6od282gH93m4u2pFFxehsN/HcsWADuO+qVxjB9mmYK2gs+i9AhE9uoDOHpASSIKOCYiEAZ2OSANaytwbAGvipLCfGOiA4mA/AFaiSdE4UeH4wPhswjFnZkPfWzG6xNFlLFcM6Di6rKrUsYNsVTA20Bn03oDIbFJXIzLzNR0p0SodrXxaip4+lOKkgX0crj6lwt6HUtpp0Dhd/dBuHu3gPg93V63o4iIU9vtYrhjQYdw3lWvsINsUrBV0Fr1XIKJHF9DZA1ICSdAxAZHKJqJVOlr5tBQ9fSjFSQP7OFx9SoW9D6W006Bxuvqh3TzawX0e7q5a0cVFKOz3sVwxoMO4byrX2EG2KVgr6Cx6r0BEjy6gswekBJKgYwIiYUCnI9KAljL3BsCaOCnsJwY6oDjYD4CVaFI0TlQ43m6cTTjmzGzoeytGlzi6jOWKAR1Hl1WVWgyyR+TUWy+So3eoXTsu9+7dKAfUP913QvYdOKb85ZCcfOi0HLlYR3LmPfvk4E3N346f2ZMbLxf56ocOy0V3HZZHPnxELqx+fviUHH7hUblTKaJK3wb9VUs7RQ6dekROv+1CEa19atuafPay27/nbT2itkpErjlZtL3FQWmD2uiqb1W++reivtNXl+02/q7r0FG2iFScu3m1CaJ3xmT9eo+9eKxqkUu4M+iYjnholY5WPi1FTx9KcdLAPg5Xn1Jh70Mp7TRonK5+aDePdnCfh7urVnRxEQr7fSxXDOgw7pvKpRqSqiGam5sPlIZrZtnlhqzohnNpxDYGaGnsXXKv7L27sq7PyIl998iVezfKftOAbuUXkdK0lcpU1tToMm6bfJeWZrfIGTnx1rNybW52Z204KPdfc0juFMMAz8rP6zwtcs2dcun1PWZ51Za83dIY9GWbm7qLhDmzL14qx2+6X/ZrRn2/Aa0Z05WJfbPKNCs969MtIjeLHJMbFN79wxe9t6H32IvHphbBBXcWHRcsjtE0tEpHK5+WoqcPpThpYB+Hq0+psPehlHYaNE5XP7SbRzu4z8PdVSu6uAiF/T6WKwZ0GPdN5eoyJIvTxKXJ2mGw1iZreapZbCecFZr6CejSFLYZzabBW5fhMqBPy2HLiezCrD0ocuZekQO3GGZwcZL4lpfcK4fvOihnQwzo8kStfqK5aGtW3pV3Z+Wrp50HGNCKQa71LWN063555FaR6154Vm4wT6t3jGL03obeYy8em1oEF9xZdFywOBjQ6YgT0FLmXgC0ibLAfiKQAcXAPgBaYlnQODHBlOai3TzawX0e7q5a0cVFKOz3sVwxoMO4bypX74lYKU/ddhrCUoa9KIxqyY1cM6xEg1MzoMtTx1bDuPO3HgO6DqtgCR1SG9CFGXyw6ldt7mYG7rVytjSMO8OFVF2xnoA2zO+8D6Ux3OI30IC2GNyFaZ6xlo5wHvZhjN6VLuvWe+zFY1OL4II7i44LFgcDOh1xAlrK3AuANlEW2E8EMqAY2AdASywLGicmGAb07IIxZ2aXwNoAdImjy1iuGNBxdFlVqaohqcYeruMqZ72tTtuqsZsrCrXRWhh67bjGfQZ018ndIryEHrYiK8cWA1o3nJv402oM6OoE9J7ceLFiDNdhMrIQFvvrE8u1AW3EgK5DjbRiQLdN77wdtdGt1H9504+uGNA2ho3hfGEdMqQy762xtTtGKXpnYVHWr/fYi8eqFrmEO4OO6YiHVulo5dNS9PShFCcN7ONw9SkV9j6U0k6Dxunqh3bzaAf3ebi7akUXF6Gw38dyxYAO476pXNYTsbnBen8T79nrBHSIAd0RMiPoBLQumx6zWjWA1dPHZxWjuwmZMewEdFfc6yzkRxFPOvunG9LjTkC3DOe+0+TGaEbv6sHGuvUee/HY1CK44M6i44LFsa6te+k0mJb2EmDuzTdAYA/7+Qisv2bmV7oao9082sF9Hu6uWtHFRSjs97FcMaDDuG8ql9WQNA3THoNTNVZdJ3FtMaBVk7YC311OXwgOUzbVdDZOIJcnuu+9+rQcLONXX1ierg6KAW3yaZ2QrtpWnZQeaEBr5dtOgRfla6fWO0YxelcfoQw1oJuPGNbhYxao99iLx6YWwQV3Fh0XLA4GdDriBLSUuRcAbaIssJ8IZEAxsA+AllgWNE5MMKW5aDePdnCfh7urVnRxEQr7fSxXDOgw7pvK1WVIah8hrAzpm4xQE+ZJ6TLW8rGby9jROcnM/L1Hrty7UfYbHynUTymX2Hs+eFiF4LCFqMjKuk5uk9Nvu7AoSDu1bYbAKP7/mIjUYTXGGNBajOYiJvPRS1QGFYeDcn/+0cWuuM02Y7psa8W0xbzobsHy0jwW94GeEYze1an0EQZ0AnqPvXhsahFccGfRccHiYECnI05AS5l7AdAmygL7iUAGFAP7AGiJZUHjxATDgJ5dMObM7BJYG4AucXQZyxUDOo4uqyq105C0fPiuMDnvVPrf/cG/zNyt/lUmr/Vkc+v0qBq72URtP/1bnPwtjd87qjwdMaDLkBhtw9ZiSBoxoOWak/JIFgfbFpKk+ttD++WWF9pDizT9v1LuyUzquq1Zm7P23iZyvfl31SQ3Q3mofEyT3T5M0bsy6Net99iLx6oWuYQ7g47piIdW6Wjl01L09KEUJw3s43D1KRX2PpTSToPG6eqHdvNoB/d5uLtqRRcXobDfx3LFgA7jvqlcYwfZpmCtoLPovQIRPbqAzh6QEkiCjgmIVDYRrdLRyqel6OlDKU4a2Mfh6lMq7H0opZ0GjdPVD+3m0Q7u83B31YouLkJhv4/ligEdxn1TucYOsk3BWkFn0XsFInp0AZ09ICWQBB0TEAkDOh2RBrSUuTcA1sRJYT8x0AHFwX4ArESTonGiwokI2s2jHdzn4e6qFV1chMJ+H8sVAzqM+6ZyjR1km4K1gs6i9wpE9OgCOntASiAJOiYgEgZ0OiINaClzbwCsiZPCfmKgA4qD/QBYiSZF40SFw4CeTTjmzGzoeytGlzi6jOWKAR1Hl1WVOnaQrQrGBjqD3hsQmU3qakRmvqYjJVqlo5VPS9HTh1KcNLCPw9WnVNj7UEo7DRqnqx/azaMd3Ofh7qoVXVyEwn4fyxUDOoz7pnKNHWSbgrWCzqL3CkT06AI6e0BKIAk6JiBS2US0Skcrn5aipw+lOGlgH4erT6mw96GUdho0Tlc/tJtHO7jPw91VK7q4CIX9PpYrBnQY903lGjvINgVrBZ1F7xWI6NEFdPaAlEASdExAJAzodEQa0FLm3gBYEyeF/cRABxQH+wGwEk2KxokKx9uNswnHnJkNfW/F6BJHl7FcMaDj6LKqUscOslXB2EBn0HsDIrNJXY3IzNd0pESrdLTyaSl6+lCKkwb2cbj6lAp7H0ppp0HjdPVDu3m0g/s83F21oouLUNjvY7liQIdx31SusYNsU7BW0Fn0XoGIHl1AZw9ICSRBxwREKpuIVulo5dNS9PShFCcN7ONw9SkV9j6U0k6Dxunqh3bzaAf3ebi7akUXF6Gw38dyxYAO476pXGMH2aZgraCz6L0CET26gM4ekBJIgo4JiIQBnY5IA1rK3BsAa+KksJ8Y6IDiYD8AVqJJ0ThR4Xi7cTbhmDOzoe+tGF3i6DKWKwZ0HF1WVerYQbYqGBvoDHpvQGQ2qasRmfmajpSL0eq+E3L47LVy+m0XpgNvgS2Nq+dX5dRbb5f9H75RDiyw73M3CfbzKRCX/Xz9ouaGABqnOxrQbh7t4D4Pd1et6OIiFPb7WK4Y0GHcN5Vr7CDbFKwVdBa9VyCiRxem0vmrHzosF911WB758BHBzvIAPzrJGTmx7xbZ/9BpOXKxyFQ6jm4WBTgJLEWrbM5eJ7dhQDsV608QV89snt8jV+5hQNtUgP3IwTsie1z2IxpG1skIoPFkKHdeENrtHHleIdzn4e6qFV1chMJ+H8sVAzqE+8On5PALj8qd15w0TJfsxMpFcvSOQ3KyNAfq4u87IfsOHKv/99CpRyw3f935c5PnyJ11/uNn9uTGy0MaPzyPPsiym6KD0vRERG6+V/beXZzR6TKj8r9/8QbZe7e08ze9knv3rpR79h0UqfpncCuSHpd785syS1tUTSx5Ne49Zct79snBm9qsdsl9uFLT5EDvhuOa9W50rtYdZfwoc7p3VGVz6Nb9fuZzvm6elRswVEZO1PgGtOt6c0ZbH3uud+o4sq636npuw2Ks8cY119kOrcj+sqS6rld5fOfAADXHbtgGVGVPampQ8fTQpn9MONgO0GG6ekbTchYQR8/2emxeh6pxr/3dpaHt954xPkYH1/rhBOuRYOfsXfz69viuvEZ/t8neQ/SOJPp1wLim9N1DdN3L5XmkvM+w7I9EpLqXMLXKa7fdn1XtaM25Yu2s73nCMUyaM8788msievpx6kq1a+3GrFdZH4KuZ7bOe/ks49j25d4193g9WVfJyejSeY1Yph5juWJAD9a12IycveS4HHtAMV7ygXO/nDxzWE4fOC2HVQO6+q36W7npudTYpBQm7aVy/Kb769NtWfPmPmFYD7JycpjmeXbxuOeqwhB3G9DKy6Q5B4NVaSrrBnS1ETTFMjdu5UbxktIQ1zaRIpXBUHM3f+8bC0PSDh5Ty8qA3iKyAb2bi4c5j0ozaWoDDgN6ooke2YDOdLpe5LbyRHtxc3FpeTPeXuP135s1+F45KAeleThp63x+49GZpijr9NXVw1p9fc/zPtA8BDbb2bpaKNcpKa8z99cPgu1zoPl9GunGbthGtaJ1vc14Xidya3GS3sar1sZcD7U9Tb9OermOtJPVM4qUd+YYerbmRMbk7iuLh/z13vFekQNu00ora8g1bYwOvXm90ToT7px9Lz/jtLq554e9U8+wBOVexTwMpM6ZPvalToeuuVOkvs6Y+z9zzTJWNPMNMFP7Mnk2F2+R4yI3ifEQHgO6IYqeYfNAzxVjbexsV+9+0XG9H3M9a+9Y9DeGOubhFHy7ytgp95gdWVnZqejSfY1YpiBjuWJAD9S1Psl71T32k38WU9VmyuYD7SXKKejanMlOADevVxc3yur/D2zwBMmLQfaIYQbYC57XgDbMkdbG07gYet8ULHODOIG01iLQext6dxvQlnl095WSG4o3NSd/9FMq1VsJxZDSfrvmpHz26tPyKuUNDqluGI1Tp83Jococu0HOvrB64yKr41o5m79lkn4VPbsAACAASURBVNVinrz1PYVZmgUP7ZdbsjdZ8hbr7ddPdKj1lHnPiBzM3mjJ+7FfblfeClEf0HWfDOnqn/K6vXaaw2zDDkNwaNe08gHs9eobOPb50m8uVw8EzQeQypJke2BRr9nFOGjM6XzUDbpWtsw54yR/jAe/Yzdso9Z87+tdW5vWfkWUa+lr72m/2dBVV6+mN0r25pG2LwqtZxQo/8zT69lvdplGTe+pSXMvOkD/MXr3ajhhzPGdsx/Ar3rA5XeQQh9v22TvP+fUlF5rtNOAFrk3v54rB120PAMNaPMQTbEjKq9Nt4lcf5Gc9bh+hhGZLtf088vdNvR0M/JJMYd2dbvU645Y3nq0zkePey7rgbU+Gh5l+sAckGZW7gPaubWkaejSd41YpmJjuWJAD9JVucF9uOPV8y4DWjlBVhs0ysmvZtN5Vr+JzhbrWzN75Jgcy02XtlkyqAsBifNB9tBJy2nldmHzGtAOgznwhsxppAQwXXIW9O47lblk5Ya1bZABfeBY/cppVos5z11mXt6ylvlkOzVmvvZaGcPNa7CVSa2fgC02m82JVeNtCA1N+5RN30lBva/2vLppVlTWOpFrOTV69A6jf9XbG7ZTJXWc7cgnoM1hpN0w2Exe+w26a910/Z6/hWCGd6nX8OJG/mjFK2/zkBsOvc1NiCjlDZ1BhpPf3Bu7YfOrpStV9YBGf9hiS61rY3voUD5kyvYwtofxXTeLHprq5kxgPeNAeeeOoWf10Moepq1qmnusW09SK2Hg2g/wqrLH6G0z2BQNy1Bt3oB7Eu6cvfZAMGuYJfRQ1V7rXlMNXNeVd7vsh48Jz4c1PgZ09WDb+vbkQAPaVp+y7knrmxnuuTyczfgcMeZXf6vQc7xqRQm7105puTr+e6/36ptX7jng3C+a8AYb1uPpz8p9fPNXW0ISuvReI5YpzViuGNADdNVOJtgW1qysjkXPjGl16JpDcuclWUzkA8Xr/vWNtnGD33qNpM9YGdCZAUnzQXbmuBITrXpFrdlQV6ZQHANaizitGGHGiUcz9lrrhsG48W793pzurPFEMCEGoJ8lKXp3hXyZRY5olbpCcNRmbmuts9wkq+Zy16tvrhAcjpO2LZPQtdHtnLsWE1VJ2z7Bp6Zv5zVDQRSC2YwE9QZLilBOykmo3tM/PSbw2E3AoJtC6/UtxIB233BYeWj1m+v/Iclepb5UO13W0TtjbFhvbiKs/XG18lsq1L2I3eQ0tek/4f7IS25pf4S0Yx/Ur2nxtoN5qrfSZkg9fiTGp4qmp/ZmiO2BgWv+uH6v3lLxL9tPh34Nq2+FjCcf0WRxsi9aX8wj+8Mcl1nSnXfMXFsB+0EDw75O1XcLVQixvn2+usara1Z2wKg3BnSjeysGdMe3geq3dVpro3uuDsIyUeJoa1tn+9BzIulmNKAtD/bND5Rb9wauOeD6vU3OtQZPxVotZ/dzJkYv1lfm8nUx7qFmeHgSovpYrhjQvtRNE2agAW1W0yyO2Uf5ekJuWG6CvV5T8u2XR7r+E7G60RLHgPaLAW0/cWicqFRPzDkNhuEXPQ+ci0+C3rv7wOecg8E0oLXzWepHUltrXfvBT9EP5WZcuemrw2p0vn5vOxnWNnD7DOj9rVNFthPXFW2LAV23TQ3xoapTnViznQBWQ47oH0i1mWnFaem2AW2e+G1/3EgtezchONqb+O4T0J0nVy2nHtvXCX1M5cbo/ts7TkB3fciyWa+vvFv5iKxpCHS9pZR/JNc4Ae37gU3PiTx2w+ZZjV+y0mgT44PIbW26T2XmY3mITp0nojJNi7lnG0eD6/EjMDrVLvS0m5X9exO/PaJ9LbM/PCvWOLcODg0XHYKjw8ToMJm7Qv7AfvS08iyg+8SstlfwOgFdhL6qr3fZWx2GAa2He2qaaHtDSvt2QOt6Y7Z7mfcZu1jbdKHR03PgO5PtXruiSda3bqxvsZl7uKHXM8t+Ubm2+K3BToyDE8zFfXBDN5Zh8bo4rxHLFGwsVwxoT13NE8xNNuNVOq8nF8piK9mTdv2Eb1V2fhOex1fU42TuenEtBtm9xivuVSuNm9OOzZ71aaTPk9Bek9i8aE0bgmOOJ6iewzFqMvRWTKiopOctvC8Eh9YynxPQXV1RT0Ob8eDM+b/YE9Bq57pMG2UDnn8Y70q5p2Wm9Z+A1gxoc92b4QS0/WS37Uahx5S3fmDQ84bbtvZ3PfjN8DsfKFo+RFtKa7umWsNyjJyyYzdsI6tvZbc/YDBPIduMAeW6n+9hjIfEXTr1alrMGd3oCaxnalAd5e1ET599ktY+z/nVuVcdo7dDw8unE2Y+9mUfuh5kGeH2rD2G/SQDwX6NKsNfVQ8UBxjQ9Uc+bz4ux27SD6/4GdDt61D7QXLZ9frBqOd8nYSYfyE7mV9Gc9DTX5++lIvRznsP1zcHhs2P1kG0aZB6lTIHd6+GbTzR0nVxXyOWKeBYrhjQoboGn4AuQ2hIZlIckQvbt4SWE9FqbNNiMdaesIf2wTNfPcjKU436a7vm6ajyyWT1+ltWR9dm2+fGapABPeFHCH3MDE9+qSVD79QUC2tvuAFdnnTIjVbbGqa0Rz31bI2L2RhXxUVY5ORDWWy4YSegD5SnOS89U51eHxIDWk/bv4HtN6BV07J1M6Wa8Zb+qQa0GSdSPwWpt2HsJqA9evrDPJn96nog2vUAz/8GwbzW9cSI7DjNq/VN42/0ujV+ht30+M7A6bXyrbm4Nl4nt8np+qRQey/RpU3/20UOnSxhU8xY7ZW5M6oefxSTpZxez4zlPXLlXvMxUrsm3eOzS8Mz7zksZ9/exN0057E6X8fo0J93MvQRXjPvZy8+/DquibCfTne9pPJ+w3jLJfQEdFZ2Ywbo32fwNqC1bxF03K9p15s415qxxKdf23xahJ4+lFxpdqude6/ddb1v+jH8emZj0PUAw8Vrqt93y32qVq+/nGXr4nONWKZGY7liQIfqagvJ0TrJXJ6Ozk/+HZU7q7paMcLURlgMDi0mnSVOcWgfPPPpg0x/9SUvotUfM03HB1e8DWjzhHjfa+7m6XLLyazqtJYlNlwVRiCLA3vwpjag/g8DeQJdeDL0bgRas95jDOiMUOutkHIdyM3TI/VqJ3UIDjVPmfasOs9uPi7Hb7pf9ocY0FmDjHVS1Idg2pwr19hTl8rRI+XaYruBVfrQhBcx1+dy893xgVidkboOWsIaaNcUvdxDNx8XuUnkhtyYimxAW9dFkYZnX5/N30rwtRYDH6D2aGqeGuifqx3tUj8kZvQ7xtwfu2Ebd+loX7v1PvZr0z2WHXPP+qaDsh8y5mlwPePgBOWOoWd36B0L57LVzRrbo6E5r401z3xgNEaH3rxBpNuZds6+j5+5Tpl7fdhPpLq9mPYbqsq1tmeff8B60KRaJ9sfQFZrr9bOzrdnsti315+Vi8y3Q8pC9DCMB0W/y3F/KDYq0Jk/ZIee49SNsTZ2tsi1X+zbl3esm17XM7NBrjV4HFKv3Dvl7tUiEmUEFq1Lz2HHpb+FP5YrBjTz00lg7CBzVkCCRRFA70XJEa0x29W5/xRzNOCRCt6ujpGARix2CVq1T0JH7HD50KmIe95+3ytuzfFLj6dn+zRu1N7Y4vNHrXB84bAfzzC0hHjsQ1tEvqkJoPHURHdXHtrtjrVaE9zn4e6qFV1chMJ+H8sVAzqM+6ZyjR1km4K1gs6i9wpE9OjCdnXGgPYYHiSJQGAJcy47VXHPVbv60OqOjdQImvUVGU3PzBC+XuQ2V4ijifq764cSUzQb9lNQDCsjGvuw5pArAgE0jgB1R0Wi3Y5AG9XAfR7urlrRxUUo7PexXDGgw7hvKtfYQbYpWCvoLHqvQESPLmxXZwxoj+FBkggEtjvnIsBcQJHoOZ8IsIf9fATWXzPzK12N0W4e7eA+D3dXrejiIhT2+1iuGNBh3DeVa+wg2xSsFXQWvVcgokcX0NkDUgJJ0DEBkcomolU6Wvm0FD19KMVJA/s4XH1Khb0PpbTToHG6+qHdPNrBfR7urlrRxUUo7PexXDGgw7hvKtfYQbYpWCvoLHqvQESPLqCzB6QEkqBjAiJhQKcj0oCWMvcGwJo4KewnBjqgONgPgJVoUjROVLilf3QtXazOljNnnIhmSYAucbCP5YoBHUeXVZU6dpCtCsYGOoPeGxCZTepqRGa+piMlWqWjlU9L0dOHUpw0sI/D1adU2PtQSjsNGqerH9rNox3c5+HuqhVdXITCfh/LFQM6jPumco0dZJuCtYLOovcKRPToAjp7QEogCTomIFLZRLRKRyuflqKnD6U4aWAfh6tPqbD3oZR2GjROVz+0m0c7uM/D3VUrurgIhf0+lisGdBj3TeUaO8g2BWsFnUXvFYjo0QV09oCUQBJ0TEAkDOh0RBrQUubeAFgTJ4X9xEAHFAf7AbASTYrGiQrH242zCcecmQ19b8XoEkeXsVwxoOPosqpSxw6yVcHYQGfQewMis0ldjcjM13SkRKt0tPJpKXr6UIqTBvZxuPqUCnsfSmmnQeN09UO7ebSD+zzcXbWii4tQ2O9juWJAh3HfVK6xg2xTsFbQWfRegYgeXUBnD0gJJEHHBEQqm4hW6Wjl01L09KEUJw3s43D1KRX2PpTSToPG6eqHdvNoB/d5uLtqRRcXobDfx3LFgA7jvqlcYwfZpmCtoLPovQIRPbqAzh6QEkiCjgmIhAGdjkgDWsrcGwBr4qSwnxjogOJgPwBWoknROFHheLtxNuGYM7Oh760YXeLoMpYrBnQcXVZVajHIHpFTb71Ijt6hd+3QqUfk9NsuLP748Ck5/MKjcmeV5JqT8siHj8iFckZO7DsocmZPbrxcyX/fCdl36/4yzVc7y7/hixfJQblX9t59QK88r++0HH7otBx5+ITsO3DM4H5c7t27UQ5k9Ri/ae32+l2KstQaqnw3W9qW8AhA72y8rF/vsRePhIf4qpqOjunIiVbpaOXTUvT0oRQnDezjcPUpFfY+lNJOg8bp6od282gH93m4u2pFFxehsN/HcsWADuO+qVyqIXn6asVwbpmx98vJzAy+uPjhqx86LNfJbXL6bWe9DWhr+bnR2zYEs/IvuutwYWB3pMkbYv5WGuWXVob40N/Lfp95zz65RY6L3CRyg2lOJzxC0Ns+3tam99iLR8JDfFVNR8d05ESrdLTyaSl6+lCKkwb2cbj6lAp7H0ppp0HjdPVDu3m0g/s83F21oouLUNjvY7liQIdx31QutyHZccK5puR/AtpucNvyFyemz15fnqoeYkBLkbeuq5XX9XvWsaxNt8j+h24TuV5pxwpGBnrbDOj16T324rGCob6KLqBjOjKiVTpa+bQUPX0oxUkD+zhcfUqFvQ+ltNOgcbr6od082sF9Hu6uWtHFRSjs97FcMaDDuG8ql9OQzE8Un+05BTzWgC5OU9ennTP6Zp1DDGg1dEd2Wtt6AroM7WH7PatfCR8iZtsSHx3obTGgV6j32ItH4sN8Nc1Hx3SkRKt0tPJpKXr6UIqTBvZxuPqUCnsfSmmnQeN09UO7ebSD+zzcXbWii4tQ2O9juWJAh3HfVC7VkNRjQKsxli0xc2tKhQFtRmjOf67jRNtiQJfl14ZzYwrnhvQXb2jiQvfFcW79ppRbmclajGjb72r/jBPSpqGd+OhAb9OAXqfeYy8eiQ/z1TQfHdOREq3S0cqnpejpQylOGtjH4epTKux9KKWdBo3T1Q/t5tEO7vNwd9WKLi5CYb+P5YoBHcZ9U7mcJ2L7Th/npMafgBYtbIbo4TdqE7nDBNfaVxrdlygfDhz0e3X6WjkhbYb0SHx0oLdhQLceMBiGdKJ6j714JNrt1TUbHdORFK3S0cqnpejpQylOGtjH4epTKux9KKWdBo3T1Q/t5tEO7vNwd9WKLi5CYb+P5YoBHcZ9U7mchmSXwVxTmsKAVsJwXH9WLjI/SrjDEBz56esjd7bHQH2aO+3hgd66Ab1WvcdePNIe5etpPTqmoyVapaOVT0vR04dSnDSwj8PVp1TY+1BKOw0ap6sf2s2jHdzn4e6qFV1chMJ+H8sVAzqM+6ZyuQ3J0hw+InLyodNyJIubLMXfrpPb5PTbzuYhOORM+cHAip4SV/dCr1PExYfg7r/mTpGrH5H/n723ae3jZtvGz3yLBNqFodvwgBcPteHeBPoBYpNC7dVFl9mF7OIa/qmzC91lGa5VckGC3Q9Q8OYCuzwLw022BS9ScL+F/8yLZvQujTQajTSHV8lv9HLqOKSRdMypU+c/PRx5mCJAR11C2InpNx+l+lsv2WPaldtYYE8B37wAXS/fsZNHgV27SpPBYzm0gqtyuPKxFHz6oJQmDbBPg6tPqcDeB6Wy04DjcvkDd3m4A+55cHfVCl5cCIU9j8UVAnQY7pvKxQuSYgxoogNOiFU8RQePYH8PaFv5DejXvz6g/dMDQehuydDEgCayxKjmBWudeG16bhG6W9uIC+1RaC8B35wAXTHfsZNHod27OrPBYzmUgqtyuPKxFHz6oJQmDbBPg6tPqcDeB6Wy04DjcvkDd3m4A+55cHfVCl5cCIU9j8UVAnQY7pvKFdvJNgVWBY0F3xWQ6NEE8OwBUgFJwGMBJPUmgqtyuPKxFHz6oJQmDbBPg6tPqcDeB6Wy04DjcvkDd3m4A+55cHfVCl5cCIU9j8UVAnQY7pvKFdvJNgVWBY0F3xWQ6NEE8OwBUgFJwGMBJEGALoekCZZi7E0Aa+akwH5mQCcUB+wngFVoUnBcKHFEBO7ycAfc8+DuqhW8uBAKex6LKwToMNw3lSu2k20KrAoaC74rINGjCeDZA6QCkoDHAkiCAF0OSRMsxdibANbMSYH9zIBOKA7YTwCr0KTguFDiIEBnIw5jJhv01orBSxpeYnGFAJ2Gl6pKje1kVYGxgcaA7w2QjEVqNSRjvJZDJbgqhysfS8GnD0pp0gD7NLj6lArsfVAqOw04Lpc/cJeHO+CeB3dXreDFhVDY81hcIUCH4b6pXLGdbFNgVdBY8F0BiR5NAM8eIBWQBDwWQFJvIrgqhysfS8GnD0pp0gD7NLj6lArsfVAqOw04Lpc/cJeHO+CeB3dXreDFhVDY81hcixegw2BDLiAABIAAEAACQAAIAAEgAASAABAAAkAACAABIAAEgAAQ8EHg/v7eJ5k2TfECdEzjg1HbWMbYrxwbg6v45oLv4in0agB49oJp9YnA4+opGgwEV+Vw5WMp+PRBKU0aYJ8GV59Sgb0PSmWnAcfl8gfu8nAH3PPg7qoVvLgQCnseiysE6DDcN5UrtpNtCqwKGgu+KyDRowng2QOkApKAxwJI6k0EV+Vw5WMp+PRBKU0aYJ8GV59Sgb0PSmWnAcfl8gfu8nAH3PPg7qoVvLgQCnseiysE6DDcN5UrtpNtCqwKGgu+KyDRowng2QOkApKAxwJIggBdDkkTLMXYmwDWzEmB/cyATigO2E8Aq9Ck4LhQ4nDBeDbiMGayQW+tGLyk4SUWVwjQaXipqtTYTlYVGBtoDPjeAMlYpFZDMsZrOVSCq3K48rEUfPqglCYNsE+Dq0+pwN4HpbLTgONy+QN3ebgD7nlwd9UKXlwIhT2PxRUCdBjum8oV28k2BVYFjQXfFZDo0QTw7AFSAUnAYwEk9SaCq3K48rEUfPqglCYNsE+Dq0+pwN4HpbLTgONy+QN3ebgD7nlwd9UKXlwIhT2PxRUCdBjum8oV28k2BVYFjQXfFZDo0QTw7AFSAUnAYwEkQYAuh6QJlmLsTQBr5qTAfmZAJxQH7CeAVWhScFwocTjdmI04jJls0FsrBi9peInFFQJ0Gl6qKpV1sutfH9D+KdHBxzs6/+mh0kbj878/0uG3x3Tx7APdfTqiMec/9PHHR3T8mS/qjK7uX9Ee/9Ofb+jB3sn4y+sruv9lTMHqHRIo9WjoMNpExMo7u76nV9+zvJ2t50/7tss2tckk2zVpBOysZUjYSG1O2cHAd4Nu/XzHTh4p+yDK9kcAPPpjlTsluMrNwLz1g8958ZxSGrCfgta8aYH9vHiusTRwvEZW/GwCd344zZ0KuM+N6DzlgZd5cJRLicUVAnQaXqoqtetkd50ASwd08XlXFYnpmt48eEs3zy6ImEjbo/DPfw7p0V+7dHZ6Qztfz+noG4OoS734+2UUqtu8R2J9jUB8+UMjDvciLYnCdicga4RsjhWnTUo7dYIkCTh09R7QB9bGVmDm0vSi9y4TtuXnnH1tWRIO73fOOUE8XRcD3yYBui6+YyePdD0QJU9BADxOQStvWnCVF/+5awefcyPqXx6w98dq7pTAfm5E11ceOF4fJ74WgTtfpOZNB9znxXOu0sDLXEiK5cTiCgE6DS9VlSoIkk+v6PD3fbp9wXsHE3WC7ku6on16+x3vId0Jt036J3880D4bvIob1HhRthVsz+lQEK1HaHXidPdUEosVNnxs6to52uYWoJtqWuGYeg9tRWD2K0MpZ+HeBL4bH30/rkrmO3byWLhbojoDAuCxnK4BrsrhysdS8OmDUpo0wD4Nrj6lAnsflMpOA47L5Q/c5eEOuOfB3VUreHEhFPY8FlcI0GG4byqXKEje0Tt6To9+P+TCaXTez413886/JZG5FZFv6WUTVsMlyOoE3N92pLAdI/SC+CcxYntGvjbtvKcHeze9R7OfICkI6FoPaE5Qt3hAd+WcGMOdpOyA4Lvx0q+f79jJI2UfRNn+CIBHf6xypwRXuRmYt37wOS+eU0oD9lPQmjctsJ8XzzWWBo7XyIqfTeDOD6e5UwH3uRGdpzzwMg+OcimxuEKATsNLVaXKguT5T7eD4NyG02jE0l4ovv1VFKBFIbgRqveJhtjKagxoPkZy6+EsCN0irE3Zorf1+Jx5ZPOxotlTH5uY5/OYdkcTA1oMydCWr4jbXOzqqTGiWZzqptzFY0D3IVfacCrgW/iwwHfDgvmOnTyqeskV3BjwWA554KocrnwsBZ8+KKVJA+zT4OpTKrD3QansNOC4XP7AXR7ugHse3F21ghcXQmHPY3GFAB2G+6ZyqQL0Qy7URCfMspAcoigsC85SiAptmAPmcdyH9XAI0EO4C4kRswf0RJuGMCDviF7IlxBqBGjeq1nwcO7F9sfcBYo2D2ihPZ3NJwuJ0OC78VKvn+/YyWNTL8EVNxY8rpgcyTRwVQ5XPpaCTx+U0qQB9mlw9SkV2PugVHYacFwuf+AuD3fAPQ/urlrBiwuhsOexuEKADsN9U7l0guTg6XtNtM9dtCcI0H0YCRUsdkGgGqtZEI59YkBrBWpVZB5sCLXpyxmd0QndsAsWDeKxNSaw3B5vAdotxs/ZIcF3cwFk/XzHTh5z9jmUFY4AeAzHbumc4GppxNPWBz7T4msrHdgD+3wI1F8zxle5HIO7PNwB9zy4u2oFLy6Ewp7H4goBOgz3TeXSCpK99/LxZxLiFI8CNLWe0ce8x2+LWicO33xsQjt0aYyXELKY0KdMsO5gb+q4/KG5BFHvGdyKwF8+aGJHa7yQfWzqbW6CaQwhQjTicXcpIvUxo6ULFdt6POMKt/Vd0pMmbrYuX+LeB777flU537GTR+JuiOI9EQCPnkCtIBm4WgEJM5oAPmcEc2JRwH4iYDMmB/YzgrnSosDxSonxMAvceYCUIAlwTwDqDEWClxlA1BQRiysE6DS8VFWqXpBkAusYMoOJw21c5v+5pMNvuQv3OETG2M5P6FIWoGWRdhChuQKEUBRqHGljvGSLR7Xdpt4D+ehCEqD5+M5E9EwSvXUezkqIDqkMFida9tReKPxGgzL43gbfsZNHVS+5ghsDHsshbzVc/fmGDm9/pvOfHpYD3gotTctns7Z5Tzuf2IfoFQKQ0SRgnw/8tNjnaxdqHhEAx+X2BnCXhzvgngd3V63gxYVQ2PNYXCFAh+G+qVyxnWxTYFXQWPBdAYkeTZiLZ9dloR6mIMkkBBoP/be08/Wcmktg5+JxkglIHITAWrhqxuxzegcBOojFpUQa+SRUpLGVZU87loC9rbukxb6yjlpoc8BxocQNTkT35TagUMsxZtZJHHhJw0ssrhCgQ3hpPWmP6UL2eB3CUhyMYRhY+ZJH6xDKQaifefPy+cdwAGNSMSRFSBOm5IntZFPqQtr8CIDv/BwsYcHI84RTBLJhzXvttx1NuBtNC9r35i29HELLLNHKGutIL0B34YQuBvDOrpuQRyOWbZijU/Z/y3zHn9xwxt/XcSXNf9Kc67RDKVI3x/aJFjh1kv3dKrdRe2pnPJXDr1PsfcLOk0iDPe189aQf+2n4VN/H4/iTn8lrwRhsRbxieHC9P+ZgZnns1fef+F4E9nPwGlKGOA80JXDjQjvv9M9NezndBeKfRcvYu1Hu623t0nzZ5mR2KKcZLXfWhIAxU54048vPOPDph5Mp1dLcxcwVTRsY38K4CVkveukscdjaci+Ne7qW1FVyMbwY54h18hGLKwToybx2G4Dbx2d08oUTXtqOc0Mfrg/pfE8KPcGe9R5r3QV+x7QrLVLal/hfu3R2ejN4t7GYyaRb0Ey2PSxDbCcLqxW5ciEAvnMhv2y9I8/yBkgfWz3aOgjQ0RB2BSQWoBueXhC9+3RETYCGbnOxS1f9hwPZ4118PsbZv6J92qcruv+li2Sv+xMubVUSyJfUijH85Vj/sp1KcbY5WgnPxN9VMF+YiqzvVqWNDZ7PiX7rPOk7gYQGngX85GfCmsbOk8iDI+1s9cw01BzFpOBTGRMNJn88aceR6Lku32kRg63U0BgerHnn42Vp7AfL24+ujcR5QvSCfZgD9vMxO6Wkfq2i+5DWjxn3e+2GDp5dELELxpvqNQK0cFcNZ6JyAkze7/Vp2/tx6IzolKSP8BCgRzjB55Teb0qb4t1otMu6XnS8Fwct5Ipob59cOod9vSidWjGMwznwXQXuKRtSWdmLjocI7MxzREShCbPG4goBeiI5nUj8ku5/uNR72sQd3AAAIABJREFU/mniDOuOqI+X9fWb20GceUKX3PFqCNATCULyaARiXyrRBqCARRAwC9C96Pj7YefZ3AsgraB4Ol7EKXqpqBeFDh6yzz7Q/z49p//DedQO8dKZB1LfYtHTrxHHXtLtt/vNVr/3avqZbpvLTVtvJNnz1tcLs1+oft2ht81JlqHsMdaq6NEhn0i5pCfXRPt7J33c9x16/4DZKF7KavYMYeKf3D4u3qvgzSHbsGAIDmFO6z/ADsJLA55+A23fLBB1H2L19wS0lOg+WAzCQNcPRFFAFOatGya5XqUueeM0z5DM+m61Ccz96a1bgVdOFmjEk+ZuhyFmNIdPe9+DdLLBVJeV01dEc9UzD13OUubnc1q/E9aWMdhKscCV9Sl/N4eDbyuHM8Ycz4M9e8e8I3rxiIbxAuydYyVFAq/wXz4f1tr5nPv4FiNAa+dDQ79pQYEAzfoG+JxnlMz/bpxgF7+uI82pR+149BgDrvWiYqJHmROa5ZM0K+4+Bm40TRm82OaIdRIXiysE6Em8chvcvw1Hz00CNOdB1i45miPMnHfYuOC/FeJ7ssUJf1WdPnzHpIZMShzbySZVhsTZEQDf2SlYxIBJAvTeyXgBJ/OKZQK1/D4zheVQNuk6jwW2CWRHzZmwPR49ZyK16AEre6zK3oE8pKqXjfA+lhbI4qZIn1cU57q6FI9cjdfo8WepfY97j2GdV8mAd2IPaLn3CXjoRF69aOYSoF3PWy80ObzLML92AtAxw2vKRt6wkek+qHR8NCLa/hfpUtkZRmXedyv7QKMJ4dWPzd3XJ3SihFbRfXTg1jC6j/GmzaIHp7IIPvSTKfXMwJVPESn4ZB+tfNZ5ynvLMV6M2AqnFGL4loTZHkTnWPcBW0qTA/vBAeWXne4kJPtgE9OvgX0A++0M23Jg8kweCvURoO/7D9tsPokRoHX1cf2DGicmbu0EAZoxBT4DB4KSLcW70ds2vv9b34v9ySvPtdvkOWSyYO3dQmPCrLjHm19tCUXwYp0j1klNLK4QoCfwKniFWEUW1atLjml18OyALh6/7I4nC2U5vLh6rzhtjLEJbZmSNLaTTakLafMjAL7zc7CEBa4QHDcfe49H5V2nESh4cdl09M0VgsPhaTtu/vuQDq6FrnHjqXnHcmlVDz4+vZpXDgXRy8+iQNFJ0tyGmZTnVu8fiwicdrxKm0Ltoj5EgHZ7p2jxEOqXPN7poD1KvWvw4h3GlGVjMs7TmrjWMwzKtFz5GcivRQaRczgKO8b6Hvt15+EvH49lG8K7795KgorZu93OaXcaYI56/JCIT5WMT+FkiOHOD6kfx2Arhsmxn2iw823n0BaOZyobi2MvzF/iHAjsp7I3R3q5n0rzAYu1LJwk6uod3nv8vMqPp8bBaPCIVmOy8zGmlRjQhruBBqFcmX/cc+EcaE0tI9n4MhoCPqdyZEq/PHfMEnEt6F7DsXyuMeB6riIxWbCeAfx8uM9gfMVFrJ8Xn33W+giKxRUCtC+nsggzUYCWqxlfjqTxeB6PV+vMU49H+jYiLF1sJwurFblyIQC+cyG/bL2yAG08ZaG862Thj9mtv/hn+FhmPKYs1Nxf4KqK3DYBekfxKjKEcGhN1QjQg218iA+eDyZI6j8QjqIew8As4nTe0qoALXv8qpcb8WUvE4JDXcSbPaD9vCs7TNWNidinWoFg573BA9p0keWI+ZM/uEsSZUFAK0BLfPUCILGPMDMNzVW9W/k2tmEVdHdXNCcSujGh47fty1N4MnpENZzOWM9MfLmKWYJP3jN/jKaueb/EYCuExjB7QLv5dnC46hAcBhGjPRUht0vCCNi7hkqC52aPWWGt4OUB3YW+Ek5bSAK0Xwxo+SSW7mOcbPd0cS0BmEqRS7zbxErB51y8Ls9dZ7myXrS+F7lwc44wNF7rRW5u8QrlMhfYXDm5cE/QlKqKXD0vyp7E8zRIZpZicYUA7Umg7ME8ZpM8pbyOfXALDmq+tPMCDFeydvO7fMeM7WSeECPZShAA3yshIrEZthAcQtU+HtAmW3lvaDkenPyuXK0HNN84+wmV0Wv0CV0qop3dA1oQoOVNcwYPaL1nt26zbBHltZcQem64HUeZlasBbUIDT6EpTJZwLFonkscPyLW9W8UP4ZL38YCnLt42J8C1axjp8kLTB3orp92YEYWewHriqfIqYRE+DR6TwwkVZmkMtt/zzdWtMX15cHAo1OMFsTHRotj/v0M6/7/svgDJpMbTtgkPYxwDUzAB9lN6hX6O6t/dzV097ISp7+Wq7CTI67M2FFF38a59z6W/hHB8H6ofkvsWDh9GPefDKcDMkHaR8SXZCT5nII6IVsOd9xrONgamjQ/nZdTzQKwtJQfuCZtTTdFr58U9R6yTilhcIUCH8hrsAd0f5yJTfElpM//nGzq8/Xm8/Md0vD20HR75YjuZRxVIsiIEwPeKyEhoSrgA3Xs6+MTI5b2eZSFFWpx2kzAFeUDvKSEEpsSAFtPaF7B2AZr3vFI2U8K7W+NlyM0pcpxI0QtStGH+8WrDTuXe5G1iOgLpv0GQvcksQsAUj2WTAC3c02DHIHRYzs+VvyUN7s/pHXeRII9v55E/xtR2jAnlg8g+jYKo7TihnVN93HQm5kzoD/6wRKWcn8+mjZf0pBW+uj8BE02olLEBMdiK3msxPNjzRsEtZF4ce6F2+f0N7OdjdkpJ/ckZ6ZRLqAf0ON6aq4nF+xn8PKCbEnjBTOMR3SQRxvE0gW0KOjFp5x9fPtaATx+UXGmW5c691jauDYaGmMeA/3pxwr7EBWDg82VxDzRyg9nWzYvPHLFO0mJxhQAdyqsuJIfiydx7R7eef5z3hBIjjDdCFjjEo8lEaWJT2mCI7WShECNfHgTAdx7cl641RoBut1ntpW2c1f17rRVPj5oNXPfHx6sf8vRpb/kyXp/R2ekN7XxtLieZFoKjFWuEuKlExGJAKsD279iPu3R81J8+0W1guTaMm1H5/SzHhxTjtYoY8e9uuwD9sPe6Ov7cGX/w+ozolOhlK0wlFqA1MTNbIwY8bW2Wn/XgD3kNiy1T57dwKnsNOC9t07Zr5MTUnxVP64iBmvfdKq8luFiobZuk59L4Mfdlx9jTnnTg1kNz1RPBS2jWFHyaQ+9o3rnyO9bxDrRxKH8wCuZbmRvSrFmXxl7sI5r3N7APHUbR+dQTqlyf0773+3lae2qGvQfVC5B5Q9l8o/sAO/z24pYeGbyv5dMn4jlYQ9z3aKT8C0gxvnxrB5++SOnTLcqda71oey/Kz5Q9w4T1oqEssuotcTjLuRfFfV7Tqy5t1bxYTm7miGM+pSPE4goBegraG00b28k2CluxzQbfxVI3yfDt8mz3Yp4E4goSb5fHFYA/0YQ1cKV6Qk9sxMTkS99ZMdG8qOTp+FQ9oaMMdWXWxed35cn8HNjnIyAd9vnahJpFBMBxuT0C3OXhDrjnwd1VK3hxIRT2PBZXCNBhuG8qV9PJrl4T7evieXLeTU/+e0iP+jiarWejI/3RNw2MzGNO4yUjfFk1e9Ho4ufwXpcdWRrPPMst2QPBQ3w/OU63eNmY8FTzxXUJ77q5OiX4buI51s937OQxV39bvhwI0MtjjhobBNYw5pq56PKHe3o1YzxeM7sLC6kLd7NkfDbrqhdE7z4d0Zwe+CZ4lv4oMQdNwH4OFMPKSIZ9mDnIlQABcJwA1IWKBHcLAS1VA9zz4O6qFby4EAp7HosrBOgw3DeVq+1k12fqJSssPmEvOgtxSw3HCpTjar3nze7rE7r57m6MT6nEOrymNz/e0s+aDZn+EpCbPpZsQ1V/pE446quPxa2NZ2q93EqOXSXHw9LXo7/Zfh3dCnxrLtUaqKmH79jJYx29NcQKCNAhqCFPPALbHXPx2K2xBPCZjxVgD+zzIVB/zRhf5XIM7vJwB9zz4O6qFby4EAp7HosrBOgw3DeVq+tkV/TmwT7RNe85JcbBE8Vb3aUClriuzS3iv+3QHROYNRdFmUBXRWOxbtPNyuJlIV3p8QK0WEYXD3e3v02bb4H9Zu2cHQx8TxGgy+U7dvLI2UdR94gAeCynN4CrcrjysRR8+qCUJg2wT4OrT6nA3gelstOA43L5A3d5uAPueXB31QpeXAiFPY/FFQJ0GO6bysU6mcl7ubsYSxVvXelZWIzbF42obfAs/ey+jEPvAU296GsTetVn8QK0WKYtiPxaA8yD7ykCdLl8x04em3oJrrix4HHF5EimgatyuPKxFHz6oJQmDbBPg6tPqcDeB6Wy04DjcvkDd3m4A+55cHfVCl5cCIU9j8UVAnQY7pvKNXQyySu5FWv/ekn3vzTys8Z72JGepNAWOkF2jJ08LQY0DeE2NLeVc+zJFySZBWgxJjC7AXsI78GVyceftl3AJOO3lk4FvhsBun6+YyePtfTXrdsBHsvpAeCqHK58LAWfPiilSQPs0+DqUyqw90Gp7DTguFz+wF0e7oB7HtxdtYIXF0Jhz2NxhQAdhvumco2djPf2JPr44yPqvJc7OFTx1p5eEZwtsZa7iwaJi+s8UmCq9/jxFd3/stPaef6Uiy89ZJ3fA7qzcwy5UbIHNPNQ77AD3123ET31S+Y7dvLY1EtwxY0FjysmRzINXJXDlY+l4NMHpTRpgH0aXH1KBfY+KJWdBhyXyx+4y8MdcM+Du6tW8OJCKOx5LK4QoMNw31QuvpMNYu+LW3q0x8JcmARoTpRW0vcXA2qQ5D2Ix8e6mNIe9X46ottfH9A+NWJ056k9/GniTM8dgkNbnkbIXFOHAt/hIThK4jt28lhTn92yLeCxHPbBVTlc+VgKPn1QSpMG2KfB1adUYO+DUtlpwHG5/IG7PNwB9zy4u2oFLy6Ewp7H4goBOgz3TeUSO1kjBL+lm2cXRJJXsV5806eXPUcZoOzCwP99ek7/H72j858edo9c3tG/H44XGFLn2dx5QO8RtULzMdFH3gtaStMbEC9Ay57gvdA+hATpKjJfjJi/a4HvKQJ0uXzHTh75eyosaBAAj+X0A3BVDlc+loJPH5TSpAH2aXD1KRXY+6BUdhpwXC5/4C4Pd8A9D+6uWsGLC6Gw57G4QoAOw31TueRO1sVlVmMym7w/1fSWiwEHr+R3RC8e0fFnBnVoDOhB2qY3D/aJj+w7xnEe6fSNAU3ELkfUeWabLlTkuo0kSK+pQ4FvNQZ0jXzHTh5r6rNbtgU8lsM+uCqHKx9LwacPSmnSAPs0uPqUCux9UCo7DTgulz9wl4c74J4Hd1et4MWFUNjzWFwhQIfhvqlcsZ1sU2BV0FjwXQGJHk0Azx4gFZAEPBZAUm8iuCqHKx9LwacPSmnSAPs0uPqUCux9UCo7DTgulz9wl4c74J4Hd1et4MWFUNjzWFwhQIfhvqlcsZ1sU2BV0FjwXQGJHk0Azx4gFZAEPBZAEgTockiaYCnG3gSwZk4K7GcGdEJxwH4CWIUmBceFEoewbNmIw5jJBr21YvCShpdYXCFAp+GlqlJjO1lVYGygMeB7AyRjkVoNyRiv5VAJrsrhysdS8OmDUpo0wD4Nrj6lAnsflMpOA47L5Q/c5eEOuOfB3VUreHEhFPY8FlcI0GG4bypXbCfbFFgVNBZ8V0CiRxPAswdIBSQBjwWQ1JsIrsrhysdS8OmDUpo0wD4Nrj6lAnsflMpOA47L5Q/c5eEOuOfB3VUreHEhFPY8FlcI0GG4bypXbCfbFFgVNBZ8V0CiRxPAswdIBSQBjwWQBAG6HJImWIqxNwGsmZMC+5kBnVAcsJ8AVqFJwXGhxOF0YzbiMGayQW+tGLyk4SUW1+IF6DSwolQgAASAABAAAkAACAABIAAEgAAQAAJAAAgAASAABIAAEGgQuL+/DwaieAE6pvHBqG0sY+xXjo3BVXxzwXfxFHo1ADx7wbT6ROBx9RQNBoKrcrjysRR8+qCUJg2wT4OrT6nA3gelstOA43L5A3d5uAPueXB31QpeXAiFPY/FFQJ0GO6byhXbyTYFVgWNBd8VkOjRBPDsAVIBScBjAST1JoKrcrjysRR8+qCUJg2wT4OrT6nA3gelstOA43L5A3d5uAPueXB31QpeXAiFPY/FFQJ0GO6byhXbyTYFVgWNBd8VkOjRBPDsAVIBScBjASRBgC6HpAmWYuxNAGvmpMB+ZkAnFAfsJ4BVaFJwXChxiAGdjTiMmWzQWysGL2l4icUVAnQaXqoqNbaTVQXGBhoDvjdAMhap1ZCM8VoOleCqHK58LAWfPiilSQPs0+DqUyqw90Gp7DTguFz+wF0e7oB7HtxdtYIXF0Jhz2NxhQAdhvumcsV2sk2BVUFjwXcFJHo0ATx7gFRAEvBYAEm9ieCqHK58LAWfPiilSQPs0+DqUyqw90Gp7DTguFz+wF0e7oB7HtxdtYIXF0Jhz2NxhQAdhvumcsV2sk2BVUFjwXcFJHo0ATx7gFRAEvBYAEkQoMshaYKlGHsTwJo5KbCfGdAJxQH7CWAVmhQcF0ocTjdmIw5jJhv01orBSxpeYnGFAJ2Gl6pKlTvZ9a8PaP+U6Oz6nl59zzX17490+O0xXTz7QHefjughe/TnG3qwR3R1/4r2huTX9ObBPp3wSL2+ovtfuhT//OeQHh1diDj25VLz7PdDsY4mpbaef+jjj4/o+DMr6oA+fD2no2/Goo3tEWofy1Ha3Vk81KM8b+06IeLa1xWtwUDArntOvjjP1OvAt4PPSviOnTxm6m4oJhIB8BgJ4ILZwdWCYC9QFfhcAGRDFcAe2OdDoP6aMb7K5Rjc5eEOuOfB3VUreHEhFPY8FlcI0GG4byqX2MkaUfQt0WuiE3o5CMYtIK3QekMHzy6Int7R+U+9BC0Lw70ge/CRS9PIsb8+oMsfOlG7FaB1IjMTp70E6E7AveHraUTyF0TvBoHc0h6B5b6sZwd0QRrxuxXfz4meXdDuC1GYb9r1ls6IToleakT4UWDuRezHTIjXC9AtNn/t0tnpDe1IYvocHRN8jx8HbirmO3bymKOvoYx4BMBjPIZLlQCulkJ6mXrA5zI462oB9sA+HwL114zxVS7H4C4Pd8A9D+6uWsGLC6Gw57G4QoAOw31TuYRO1ojHv+3Q3W9Ez7+9FQVVJjRfE+3zHs+CAN2JrOe8QK1Bcw4BuvVsptGrWkuarT0aAZqur4j23irCbysyf3dFh7/v060gQHcC987Xd0QvHmmeiR7OYrt1AnSHX1PHkz+aOkURf46OCb5HAbpmvmMnjzn6GsqIRwA8xmO4VAngaimkl6kHfC6DMwTofDgD+3Vhv5Q1eLcthfT89YC7+TH1KRG4+6C0fBrwkgbzWFwhQKfhpapS+U7WCa2N6EmqkDwIzT/TbRP2gnny8gJ07yl86PDcjRegR6FWCBMiMWNtj1aA7oRfQdhu29SI8V27BQGaCdyfjkgNHSILzLI4rxGgh7pe0Z425Eh81wPfvABdL9+xk0d8T0MJcyAAHudAcZkywNUyOC9VC/hcCmm1HmAP7PMhUH/NGF/lcgzu8nAH3PPg7qoVvLgQCnseiysE6DDcN5Vr6GSSeKyIxCah+W8uBrQhHAcDlMVP1sWAFp45Q3AY4ifzzLnaYxCgX33DBOcupnUXEqMJR7IzeCd3orckKCviuxoDWowfrbZB9Or2aGNATwXfogBdK9+xk0dA10KWBAiAxwSgJioSXCUCNlOx4DMT8LhoKx/wwD4r9ktVjnfbUkjPXw+4mx9TnxKBuw9Ky6cBL2kwj8UVAnQaXqoqlXUyRXCWBVVJXB7E0h8ux0sIjR7QosdyvAe0W5x1tsckQH/PC8u3fYiN5mJDyetaaavdw7kT3Xe5yxrlNrgE6Xm6HfiWBOhK+Y6dPObpbSglFgHwGIvgcvnB1XJYL1ET+FwCZX0dwB7Y50Og/poxvsrlGNzl4Q6458HdVSt4cSEU9jwWVwjQYbhvKlfXye5a797jz2rTh8sEZe/mVoA9pt3XZ3RySr2wqrkYsC1ybgG6u9TQHAO6v/DP1h6jAN1fuPjbDl09Paf9wRtb04ajCxWwZx/orr0EcWIIjv7yRrXAM060ju+a4FsWoOvkO3byiO9pKGEOBMDjHCguUwa4WgbnpWoBn0shrdYD7IF9PgTqrxnjq1yOwV0e7oB7HtxdtYIXF0Jhz2NxhQAdhvumcrWd7PqMHuzd0AcpdrPgtauJSTyG0uBE0l5IHYTrRAI09QI4feQu6mt+e0H07sUtPXK1xyZA9+LxCRGNYTN4AdogtDNR/vqeXn2vejSbLyHsBXMWV3uwzSToh3dR8K0RoCvkO3byCO9hyDknAuBxTjTTlgWu0uK7dOngc2nEx/qAPbDPh0D9NWN8lcsxuMvDHXDPg7urVvDiQijseSyuEKDDcN9UrqaTXb0mgzcxJ6ISF+tZEkhPSPbSVeMf0+AZ3MdVlr2H++ftZX7Ss1bM3nk/hvpg9feC7+iHfNCK6Dv/NnlHm0J3GMRiIWQGJ0BrseiMGj2zid482CdqxWhmMF8P9+827vQ56S5vtIUrCemo4FsnQLM+yYdIKZvv2MkjpG8hz/wIgMf5MU1VIrhKhWyecsFnHtybWoE9sM+HQP01Y3yVyzG4y8MdcM+Du6tW8OJCKOx5LK4QoMNw31Su2E62KbAqaCz4roBEjyaAZw+QCkgCHgsgqTcRXJXDlY+l4NMHpTRpgH0aXH1KBfY+KJWdBhyXyx+4y8MdcM+Du6tW8OJCKOx5LK4QoMNw31Su2E62KbAqaCz4roBEjyaAZw+QCkgCHgsgCQJ0OSRNsBRjbwJYMycF9jMDOqE4YD8BrEKTguNCicPpkGzEYcxkg95aMXhJw0ssrhCg0/BSVamxnawqMDbQGPC9AZKxSK2GZIzXcqgEV+Vw5WMp+PRBKU0aYJ8GV59Sgb0PSmWnAcfl8gfu8nAH3PPg7qoVvLgQCnseiysE6DDcN5UrtpNtCqwKGgu+KyDRowng2QOkApKAxwJI6k0EV+Vw5WMp+PRBKU0aYJ8GV59Sgb0PSmWnAcfl8gfu8nAH3PPg7qoVvLgQCnseiysE6DDcN5UrtpNtCqwKGgu+KyDRowng2QOkApKAxwJIggBdDkkTLMXYmwDWzEmB/cyATigO2E8Aq9Ck4LhQ4nC6MRtxGDPZoLdWDF7S8BKLKwToNLxUVWpsJ6sKjA00BnxvgGQsUqshGeO1HCrBVTlc+VgKPn1QSpMG2KfB1adUYO+DUtlpwHG5/IG7PNwB9zy4u2oFLy6Ewp7H4goBOgz3TeWK7WSbAquCxoLvCkj0aAJ49gCpgCTgsQCSehPBVTlc+VgKPn1QSpMG2KfB1adUYO+DUtlpwHG5/IG7PNwB9zy4u2oFLy6Ewp7H4goBOgz3TeWK7WSbAquCxoLvCkj0aAJ49gCpgCTgsQCSIECXQ9IESzH2JoA1c1JgPzOgE4oD9hPAKjQpOC6UOJxuzEYcxkw26K0Vg5c0vMTiCgE6DS9VlRrbyaoCYwONAd8bIBmL1GpIxngth0pwVQ5XPpaCTx+U0qQB9mlw9SkV2PugVHYacFwuf+AuD3fAPQ/urlrBiwuhsOexuEKADsN9U7liO9mmwKqgseC7AhI9mgCePUAqIAl4LICk3sTVcPXnGzq8/ZnOf3pYDngrtDQtn//Qxx/f086nV7S3wrbnNgnY52MgLfb52oWaRwTAcbm9Adzl4Q6458HdVSt4cSEU9jwWVwjQYbhvKldsJ9sUWBU0FnxXQKJHE+bi+Z//HNKj3w/p7tMRQc7yAD46yTW9efCWdr6e09E3RHPxGG0WCnAisBaumjH7nN5BgHYyZk+Qls9mnF/Sk3sI0DoWgH1k543Inhb7CMOQdTYEwPFsUC5eELhbHPK2QuCeB3dXreDFhVDY81hcIUCH4P73Rzr89pgunn2QRJfGY+URHX8+oA+9ODAU/+cberB3Mvz34OMdt/lrNhr7NDyVy5Xy0usruv9lOZ+YrpPd9W3jATujq2FzxNouAtq1kzR5iUQMWD5NOUJ7TRh3GNL1Pb36nqgVxY4uRGMUvprHrvpCOkjZecB32fz5Wj9OHhFjoHk3/bbjJz63781beglBxZciQ7r0ArT8/jzr36vMoOtfH9D+KfufZb7j393yPDa0jp9H5Cbb50anHVJxpvTa+aLJq50zwumLXbCF19znlDlg7fPgxt4nHGsYwXB72vnqiUbLWUAaPtX3sWn8Cb+7ONQ9t6wlY3hwvT+cwHokWBx7F362Nb4rr9TebWLvQbppRhTmoyYRN6dox0X/3LSXa/NQv7+x7W0eavca8nhtzWZ2KGNO3LuEozBvzjTjy89GcZ4Gn36ojamW5i7mfdVYzfieNJ/pQLHqLFNRnJ5+adynW7jNHMXwYpwj1slbLK4QoCfz2i1Gbh+f0ckXTnhpO84Nfbg+pPO9czrkBWj2jP3WL3p2+0198/K9/KETTom6xcgNE6jbtHx50vPJ9k/PwAuS509H4bydNL4wEb7DhX8+1qR5xhZ+wmKs35jqBGdi9fTtf3ZAF8R7XWoEaMErky0iebHDp77peJWeA3yXzqCf/ePkIW+AdOPCr0xrKgjQM4DI5oiEHtANTy+I3vUe7d3mYnf42Ch7vIvP+/fs4yu6on3aJ/vH0nYOMaaR542x7OYDrDj/sI+Oo50y2Ha7ldSW+SycxtgFW3jNRKSsJRo8nxP91nnSy38CN4Igw8SUm/5Du50nsVxH2tnqiULKO3MKPpUx0WDyx5PO6WBYO14R7Y0f3E0GWzm0tTKGB2teb2idCRfHXm6XYKHkrS6v+a15paZuFHsn4doE/VpF57TDxowN+56ng2cXRNzephOLRQFav7fp5x1+ryFz39vdjMW3dEZ0StJHeAjQI7XgM2wciLlSvBuNdlnXi475PmY+U1cs4okhwzicA19TGYvinrIhlZVdCi/mOWKdhMTiCgF6Iq/tJvavl3T/w6Xe80/Z5GlusVgCAAAgAElEQVQWKP0Xv7ff8V7Q3BTcLFTYM0W0sQm9ExvjmdwkSPov0gw2S1jJgoK8KOm8m9liTd6AuQTopjTRDr/6PEGqKBn4rohMS1PMArT0zuoFkFZQPB1PLoheKqIXq/Ds2Qf636fn9H/4Ewlsw8g+RPV2jh4QTBx7SbffstMhTR0/0217yqTJIHve+nph9mLB1x1625xkaesW7Rc9Ovh6+rzXRPvNiZa2HTv0njvBwp/sMHuGmNrHHbcXvDlkGxIK0HKfEd7T/QfYF+yDaZNYv4G2i8s6QVSqWPfBYhAGun4gigKiZ7hYmr/dbb4pgtGE10Xsgm1CVWrSKW3SzM3ieoWbS//nUj3ZYKrLyukrIn7t07YgsJ4ooPwzz8+n7/rOQ7SS16IT+G83QsL61J8HK4czxhxfHPsJ+CnvxAl5t4m9/5jjU3qF/3IK0ERX7XzOBGf5/W8fk6oNurHJ5qZ3RC8e0a3H/BmGyHy55h9fbtvApxsjnxQ5uBvs4ucd0px61I7HgPnMCYRHmc4ypiXIivs0UzeVugxebHPEOumKxRUC9CReuQ3u34aj5yYBmvMga7fsJs8vTf5OzOkEkmZxP3odTzI+OLHVI3bwXpvoAS1vLvswHW4P6tsh1MbPt7xnno8AzQtrT+hyisd2MHrlZQTf5XEWYvEkAXrvRAiZI28UFE87XVgORXzSeY3Jx16ZMDweg2UitfgBST4ZInrLivioXjY2T0Gxrfq8uo+JsudwJ2qKXqPHn6X2Pe49hnVeJYOXlSi0xi4CnH1H2DDoRF79u98lQLuet3jJ/WiYH7uN/DHDq22EbcPhb7f8odKJz4QEybmy2sI+0NhCnnQFiNzoxHsuje5jvGYd0xbswakozgTWM4GTmKQp+GQfrfQhypi17s211pOaCwOnfsBjZcfwrRPYLOvdCPAXx174INgYrgk9xNqjFf/HEHzAPoL4IavnxxofAZp92GbzSbQHNCdmS+89Uu7McI/lOdCaWkaK8WW3AXxO5ciUfnnuOEv4sWOd7/mTV+4x4FwvymCY1iBzgawpJyvuCdtVetFF8MKNFXWOWCcDsbhCgJ7Aq+CZoHuxNmUZXnpyTKuDJoTE45d9LGfRc08XP2zMb1n0TmjLlKS8INl5HnZ/4gZJFydNFFd04vKIaRcnWt58DtutwSNnFKBffc8vWPjf9V7nbVkDb50A7a5ve9eqge8po6PctGYBWhJzlXedRqDgxWXT0TdXCA6Hp+1w+oTFv3ctdI0bT40YyaVVPfj49Gpe/UkKnYjDv6/U953V+8ciAscuAiZtCrXzW4gA7d5waPEQ6pc83umAmqPUu4J3Wd+6CXab5vA5Rnparvws5NciepFT5sbu4X733Vv1ElLDOsjOaXfagd3jwM/9TZiWKfX4IRGfKhmfwskQ3QcD1/hxPWdxN/3LZgKAnQc7h3PeXZIP+67f8I4h8o0sLrHEnDdmrFWA/aQhqX9PDTI/C+WnfDjg9i78vMq/sxoHI2sM6HHcKPcHGO4GGvY/yrvRPVYnwTJT4mTjy2gf+JyJuoyX4YlrQfcabpjlhTucVBymjxHXO3gurPlylh8zKVpRX5nr50XaQ2X4eBLCeiyuEKB9UZdFmIkCtFyN+eXYC7lSzONhU9ZvTEi4xNC3EWHptB6xisi0vAd0GzN7WEA+oUv5EkIhBnTX9nFChAe0qTeA77BxUlouWYAW/LP494vyrpOFP9Zy/cU/wwc14/F7nWeYKuDaBOgdxauIfQzUXXqoEaAH2/gQHzyj7MOfzpN2vERlDOVhFhI6b2nNBzcJZ/ViPIbvch7Q6jxl9iQ2eq5qLsw1HVtmPaEVRnfeGzygTRdZjpg/+YO7JHEIkzKGLelnA+1Hz5Qbl9gF26zvGMNaQuXG7BHb9uUpPBk9ohpOu7Gn60eT65kVKHNhS/CpFyvtG3Kvo+ztiQF5TLSrJOO4cPPg4HDVITg0sgd3+lC99luPH7BfaPBJIfX4WoW1gpcHdBf6anj3N6c6gmJASx/vG6MUMUHeK00X15ZAeIl3m9gO8x4SfE5jfHnuOvu0p260p9jkNdzU+Uzcg8gf0v3ewdMw9UmdC3cf27acZvW8OOeIdbIXiysEaE9eZQ/mMZvkkez15cKx4OAWTDphZemXa7KQDJo4k9oLqTReb6OXFDtqf0ZnpyeD95QeI3GBMyUMimc3qSIZ+K6CRmcjzB7QUlYfD2hTbfyHKjkenPyuXK0HNN84k2jDLcDbi1l1JyzsHtBCeAJ505zBA1rv2a2buyyivPaCQc8Nt044MH34beC3CQ3a8BymDxHSJcLOkeSfIHbB5l+TX0r9BwbZC1knDHAiJfHegn29Jp6snOo+CgfW49f86FSL8KldU9rGkOf4Mq5VY/h2cNhetD3PXz7se/s1+Clhl0xNBfazdAL9HNU7mjR39TQfPycI0MMln6/P6OQ05hLCMQSH+iG5b/rgKe05XmdBzL+QRcaXZA749OfHlnI13Hmv4WaYz3pAvN/B80AtlJID9wTNqK7ItfPiniPWSUksrhCgQ3kN9oCWPZyb/7+nnU/j5VP8JNzGghHiR9tim4Y2xp7PJEjGXULYf8Fkx+QaE7QeWXJ7NRMVd1yVeVvqBGjFk8irvjSYrrlU8L1mduazLVyA7j0dWqH1iKxBanivZ3nTLS1Ou0mY6MPXJjbcNA/ovX4s77YXlTYY2d6T/btn2ACKae0LWLsAzXvqKJsp4dSIxsuQm1PkGGDiuyu1B7R9jpHbZfogavrA579BkL3JLKdsPE4G+dht2gDPNepiF2wxdjS4P6d3dD54oareeiZu9PHMmcji4EnzAflmOGGhObLLr3eUDy/7ZMobg01o3vn5bLC8pCf343pQz4l5w27i8PrXQ7r91xh3U+7r/HiN4dueNxRpNd/S2JMPfoY5EdjPx7tYkjyXd09DPWaHvO2Fye4QgkN64bQlPzY1HtHcXqdbr0CAHjkFn3OMlPnfjTar3Gtt95w9fT7TWZR6/ebiZlncXdbgOUNg3bz4zBHr5DIWVwjQobzqQnIIF7w0Bffe0a3n3zE1S5r2T44RJscok54r3tdKjLHQRvjlMwqSwhG47kg5HyO6RaDdaOqf6WJds4ukjOEADBdNMYwEAbpdRHJ/vNg9/Cwe5Rlt3l7sZ/FlfdfyKcbtVj04wbffGFpjqhgBummP6b3UfTQbxx4/zoc8/Tvstj3i3KPzujnFcEM7IQI0t6kbataO99by7uj5x106PurfNNI71Tf8xSB0D7HxxZiqIkb8aRm7AP2QCeh9uQevz4hOiV62wlRiAVoTM7NlaMCz33Bo2yw/Y9z2lyv27+9xQ+IYGUIsXN6GXmTg+pn90ramHpvd4wfQ8SPG/KM2dsEWZ5FrrjMshPtKzX15xE479rQnHbj1kDROg+uJAycodwo+ze8eDc691eM71sKhzzqTO7EQw4M1bxDSaqbFsbfhJ7+nmLlsXgH2M7GuL0Y9ocrNtdr5rJ+ntd7R7D2pXoDM187mG90H2OG3F7f0aAjlIdo+fvChNv4tv+cZxe+ksFkLTzG+fFsDPn2R0qdblDvXetGyhmNOZ9JOnbzmM7nprndwHKReuRfF3csiJGoQWDUvlhM6xlP6K6E1FlcI0Cshcs1mxHayNbcNti2zsQPO60Ngu+Pa7sW8PqbsFm2Xx9KYWsdCWPWETotjs4ju4p7X91E33dhTPaGTsqSLz5+0wvjCgX08hqElpMM+1CLkmxsBcDw3osuVB+6Ww5qvCbjnwd1VK3hxIRT2PBZXCNBhuG8qV2wn2xRYFTQWfFdAokcTtsszBGiP7oEkCRBYw5hrBOHLH1iomgSNFIpcWEhN3Ryp/GR8NoLwC6J3rhBHM7V36Y8Sc5gN7OdAMayMZNiHmYNcCRAAxwlAXahIcLcQ0EutB/I0p5paMR7SUBmLKwToNLxUVWpsJ6sKjA00BnxvgOS1H0tKSgEE6KTwonAjAni31tU5wGc+PoE9sM+HQP01Y3yVyzG4y8MdcM+Du6tW8OJCKOx5LK4QoMNw31Su2E62KbAqaCz4roBEjyaAZw+QCkgCHgsgqTcRXJXDlY+l4NMHpTRpgH0aXH1KBfY+KJWdBhyXyx+4y8MdcM+Du6tW8OJCKOx5LK4QoMNw31Su2E62KbAqaCz4roBEjyaAZw+QCkgCHgsgCQJ0OSRNsBRjbwJYMycF9jMDOqE4YD8BrEKTguNCidv06ca8nGHM5MXfVDt4ScNLLK4QoNPwUlWpsZ2sKjA20BjwvQGSsUithmSM13KoBFflcOVjKfj0QSlNGmCfBlefUoG9D0plpwHH5fIH7vJwB9zz4O6qFby4EAp7HosrBOgw3DeVK7aTbQqsChoLvisg0aMJ4NkDpAKSgMcCSOpNBFflcOVjKfj0QSlNGmCfBlefUoG9D0plpwHH5fIH7vJwB9zz4O6qFby4EAp7HosrBOgw3DeVK7aTbQqsChoLvisg0aMJ4NkDpAKSgMcCSIIAXQ5JEyzF2JsA1sxJgf3MgE4oDthPAKvQpOC4UOJwujEbcRgz2aC3Vgxe0vASiysE6DS8VFVqbCerCowNNAZ8b4BkLFKrIRnjtRwqwVU5XPlYCj59UEqTBtinwdWnVGDvg1LZacBxufyBuzzcAfc8uLtqBS8uhMKex+IKAToM903liu1kmwKrgsaC7wpI9GgCePYAqYAk4LEAknoTwVU5XPlYCj59UEqTBtinwdWnVGDvg1LZacBxufyBuzzcAfc8uLtqBS8uhMKex+IKAToM903liu1kmwKrgsaC7wpI9GgCePYAqYAk4LEAkiBAl0PSBEsx9iaANXNSYD8zoBOKA/YTwCo0KTgulDicbsxGHMZMNuitFYOXNLzE4goBOg0vVZUqdLK/P9Lht8d0wbXw7PqeXn3PfrimNw/2iYTfmmfN729p5+s5HX1D9M9/DunR74d09+mIHjZPf31A+6dEYln/0McfH9H50zs633lPD/ZO9Li+vqL7Hy41z8/o6v4V7bV175OQ+9mHoe7B8t6GoRJNmqqINTQGfG+BZaLYyWMbKK2/leBx/RwxC8FVOVz5WAo+fVBKkwbYp8HVp1Rg74NS2WnAcbn8gbs83AH3PLi7agUvLoTCnsfiCgE6DPdN5Ro62Z9vWpFXEIl7QZo+3tH5T62UHCBA90IzHdDF591eNG4g5gTotuzuTxav2x9b24jLy1Mk29SVe/z4iu5/2RvqOSZRlO5EcSZib4dy8N18tKj/L3byqB+hMloIHsvgqbESXJXDlY+l4NMHpTRpgH0aXH1KBfY+KJWdBhyXyx+4y8MdcM+Du6tW8OJCKOx5LK4QoMNw31SurpNdtcLyzSA0cxAI4m+EAP30ig5/3+88nlvBOZUALYrY1HhjH/HC9yB1jx7YnABeO/ngm/W/upmOnTzqRqec1oFHcFUOAnVZirGXj09gD+zzIVB/zRhf5XIM7vJwB9zz4O6qFby4EAp7HosrBOgw3DeVq+1kXz/Q4bfndNiH0BAAaL2g2bMYAZqF2rihD209qQRosdzW05mYN7RIre1ZrZ0AfOv7Qm18x04eteFRanvAYznMgatyuPKxFHz6oJQmDbBPg6tPqcDeB6Wy04DjcvkDd3m4A+55cHfVCl5cCIU9j8UVAnQY7pvKNQqSt/Syjaks//HxnSMF6J8edvGgW0F4R+uBbA7BIcaIPpDCgvBP+TAiTX1vv9N7vbZ1/fWyD9WxDdrB9zb4jp08tjEa1t9K8Lh+jpiF4KocrnwsBZ8+KKVJA+zT4OpTKrD3QansNOC4XP7AXR7ugHse3F21ghcXQmHPY3GFAB2G+6ZyLeoR24S6GDyq3xG96C8hnDEGdCsqcyE34AEtdmfwDQ/oTb3gCm9s7CKg8OYXZT64Kooup7Hg0wlRsgTAPhm0zoKBvROi4hOA43IpBHd5uAPueXB31QpeXAiFPY/FFQJ0GO6bytV1si4GNF3f06vvxeaLgq4+bMYoKjehNeSLBNU8rSj85YzO6IRuhpjQXb1zXULIYk1ry2trMnlz100/+Fb7eI2Mx04eNWJSYpvAYzmsgatyuPKxFHz6oJQmDbBPg6tPqcDeB6Wy04DjcvkDd3m4A+55cHfVCl5cCIU9j8UVAnQY7pvKxTpZJzRTH5+5h6D1Vj6mXU6Y1qWTvYxF0VcnWnfibxM2YwylMZcALYvYfV2vRc/XTgT/QHefjqi5EnErf+B7G3zHTh5bGQ9rbyd4XDtDo33gqhyufCwFnz4opUkD7NPg6lMqsPdBqew04Lhc/sBdHu6Aex7cXbWCFxdCYc9jcYUAHYb7pnIJnezPN/RgT4y13IFxRldcfOhOhL4YcZLEXbcA3YvERxcTBGjZLmaTzpNZ/q0TwY8/c9RKNm+FdPC9DaZjJ49toLT+VoLH9XPELARX5XDlYyn49EEpTRpgnwZXn1KBvQ9KZacBx+XyB+7ycAfc8+DuqhW8uBAKex6LKwToMNw3lcurk/XCtOytvCmgKmks+K6ESEczvHjeBhRFtxI8lkMfuCqHKx9LwacPSmnSAPs0uPqUCux9UCo7DTgulz9wl4c74J4Hd1et4MWFUNjzWFwhQIfhvqlcsZ1sU2BV0FjwXQGJHk0Azx4gFZAEPBZAUm8iuCqHKx9LwacPSmnSAPs0uPqUCux9UCo7DTgulz9wl4c74J4Hd1et4MWFUNjzWFwhQIfhvqlcsZ1sU2BV0FjwXQGJHk0Azx4gFZAEPBZAEgTockiaYCnG3gSwZk4K7GcGdEJxwH4CWIUmBceFEkdE4C4Pd8A9D+6uWsGLC6Gw57G4QoAOw31TuWI72abAqqCx4LsCEj2aAJ49QCogCXgsgCQI0OWQNMFSjL0JYM2cFNjPDOiE4oD9BLAKTQqOCyUOAnQ24jBmskFvrRi8pOElFlcI0Gl4qarU2E5WFRgbaAz43gDJWKRWQzLGazlU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Dve7ZCMOYyYb9NaKwUsaXmJxhQCdhpeqSo3tZFWBsYHGgO8NkIxFajUkY7yWQyW4KocrH0vBpw9KadIA+zS4+pQK7H1QKjsNOC6XP3CXhzvgngd3V63gxYVQ2PNYXCFAh+G+qVyxnWxTYFXQWPBdAYkeTQDPHiAVkAQ8FkBSbyK4KocrH0vBpw9KadIA+zS4+pQK7H1QKjsNOC6XP3CXhzvgngd3V63gxYVQ2PNYXCFAh+G+qVyxnWxTYFXQWPBdAYkeTQDPHiBNSPLPfw7p0e+HdPfpiB5OyBebFDzGIrhcfnC1HNZL1AQ+l0BZXwewB/b5EKi/5irG198f6fAF0buF12RJekfTlm/P6fDrOR19Y6+hCu6SgJi2UOCeFt/Q0sFLKHJp3zMQoNPwUlWpbPBe//qA9k+JDj7e0flPqsRifN5OnMd08eyDJM78Qx9/fETHn3m4zujq/hXttT91z8+fyvWxfAf0wTQZWybr1k66ovtfiN482Ce6vqdX3482sHawX86u7+nn20N6dHSh5XXAg7WTS9XkHcu+bus74UsRMOmey/aQEb803Qx8b4PvVJOybvzw4ytNr1VLbe34Mr5zmv+//U7/7vK2qR+Lu9I7g/58Qw9+21lcfG7sTsWjNyZI6I0AuPKGqoiE4DMfTcAe2OdDoP6ax/El7UtM+5FmDbRH3P6NaNi7cHCN+0fT/o6o/Zgv77eGvZK4jzLtR5sqtWu+1k5uF/a62Qt2O87wv8amt7TjIQ4H1wEBOhi6pTJiTloK6Wn1gJdpePmmjsUVArQv0htO13Wyu04MpgO6+LwrLjJabLoJ+ObZBZEkGLeLib926ez0Rpqg1QWIKBoZFijtRHxLu69P6MYoKJkWN/xiShZ8e2H7Mb8gadJc0pNBFO8WNZ2AzS1a+kWNIDj3CzUaBHtXfXoB2oxfmk4JvrfBd+zkofY+v/GTpte6S51FgHZXs3iK+XlcvAmbqRBc1UU1+MzHJ7AH9vkQqL9mowDd7nVu6EDe60kCNBORRSecZo34nOi3xovXIUBrT5Opa8zrXw/p9l86r2BVFO5sEvevzbrw8gfRCWk6uxCgp2NWXw7MSevkFLyk4SUWVwjQaXipqlRBkHx6RYe/79PtC3HC7kTSl3RF+5KXYbdgaNI/+UP2QNQsQIRFjH6Bwuq6/+HS6nWoPRIveCqKgq/vEXpVgO7KudF5hgvtUQVmsU6dAG3DL003A98irrXyHTt5yL3PZ/wI3tG8938zTv54QnffvR09X3jPFOl0gbip6T8KnfYW9fmG90R/0oE/ecDyG+1pzl/wXjiC9w3v6SKf4uBPcPQfr77u0NvmBEhjnnIKJH4Mz81jvEUowYQAuKqrb4DPfHwCe2CfD4H6a7YL0ERX10T7vMezY6+jIhYuQKunYjV8yB7ZHh7Eouc1f8KWCecv6fZbdoq1X+vJHtXU/b7zn0N6Ti/b/XJzypetOWXvbnktO7ZEXFueffxAN0d8CA7pRC23Xsa7Mc/4BO55cHfVCl5cCIU9j8UVAnQY7pvKJQqSd/SOnkuxTsevvzv/lkTm3lv5ZeNBrBzRMnhAD97FugXKKMi++t4QsmJgR30uekGKz309JBVB0rawEZ7pPaDHxZSmPVb80nRD8O0QoCvhO3bykHufa/w0C+/n9K4P3yON7X4RPx6nlE8qcF7pOk8bzluGecQ8+W/3UYydVJDtc9szHidt0r7fOafuncMEaJ03Dh/2o98gSEdHtR+qIoby3DxGmIKsDgTAVV1dBHzm4xPYA/t8CNRfs1OAvv+ZbpsQiuzEKL8u04XjUCALEaBHxwCzcNtVpDhEuMKkWdeVTAxmDgby2s/kbX0xCM+DTbwHdu9NrgslKdovh52UsRP3jng35hmfwD0P7q5awYsLobDnsbhCgA7DfVO5ZEHy/KdbMd4VN7HfSnFWRbHWEIKCiwEtxvNyeUgbwmFw7Kj1896LvD3mxZBOaBNCcPAisdIz+IWJ9MWaxq/iXTa9YD7W5RLc5+mW4NtHgL6l9qNKwXzHTh5i0/3HD8snjE3N5kAb6qbJLHwA4D9ISRb1pzJMArRtXJvFdG48UxcKSOgHygcnMS6gsU0RQ3deHiMMQVYnAuDKCVFRCcBnPrqAPbDPh0D9NbsF6Fe0x693/h5jQDfev/yFzHrP4mkxoAXBmfM6tt5JxIVKdJ3QU9d8qrMBf/JXPb0qrvXGE3hsl6Bbq5ow0KTlsdasPfn68G7MMz6Bex7cXbWCFxdCYc9jcYUAHYb7pnKpguRDLg7yzhBio7lozOZh3EqsQvxknRfkDXexoMtDmqi9/Eu++IJnR/4qL1wUNqcAbbid2OIBrcYjkwVmlyCdphuCbx8Buny+YyeP6QK0HK6CiNixQY0ALSzglWOO7Hik+aOMvAFQNxgme7p3mv6YJ7cp4TZc44cI+YOTa1MSP4bn5THeHpRgRgBc1dU7wGc+PoE9sM+HQP01ewnQ/J6uCYnI9mLGfZkq6urWWS6xeEBfuWdn5EX+2G8vU7MWbIti60yNIKyEc3St9fRrVb2zg+k0bL/vaNeewnX2XcP79TTejXnGJ3DPg7urVvDiQijseSyuEKDDcN9ULp0g2Xkh3tJLKQ6YMJkqohGDTTzGxC9ArAJ17yGsmXaFY06SfNjGZ6brO9r5TRaVxEned9FjiglM1+pFFvYYz/ZjVJ24rm2t5hLI+bok+HYI0BpPdZajJL5jJw+5x7nGjzxuvD2g/3VLh99ygv9MHtA2e1J5QKteMfHjdm4e4y1CCSYEwFVdfQN85uMT2AP7fAjUX7OvAN3tBY9p9/UZnZz2YcvYb8qeaGYBWnFqMgvQ4sk5lT97CLk5BOi0HtB8i/BuzDM+gXse3F21ghcXQmHPY3GFAB2G+6ZyaQVJGr8Y80egxkmcWi/CIT7YgFgn+nZxULs0whdwyyWEuhuMm2JbIenLB7r7dEQPNcx0whjRweddKWyC3uP4hL/8rBUbufizhgVPZxtx3tssVMAx7Q6LMPWrtlmwVOPLdk3j8dO1Nr5rgu9t8B07eWiW8O3Y1o+fLl6gHO98SCvHgOY3MCSecpDHmjz+bTGgx3A2+o8/zB75XaOPAa2ORdEWQ1xALi51/Gglmp/HOaxCGToEwFVd/QJ85uMT2AP7fAjUX7O3AC1c2DxewszCboixmiMF6GZd+ILo3bDXc5yA4+4GGfaKp/xF0d3+8fKHe/r5ttnD7Rqce3wE6MbRaXRC0jkbKHtVSwxoMa0cA9q+D8S7Mc/4BO55cHfVCl5cCIU9j8UVAnQY7pvKpRckWfgLPmQGF4Ljfy5Fr0UOsVF0fUKXylF3XhjiBWqNWM3KdN1u3ItZF4KwPIq5oueyK06zJe60MUwAM1S3WOJ/4/79TeNVoA/z4PI0je2c4Fv0ZDfG7S2c79jJQ9/PLOOHjcM24wGdvSY6of6SwP4444fHx3R82pUsf9ja73+n12d0dnpDO1/P6eibJqV0fLIf58oGgKu/3RS1Y+yYLnT2sA9NrE7hIkE1jvxwTmFIxykEiTcAACAASURBVN4vrmOZsaMVAnQ8gsuVkGbMBdj/5xs6vP25vxA0ID+ytAgsymfz/vr3Dp3/ot48sEU60mLfzCnvaeeT7p6HLaIttjkt9sB3DQhMEaCZY8wJieIu847u1lj937AP04W96EJetBdIHwm5iPq1FbXOPuMzUwxoU3jGdj3P1nWNSdy+UIxV3TwUT+vyMaDb8rmQjmPeLk8bB1vjbCDWz0J86Bjn8WnSvaTbby1rT27NjPGZZwQB9zy4u2oFLy6Ewp7H4goBOgz3TeWK7WSbAquCxoLvCkj0aMKqeHbdUO7Rnq0mWRWPWyXBs91r4arZLD+ndxCgPXkzJVuUz+Yd+ccTYpeqRppefPa02Ksn34oHbMYGpMV+RkNRVDAC5XOsnkALBqOwjOVzVxjgvbnAfZ28gZc0vMTiCgE6hBfmSSd4uzUFycdkuMIlb0nxq63kNah40e2TGAlY+soc0oYJeWI72YSqkHQFCIDvFZCwgAmr4hkCdDDjKXiUPYHEY7T9KZDBi0jjxcPmO/7USVBMe9vcKNtBlrsAGnjtZckx942eVcFMLewxq7NT5kBew2jXNqYLmrhTCtb1DW+I2eutO81AZO97Dg4juAnJmmLsKXYIJ0eap+oxdz4P67eqN1+fSlm39r/LfUMJRcatQ11lKKfNQtC150mDvdo/Te8++ffWWtPeQPfus2Ik2yGt+a3jzZF3BirSYB9imCGUllSUGgZCDJfQzg6yZ6zcxxnmrr4/ZV8ozUkp5pwQVJs86+E4tAXcidyf0oQrDLcsbc6luYuds9nYE8ZpyHpRnisXmId4JpfGPW0vqqf0YnjR7ZtWTEMsrhCgJ5Pbx4J6fEYnX3bGuMMsltP1IZ3vSaET5DhP0gUNLAbVq+/HTXIXI7mZNM0xriabHpghtpMFVotsmRAA35mAX7jaVfEMATqY/dl5lOIs6uJhP+JiK4rPx9j1V7RPY8xtffOM4W3a5LK4IMbFV0IRWeIpMoGhifWonWcdc3QwOVLG2bmaYpgSqqrB8znRb10oGxZz8urpOe1LsTOVaoSyJG9RKw8yp1LJwh0Qcpgve3+YAsVcadPzqa7/+PXitHBcFuyVviHGGLWvURmancch8aGV5gJaU04K7JX3Ee91Pqzbr4j2DALmlw+kHT9yv7biMnGMCGU58s7ERwrsw0xzXOTdFCrfL6Hsqfp5hcR7ZDpRTPrY094lc8Hd6zJa3d5/8+WALuhQvI+mv7B99/UJ3XzH9nXj/Mbfk8Pur2Af48IwmSfXejiOaI8SMzqirIKyLsqddb3omLMd71QZcut6Ubn4Mv19SbJ9i+JeUH/MbWopvLRzCJ0RnZJ0X1luBPX1x+IKAXoir0Nc0R8uhfhPQzGaeMS6TYLtxl3xGQToiRQheSQCsS+VyOqRfSEEwPNCQCeuJjmPwpymu8ldP0fZxWXmLaiPc99C1m/cX95zcVg5IUeJsei6C0Digbdv6hwdSmlyrmyGeYpgPqKmnVvb0We7QKaui7j07b0St+LC3LNNoXy58iXn09Gnfbga2mDDShlrU3kavQ3f0XNt7FMXllOfz4+9r3hrX5NrOZnST60fY3XvXw65hT7kzo/9VPZZeg8Bukkq4C/yZ7rcXP4AynhtPzDIsX3Z+Lkm2ufiAjdVm/eMvv0tFJu4fOvhOK4dW8ydlTt+zqLmnhWfOdtD53Ct7zTvWN1FkCn7Q1bcUzas8LLL4IWtm98RvXhEQrz5leIfiysE6EnEchurv8ULCIZiTAK0dLuucQNn8EThQ3AsfUwrtpNNghiJsyMAvrNTsIgB4HkRmJNXkpxHZfMuXqyoeip3TXYJ0K7n8iU/baGK5+0+nbTHLInePNin8eSQC3Zx868TIZz2uarQPE/OldUmFr7CHsLLKWpGiaKaEBzSpVTywnvgQffR37UpDeBoSpb0fFrCumnClfDhOcR2uMUu3uOTGu/PL6JHqG2Ny38sMl2+NQVXn7QpsGdHye1r7FABWljFt5et6TxdRy+ok/6CXO6iNM6b9kQTAsma1wdUzzQpsPesWkrmKUALXs8if7b3vPYj5W9Ez6ULwocPZzvvJcck/oOB2m9Yf9OGcwkDZLZc6+F4tiZtpqCs3PHrRd0HMe2c7Ragnesxzckr51pm5h6RFfeZ21JTcUXwwo2V9qJV1ynEFRAUiysE6AkkCt45Jk8Dw4ZIji928OyALh6/7C+UEeMaWhcj/XGyJRcssZ1sAsRIugIEwPcKSFjABPC8AMgLVJGWR2mDr53f9OKW20tWPcbOw6XdPNg+0Jpic+o40HjL2OfoeYhMy5WfjXw7dUKba9Nm9vBkAtuEOyr6Y7PUhhy7bT8i0DULk9K1h/Wju+/eqovy6gXoDgMhxqYxrqU+lEBbgCdOY9+Q47rb1qiiV+5SXmfJxlLfJy9a4HR9OUCAloamHN6Bf9w+48V//mj5N41H4bEQAoJPf2vL24b4m+cvGfaTzfMVoM1CsO00Kt+X+fdeg/PbIZyGxTFJmme0cyIX63Zp5yIb3OvheHKn2HyGfNxpPuzLQlqQAO0WqJV5kohanUUOiZOwd+TDPWGjKih6/bz47LPWR0QsrhCgfTmVBeeJArRcjXlzbtlE9IXYFky+zZmSLraTTakLafMjAL7zc7CEBeB5CZTT15GSR3We0oVX0B8LtwnQqogpClztRlzxJpPCckib+06ko9azcOffTfzOHnvtRXuW0B/cPOuKYT2V3ZRcTbWFXZjWib/jJU12AdpjIyiIyu7Ln0aRZ4c+/qgePTR7FxrCtEwGIjzD8nz248QkQuvC1nicRlDuGrFyKK5RW28dLiRB8QI01x30QnG8AN3hLZ8k6SpW35tyGBrdHTNEV/evqPVcp+ZEyF7fCrfne0jvX77fm6z0FaB5ziI9oD8d0UNTKChpX6hw6QyDc0zy+ziEnznyrIfjOVqzrTJycaft71JIGm1oNcddV17rRc1Fk66P6XP3ily4z92O2spbPS/KR5k08/bcvMbiCgHakxHZO2rMJnmKeHmaODZx1nhxy3fM2E7mCTGSrQQB8L0SIhKbAZ4TA7xQ8al4VDzxOnlE46WqF1PMArSHiNlUpZsHhw3+E7r88RGdP1UvdRJ/k0hQLqoxkeRp40SOU3E10YwhuY4j26bNd0PnPC4ri3ytaNYJ0DpO27Ac9IYe7HVCG5PXtGFaQsEIyJeDTysHujHjsSbVlelXz890++MjOv6sA2+CJ/xasQ/w1vMaIxZO1Pz8ml9zSkAWQwWPwzT7hRz9Xt9FPAVoVwxo7XFnTazoIR376CpdSCkI0OJHVd5+0wnWKe/NgCEzKct6OJ5kNhITUQ7utOtF6xruiMbP07b1VuhaLM27z9bBcuCODu9GYO28CCfc+OZMOdXphmH2FLG4QoAOpSTYA1r2cG7+/552Po2bKuFF/ucbOrz9efRQ0sQ5Cm2Cb77YTuZbD9KtAwHwvQ4eUlsBnlMjvEz58/PYz1GPeU+6sS3yRsMkuJg20+ZLn2S8uo3HGNeZ31BQK1Ye8za6xGXvudN9CimU2fm58rekwf05veO8nWV8u7LMApo+fevR9O8dOh+8LqV08qVEfFqJM6VvaIQjfX9we1r7I+WfMjmfTfv/eKJ4tHb9vhHs+bWjftzqPySJH3jauM3CPSV8WXI9vZeuIUZ0uR7QTb+9pCfcBw79u2q6B/T1r4d0+68x5rPMifCulN9Twv9ljqX/W/P692tXyuT93mXA8NxDgFa8+WX+9KcKXPPcIBrwIoEcx1O6+6cxeyi3iSX9guhd41HdtidUaPMGa1LC9XA8yWwkXlyAtq0XbWs4fs42933/9aJIvS3MUapOgjGTCtm4ctfNi2VdLYXbikNh/tyxuEKADuVEF5Jjj79kpCm4945ub4I9Hi8Ukb9qcDHAWnOE5/JXdDk2X2gD/PPFdjL/mpByDQiA7zWwkN4G8Jwe4yVqmJ1HeT5ijZAuixu9HnlPx34zIntEDnkNiy0TUEI8Vu4yLm7D7ndBr8Eu3zl6JiJn52qSXapHHh9zVHvKi1uL2DaCcl4hlqng7anyIHsDimXpTphxayljPORJwAQnTs+npt9ybVY8Z2Q8bB9ldPFph4vtpHWodY0qwleuAC3F2m6bxb3b5HdR32zWf63jx4Gf/LFO5NUej5skzu15g7u6kDF9v/e1Uy9AizsxPX5irHn7OGusMYUBEC6+tZ7Q6dvEvQ+f/Lf58NNFG2/+EAPal3eksyGw6Ph0rRdtazjHO5V9lPG7XFpe36Q9gaPDf1HcMQS8EVg1L5aIB2s6EZOiv0OA9u7C20246sG7XVqStRx8J4N2VQWD51XREWwMeAyGbvGMa+BK9YROC8PSd1akbY1Y+mJ8Kp7Qsa3Ux22PLXXJ/OmwVz2hk7bLELc7aZ2RhafDPtIwZJ8NgTVz7BXmZjYkphW0hvluzdxNQ7Os1MB9nXyBlzS8xOIKAToNL1WVKnQyzRdL0YPJdJRGjBMqLyCY94hYFufd0FxIpXiY9zA3HiA/XGqesy+gmlhsmtg6igeLR/wdOc9gv+arMO/dYFpA8d5Dprjjpvhxc3U68G1Gsia+YyePufrbWM4079ilPO3mb+e8Ja6Px3nbV1Npa+CqeYdd/nBPr75fAtmFxbwlmsTVsRSfs380aNZxwvH/hYGbobpk2C+MzezczoCtq4hk2LsqxvPFEMjJsUtgFp67Qm8thlhf0cLvD13zcnK3NNxrqg+4r4mN0RbwkoaXWFwhQKfhpapSh07Wi6qCAOqMr8agsAnQvdBMB3TxeZe7ZEh/iYB2cWK9uFEWxQ1x9OgD3Q3x2PpYbaemYzy6uFfcZlu2RxfrUnPxiVVUs7Zxvi4HvrlLrgZY6+M7dvKYr8eFlQQBusOtdB7D2C8zF7gqkzeT1eAzH5/AHtjnQ6D+mnOOr0kC9Oqo0F/KvKSZOblbsp1rqwu4r40R7JFSMhLb3yFAp2SnkrK7TnYlXQjFNc5yw/SYykOAfnpFh7/v0/nTu/6ipFQCtBjPjZQLeJjV5lt0XQskUsRisSwfD2ix+yx3QQn4Zv1vZKBGvmMnj/lfb9Kx8P7Y+d13b4c4id0pgv4COi7O8HC6QDqhMZ46aMp+TvTikM73mhiy3Yel5vKt5mK2l389ov0+/qnuAxuL0pj69EEIpuvjMaQV28gDruriGXzm4xPYA/t8CNRfc87xpay3hXXdGX34eEPHgwOPLPjK8bx5J6LeSejrDr1l9zK1J1136P2Dfepih4tOR8KpR8v9TPJ9Cm+/U/cRS/WanNwt1cY11gPc18gKnHRSsRLb3yFAp2KmonLbTvb1Ax1+e06HX8ebvIcmCpcMhYTgkENt3NCHtp5UArRYri3Qu+mZM86X1gN6xG+qAL1kMHrwfUX3v+wJI7hGvmMnj/lfcRoBeu9kvJinHVPs3dB/RPrrJceV9O7RXn4mbi7YhU1MWBYvWpPCByx0AmEqruvjcWoLtpMeXNXFNfjMxyewB/b5EKi/5pzjS9wfSftAJkYPYjAvQKsnFdu90xd2urUPxyjkbYRndlGlmF8Mj6PuG00ic+7TeTm5q39kmFsI3NfJPnhJw0ssrhCg0/BSVamjIHlLL+914Qn4BUCkAP3TQxrF1h36+OMjziO6g9UcgkO6+7r1lnxI7CZd/invyWgTF/ULCbNn9EC8EgNaI3z5huBYWPgC37yo2fY4bT8UBnmBfMdOHvO/5DQC9G87XFgc8d2ijM3hBvojakZ98zeO7c5r+vaFGPtWKUMQraUW2p7ND4Z3ievj0dv0zSUEV3VRDj7z8QnsgX0+BOqvOef4UmM8i3tPcQ/I7T/pIx1+K+1TFQept7TDOVLJ+z/baUfeEUgUtqX+oFmLLtljcnK3ZDvXVhdwXxsjnT3gJQ0vsbhCgE7DS1WlLuoR2wjGw4LhHdGLKQI0cfGjeQo0wtXRGGt6uge0ryDJ7FG/yvt7QC8XeoMhBr5lD+g6+Y6dPOZ/ybkEaPG5LB4zb2bZLj5sh1OAJuk4p/JhgXnKzN/60BLXx2NoS+rPB67q4hh85uMT2AP7fAjUX3PO8SXsjzQOOEYB+u/mlJy8D5QdpKYI0HI4DyJqLr3vT0iO4Tmku4IgQNc/QDQtzDlmNgm4Z6PBiydQE5PF4goBeiLgW0zedbIuBjRdix6EDR7isXWDWCd5D1qPWPWei/tfzuiMTuhmiAndoT/XJYQs1rT5i7dZ/J0cE1j2njR4Ncti+JKhNwQBGnwLQ71GvmMnj/nfhXECdBt3XfCY5i2Uyu4fqSccZG8aLuwQPKDnp3xjJa5vzG2MgJmbCz5nBnRCccB+AlgzJwX2MwO6wuJycrwWD+jbJnwHSYIz939Gm+INDQF6hT06vUk5x0z61pVbA3hJw10srhCg0/BSVamsk3VCM/Xxmfsm9vG4djlhWpdOFlJdAjQfNoO/3GEeAVoWsfu4YNyX7aYe6xGr1lNyn06EPFzMWMclhEP7+PyeInXqzgW+xxAOI9b18R07eczfDwMEaD6MjeZdNNoYIEBL3jTa99/8IEwucX08Tm7CZjKAq7qoBp/5+AT2wD4fAvXXnHN8qR7O+3TDQipaY0B36/QhrbKPky8s5MO0dYHbxrqf0KUQAlK/TxzycPeRIAZ0/eND18KcY2abiPu1Grz44TQ1VSyuEKCnIr7B9EInU46kM0D0l3sNcEnirluAZp7VF+MlZH1hvjGgx9uMdZ7M8m/2o1Z62vsFCfdwiC2t83BWfpPzi8f7hduXuTpkQX7uLgm+TYjWxXfs5DF3v2OxtocwGYoXiSwij3wMY0K4Lb2zsBuTAQL0N/1HqNO+pa/P6Oz0RogfOD8G00tcH4/T27CVHOCqLqbBZz4+gT2wz4dA/TXnHF/KHo9f1zUXCL64pUfDaTdZVJbW6cOFgw1nUwToI3oorCcP6Ow10Qk1d8R09xMdf9bvf52XlifuPjm5S9y0VRcP3NdJD3hJw0ssrhCg0/BSValenawXplOLo1UBu9LGgO+VEjOzWV48z1wnipsfAfA4P6apSgRXqZDNUy74zIN7UyuwB/b5EKi/ZoyvUI6Xv7dHthTchXIXlw+4x+GXKjd4SYNsLK4QoNPwUlWpsZ2sKjA20BjwvQGSsYGvhmSM13KoBFflcOVjKfj0QSlNGmCfBlefUoG9D0plpwHHgfwZ7vcJLC0oG7gLgi06E3CPhjBJAeAlCazRTgAQoNPwUlWpGLxV0elsDPh2QlRFAvBcBY3Ri4A6UCijFRhzZfDkayX49EVq/nTAfn5MfUsE9r5IlZsOHIdxlzv8RmM1uAvjLjYXcI9FME1+8LJOXCFAp+GlqlIxeKui09kY8O2EqIoE4LkKGrHZKIhGjLmCyPIwFXx6gJQoCbBPBKxHscDeA6TCk4DjcgkEd3m4A+55cHfVCl5cCIU9j8UVAnQY7pvKFdvJNgVWBY0F3xWQ6NEE8OwBUgFJwGMBJPUmgqtyuPKxFHz6oJQmDbBPg6tPqcDeB6Wy04DjcvkDd3m4A+55cHfVCl5cCIU9j8W1eAE6DDbkAgJAAAgAASAABIAAEAACQAAIAAEgAASAABAAAkAACAABHwTu7+99kmnTFC9AxzQ+GLWNZYz9yrExuIpvLvgunkKvBoBnL5hWnwg8rp6iwUBwVQ5XPpaCTx+U0qQB9mlw9SkV2PugVHYacFwuf+AuD3fAPQ/urlrBiwuhsOexuEKADsN9U7liO9mmwKqgseC7AhI9mgCePUAqIAl4LICk3kRwVQ5XPpaCTx+U0qQB9mlw9SkV2PugVHYacFwuf+AuD3fAPQ/urlrBiwuhsOexuEKADsN9U7liO9mmwKqgseC7AhI9mgCePUAqIAl4LIAkCNDlkDTBUoy9CWDNnBTYzwzohOKA/QSwCk0KjgsljggXU2eiDmMmE/COasFLGl5icYUAnYaXqkqN7WRVgbGBxoDvDZCMRWo1JGO8lkMluCqHKx9LwacPSmnSAPs0uPqUCux9UCo7DTgulz9wl4c74J4Hd1et4MWFUNjzWFwhQIfhvqlcsZ1sU2BV0FjwXQGJHk0Azx4gFZAEPBZAUm8iuCqHKx9LwacPSmnSAPs0uPqUCux9UCo7DTgulz9wl4c74J4Hd1et4MWFUNjzWFwhQIfhvqlcsZ1sU2BV0FjwXQGJHk0Azx4gFZAEPBZAEgTockiaYCnG3gSwZk4K7GcGdEJxwH4CWIUmBcfTifvnP4f06PdDuvt0RA+nZ58tB7ibDcpJBQH3SXAtlhi8pIE6FlcI0Gl4qarU2E5WFRgbaAz43gDJCMFRDckYr+VQCa7K4crHUvDpg1KaNMA+Da4+pQJ7H5TKThPF8d8f6fDbY7p49kEUY/98Qw/2iK7uX9HeiuC5/vUB7Z+OBp1d39Or76cbKAjQPQa7gWVNr33MEcVdTMUbzwvc19kBwEsaXmJxhQCdhpeqSo3tZFWBsYHGgO8NkAwBuhqSMV7LoRJclcOVj6Xg0welNGmAfRpcfUoF9j4olZ0miuNWaL6hg2cXRE/v6Pyn3h94dQL0P/Txx0d0/PiK7n9hkvg1vXlwSU8CRHJ4QJfd52OtjxozsZUjvxEB8JKmc8TiCgE6DS9VlRrbyaoCYwONAd8bIBkCdDUkY7yWQyW4KocrH0vBpw9KadIA+zS4+pQK7H1QKjtNFMdMaL4m2uc9ngUBuhF694k4D2FFwGWe1D2UBx8bMZta0ficF7ZJLKst5+hiIMDk0ewjGFvLEuw7ow8fb+h4CMHR2PSWdr6e09E3RNS2/UTsFK+Z8N3ZPzyVPccndqUo7ibWheQjAsB9nb0BvKThJRZXCNBpeKmq1NhOVhUYG2gM+N4AyRCgqyEZ47UcKsFVOVz5WAo+fVBKkwbYp8HVp1Rg74NS2WmiOB6E5p/plvcwniRASwJ1K/ae0+HXc3ryXynWMlfuTis+745hPnpv7A9MCOZoaUJvvP2O89CWKOvEZ1NZnff0IIQrYUd4AVoUo9ty/3rZe1137bxpxfXGU1znlT2tL0VxN60qpOYQAO7r7A7gJQ0vsbhCgE7DS1WlxnayqsDYQGPA9wZIhgBdDckYr+VQCa7K4crHUvDpg1KaNMA+Da4+pQJ7H5TKThPFMS80c8Lx0d98DGiHB3RTxm87QgzpQTD+n8tBjG68i9sYztR4E++0ovDtCz6GsyQUD7SYfmcJuufGslobbuklF6pD9KjmRGdqxHMuLd82TTs7b+nwWNlR3JXdbbNaD9yzwm+sHLyk4SUWVwjQaXipqtTYTlYVGBtoDPjeAMkQoKshGeO1HCrBVTlc+VgKPn1QSpMG2KfB1adUYO+DUtlpojiWBNRBIP7hkhNW7QI0SWE0GJpqGI5bLtSFWmaTT+/p7BKgHWXtvFdEYqMA/Y3oAT0K5nukDQPSivaiuD2lN0VxN6UipBUQAO7r7BDgJQ0vsbhCgE7DS1WlxnayqsDYQGPA9wZIhgBdDckYr+VQCa7K4crHUvDpg1KaNMA+Da4+pQJ7H5TKThPFsezB24en2H19RienzLN3uge0gCjzHH5xS48GT2mH1zK7DLEvyB4Dem4P6GPiolKLIUIkT294QJc5dqLGTJlNLsJq8JKGplhcIUCn4aWqUmM7WVVgbKAx4HsDJEOAroZkjNdyqARX5XDlYyn49EEpTRpgnwZXn1KBvQ9KZaeJ4lgTQmK8zO+sF1+lWMdyDGUmWnOXFIqIdl7FN88uiLgLCVvv4i8fxtAdlhjQ1F9eeDJcBtjU0JR7SU/uXxFZy5JiN9tiQDehR/540sd8lvqF0k7EgC515ESNmVIbXYDd4CUNSbG4QoBOw0tVpcZ2sqrA2EBjwPcGSIYAXQ3JGK/lUAmuyuHKx1Lw6YNSmjTAPg2uPqUCex+Uyk4TxbE2hnEn2J4QE6CJiIm2LVRndHVNtM97AwvPOzzPOEG6FZtPD0i+YLD7neGvPleF7Mau8U+tw1AWb9+zD3QneGNrwm4MNhFRk/7TETXXDoo4EJEgiE/vR1HcTa8OOXoEgPs6uwJ4ScNLLK4QoNPwUlWpsZ2sKjA20BjwvQGSIUDPTrL9OOfs1Q0FYrymw3buksHV3IjmLQ985sMf2AP7fAjUXzPG13wc69aG+rjU89QJ7ubBcWopwH0qYsukBy9pcI7FFQJ0Gl6qKpV1MvZVubsEov1uK/wZnytHk1i2/qjRZ74Y7us4+7n9ms59n5a+Dotfu6Uvy7KRclnN8/5LdHvpxe+H/VdpnW1EYtvtaXIJUrGdD3yPCNbMd+zkYepn8njkvUli++aU/PJRzFkW/KZjobqbzKcYG5E2FY8RJiGrAQFwVVfXAJ/5+AT2JWDvv44+H8IoaPLwa36td61lT2HYL6Tdx8h7hd4+h0dvk2oMVdH8T7Mfaoti3sRiHxDXWj5pzH0I42u+8cVfOtiV6roAMa5ucBeHX2hu4B6KXNp84CUNvrG4QoBOw0tVpXad7I4+/viIzumALj7vjhcoDC3Vx+MaFlR/7dLZ6Q3tfD2no2/ExeK48OxuK+bjd3WLMbG+Js3lD/f06vt+oUrcUab+xuP9U8PCzbJ4FQVjzQKBLR6HBa19EVG2AA2+h2NxlfIdO3moLzld7Loxnt5e5rfiLAJ05jboqp+fxxU2shKTwFUlRPbNAJ/5+AT2JWAfso6WL6frhVS2DjOu4aV0nNB3POwRensS72PUtSNRd7HciRBCgqUj5tQjxytu9hz/3qHzX+TVk3qBHyt/FNY1aSZ0GYyvCWA5k6ofVUwfQJxFeSQAdx4gJUgC3BOAOkOR4GUGEDVFxOIKAToNL1WVKgjQT6/o8Pd9un3RCMBjM1ux9a+XdEX79PY73kN6vEn4yR8PtM94AVq4/bcVfM/pUBCtpTolcbp7ahGGYwTopmjBpg0I0OCb64N18R07ecgvOZ8PLoJ3NB8Dl7yFWwAAIABJREFUrxmXfzyhu+/e0qOj/q5w3nNJ8hySvaqFcvt87J10/wv1sQdHi1l+oz2yJ9JgqxjXj71rjodTHPyHr158/7pDb7/tb0Dn2zzTLDE3jzOZhWISLNgA6roQwNjLxwewLwF7w5rJuo5WhVNhbWFYwyuXzw3w8OUxexLvY5S9gnRhHU8d3x6rdzefySAuC/khQOcbIXlrxrsxD/7APQ/urlrBiwuhsOexuEKADsN9U7lEAfqO3tFzLlRFA8Uoyuz8WxKZ24XmLb28f0V7yuJKXZwKR5Ucx9rVY00jLcZnsQK0IG5T5xXO3cDMdwwfQW6NHQl88+Fl+D5aF9+xk4fcd10exs14eE7v+vA90tjvvYP03juSF7U0huVxdv3rId3+65ye/Lf7KHbfew/J9rntoeGkR5P2/c45vfqeF6BVj29xE9x7ZAni9T7dGEIYhb4L5uYx1A7kcyMArtwYlZQCfOZjC9iXgL3po71tXRUiQNucA/R1pdzHdMxw9f7PpdmZRhDj5TWDiWOTuMz/DgE63wjJWzPejXnwB+55cHfVCl5cCIU9j8UVAnQY7pvKJQuS5z/d0psHb8dwGpxQfPurKECLQrC8ILIfS3IJuDbBa/R+lI6uaWJAM9HLGYKjZ32stxMkR+/HJsHoAemyf62dCHyL8c1r5Tt28hD77/SYdq6PTcaPSBrvKflERrv9609lmARonYC+T1etYG1+t3ACNHEf11hhymaSe0+y8EB9HXON/3l5nMsqlKNDAFzV1S/AZz4+gX0J2JvXBfK6anTk0IfgGD7cap1IxpOW/MlMhpC+rnn3MTpHlKHeVoDuHXEU2mynquwxoOlaPInKRO9uPaSJAT3hBBbGV77xFVszuItFMCw/cA/DLXUu8JIG4VhcIUCn4aWqUlVB8mEXq7kVUnZaEZYJQKJwo36BF0UlnRfkDX3oQ264BFx4QKfpZuAbHtDTe5aPAG25XEhz2kEQkJUPRwf9e8Ls5eMWoE32dO80/ckGbrP4dxPTcfSS7jDjN5PyxlIVxafjrOaIXQTMYQPK8EMAXPnhVEoq8JmPKWBfAvbhHtDctePi5d8WAVo/Z5u9rZPsYwZaQjygRU67EGE6ERoe0Pl6//prxrsxD0fAPQ/urlrBiwuhsOexuEKADsN9U7l0gmQXC/mWXl4T7XMijCBAa7yNO+DYgsoRgsMnBvTvh3T36Ygkn9U25qvqHcAuApFFo84qLw/ozcWA7uN5g286+gYxoG0vvqkfjLw9oP91Kx5fnckDWv6Axf8/lQe08WRGxIwSuwiIqBpZJyIAriYCtvLk4DMfQcC+BOzniQEttNQWA1p3usi2Zk+0rm3t1YTW0O1JrOsm4x4IMaDz9f7114x3Yx6OgHse3F21ghcXQmHPY3GFAB2G+6ZyaQXoPr5ZE36Cv81XCVfwuDvSPv7xl3FoYupKi0udB0Dz2+UP3BEz/rIydsz9yweNMB0rQMu3bNclSDKOwDf7nFE337GTh/oSlPFqUrD4zT/TreBVLKWVY0D3lw7uNkdMSfQ0bjdsRzSclJAvH7LFgGYhNtSLSkV7ujp2HTGg1YuF1BjQYggOCNCbmjqVxs4/5raNZ+7Wg898DAD7ErDXrZFd6ypH7GLTPS79moGEOxbkexpke8ZTULPuY9p1zz6dcHsTed0yitTH1K5zvqf2ZGm3t+m4NYvTGoyU9iMGdL4RkrdmvBvz4A/c8+DuqhW8uBAKex6LKwToMNw3lUsvSDIxdwyZ0cpNLAa05dKNcVH1hC6Vo+4Gr+hTDnJBcLYc69exNPESQjG+M9GZEHNNUzeNgny34LwQrOAXuWvtROB7ZKZmvmMnD33/VeMODhj2G6RuRBzQ2WuiE+ovCexDcHx4fEzH/ViXN4T77B3w+ozOTm/GGPTcx7C26P79oIi9XP2tTd80pziOSWsP+5DF6hQuEuRFZam9QoxFhOBY6zsul11pxpytNc0c9Z52Pr0i6TaEXBBUVW9aPsGdrbMA+3xDyR97/RpZt64yx4CW2qk7WTnsCdT1h7jm1gjibXnx+xj7XqFvgzGUGGujbL89BjQfpqRZU7HwhV1pmhjQzflTJW60vh/5c5yvH6JmcLemPoAxsyY2RlvASxpeYnGFAJ2Gl6pKje1kVYGxgcaA7w2QTESr4lkTA3obLMS3clU8xjen6hKW54qdQIAAnaJjpeUT3OUToIF9PuxTjFSUORWBtO+2qdbkSz/l1JrtXiKxBapzwpwtBHdzoulfFnD3x2rJlOAlDdqxuEKADuGFedIpNwqzr/3yl2jmLTx+rxa/ypu96HRetK3JE24zDmkinye2k8XWj/zLIgC+l8U7V22r4hkCdHA3SMGjPO/IXlNdaCRmsmW+40+rOO8E0EFg8zDvTtyMdri8u+xlkWRfitMqKbjSdxzV89DEoZdHHMPGdfpI8MKTbTB5840tYHyqNtm5c/XX4MHlyJiGTxt3DkyFUybmdaIZZ9ZgD+6046ULqyZ7gzalzj2elsVe78mrtMvyDvF7V3nUY31PefA2w2BIg/0MhqGI2RBIzrH8rkrwjpgDDAjQbhTt869j3cWdNhTm/ZD14gJrOBsayceMmwqk0CBQDC/adfZ6KY3FFQL0ZG67Bd7t4zM6+bIzxhlmx7iuD+l875wOv57T0Td94fIRLz6+qRL3S40rKppojzs8uTkeGWI7mUcVSLIiBMD3ishIaMqqeIYAHcz07Dw289MLonf95a66eNiPuMtfxedjzM0r2qcx5ra+eXaPIUO8zv5eASU+puYoNV+rGF9Tmmcdc3QwOVLG2bkyGKbg2rTvjyfdfQzD+uOKaM9wWe9Qro1P9x0Iz+kdnf/UxNSXY7FKhlttsveD7sMBd7Gwox/MxWVTTgo+bdw1fd6MqRzz1YB5+65troI+IXoxxpvlcbHXY79LQ8HXcZl0KB9LY+9sl3d4N334OiMOymV2l/Tkvj/RIPV1J2+hYGd6j81kLooJQCDF+GJmMMFSDcXynOg3bu8cYPfcWSBAOxC1rhcdc/ektUjvcKC7aLQ1UTq1suA6gCGUcszM3a+3VF4pvLQhbOmM6JToJZvjV0xULK4QoCeSO0xGP1zSg984AZqVo1ls6y6SGC/rYxeejYbYnimbrYn2hySP7WQhdSJPPgTAdz7sl6wZPC+Jdrq6kvMozGn9B1hBuNJfduQ8juoSptrnt+JCjBN5dpoY+3/1McQbeF3lSRTw9k2do0PZTM5Va5jvR+ppl1SpfPrW06Hlt5E3Xa5l7gfE7p1ohe4p7Q9lccw3P58xmKrHulXOWJp3RC8e0a1BgJaREbnTvQPMWDrfA4E05MZebJcdE/19BJKjigEHO372o/x+Y246AfNjP90G5EiLQDqOfecdyXNWutCx+RD38q9HwwkoUcx25X1Jh7/vtyc1unzSyQH58kh+ncHDznvcPvtA7R0mnEAqegbzJ8UqDsHBr8PIvoYb76Xw6BMT13csBjp5xjyfYzSlGzNzWLfdMsrgJWxtlpPVWFwhQE9ij5s0/m68SCYI0Ee7dMV90TAuKq0v2Wmbk0lNsySO7WRz2YFylkEAfC+Dc+5awHNuBuapPzmPgmefbuOkn5dcwpPrefuxVZ5jFW/AfTppN4tEbx7s083Hu97j1oWtaLPs5d3kdtrnqkLzPDlXfZ1s42sPe+Cx6ePaYBKghXALQogOHgDfujTprP1AL6Sm4E5Hdwo+/bhre2jb5/kNdpeX2svInvy3+be47hwFyZ3uJJ+XAC3V038Y2n19Qie2MDyNiZNFA/9BlRV7uV1OTHpBbOq7yoGf7sPZiKDvmPPHnKVMgf10K5AjJQLJOLacFBjbI68pxL4se1DrTmGZLrXUeV/rTkex96r5I440vuTj81I7xbFasQDNt9u5hmOMu99Vk+f0hHOPadwlGzMpB/oGyi6CF26sULOO406ZrpWiWFwhQE9gVvBMNh0ZN7z05PhvB88O6OIx894Sv9YaYzJmeKE28MR2sgkQI+kKEADfKyBhARPA8wIgL1BFWh6ljaB2DgoRoN0bDq24otTPzZ1T7kXQbILtc/Q8RKblSrJRiLGpi7/s5kCQkJt428bjr0xsPCYaPgKIXmV+MYANoqq8GB/6wUu6/VYNIzJ5sxpIbzI+jdy5MeW97oS1pHCiwOXFbKlHCiHXSuFN3/jyYQxJ1+NpF0gDQe+zLY89J4/JG0QvTKa/q7T4CXFO5XHt7h9xqHe5k2E/h3EoYxYEUnEs92mtl7DGc5YXgq0nCqbmVdDSfJzWeUBrNAB+3lFPMvOic60CtAY749zNh1pxrUVcz9Uuv9QagK851ZiZZUBvuJD18+Kzz1ofgbG4QoD25VSebCYK0HI15pdjv4AkdTGf44WKxaZvB6knXexLpR4k6m4JeK6D35Q8mo/w85sHvZhlm69UYUX8CNuKlTvvDR7QfTgGnYdR7/2582/uckJZmPb8kJtivk3Jla03d+K6LFZN29T54GE78q+3QVkZKV69Zk/4ph/8TLcaT15rGLMZh/0SfNpwE5/pvQa7EwKyx7NLgBZBEurRjR+tV+O0/jWVlnzYa9rlwsTyrhruilEA8MCvF77Hjz4W3qYCbEm/BPYzmouiAhBIxrHRA1o6Ybx3olrdn7BR55mYvE014vqj+YV9MDXNaaawXd1H2u59q17GysJw1ClAK2sEowe0FFJLc5qHJ99rvTiE4OrDfWXwIE02ZgLGL7KMCKyeF2X9kCfawdQ+E4srBGhPxGXvqDEbH9fJ98ihY2Gpm6A9N82ezZmULLaTTaoMibMjAL6zU7CIAeB5EZiTV5KKR71Xo27u0m+mzIKlh7DSoKabB4cNzRO6/PERjcdsmwweizaNp6KeIE8bJ7KbiiunGdr1w7Q2+gjQ1jReaxiNTYH9wC+8hBM5a4JF+LThxj9rwsLxlzHyY+jrDr399pgudK0xhk3hEmtC3wixNTUcpfR+bizLhb2+XbZ+230kmfqu8sUvfsxNHwOLYD/dLOSYEYFkHBvnYG4doYsdzLXNKkBPzqu/KI+NV+NH1cke0Dw59QnQ2vWide4+ovEGLNtaZNo6RRdObcZhkX89sFRjKqon2btsJozEUyBcoVNOdc5ky5RiYnGFAD0FbT5tsAe07OHc/P897Xzqb7U2HGc0HXEMNX9KvthONqUupM2PAPjOz8ESFoDnJVBOX8f8PPZz1OPGk2e8Joa1RJ6LTEKJSRjx3yB0G48xrjO/UaTOw4i30SUue9+Kbj6FFMvm/FzpLGpwu6Qn3J0Tesz1GzsTb8rvDd7/3qFz1kck/K9/PaTbf42e8rIN+npMHzhM/eBhd7khH+vYK8ZoLJNd/vn5tHNHNkw1/du8blQ9oMXj4zbu5PeD7n0hj9158OZLWRr77k1oapcNk94b0vKu0p800cS0l8ecZI9rzM3FwvzYz2UZypkLgZQc6+Iwd2PrLe18beYM+/vDKkAH5eXCOEmnCowCtLzekGJA29c5NQnQtvWibQ03ys+2CwP914vmUFBzjQlXOSnHjKtuPDcjsG5eDO86135mBYTH4goBOpREXUgO5chQ7x3dfpHlvE/krxpCTDci0h4ZPqbdBW9zTbvQDwUd+ZZAIPalsoSNqCMeAfAcj+EaSpidR3k+Yo0cPCWlG+OJD+0gP+szD3knClNCLFwiErw1zcdmVV4MdpHnHD0T0bNzZbBL9ajgOJIx7ctg8YJFMczGp3rMWI05zHvdiiFAhHocNnWX2XFlSV674gk16VTaTNzpiknB5zTuREyteYUG2AVoBW9hjI9C7HBIXuJjimgQSs/i2DdnLOSPHYLx0vtowrtKFqBt9cinMYXY6so40sV+D0V8zJcC+3irUMKcCCTnWPfO9xwzdgFa835yhdSQ4qqfvT6hm++6C41tYaW6U1r9W/D1Fd1995YecfGize/jigRo13rRNne75n3jBz9NTzeUpegpcw4SqazkYyah7TUXvWpeLA4TPqcOc/IWiysE6JzsFVJ3bCcrpJkws0cAfG+jK4DnOngGj+XwuCxXqjetEynhojpn6vAES9UTbqFXznR8BnDnZbEhUYF8APsYwuPypsM+zi7kng8BcDwflkuXBO6WRryrD7jnwd1VK3hxIRT2PBZXCNBhuG8ql9DJNF8ZBa8n42UC4hdf+dg28+oQy+KOXDcXUukupWiYaL6a/3Cpec68P1RPOd1XUSXOt0/8HYaHklbnOeb2FBy8WaTjXKzD6Y+7s7o0nl/C12k/zzDwbRneFfEdO3nM/xKc5h1r9UyZ37jVlrg+HlcLVXbDFuWqeVe9IHr3iY+1aIegGVPP6V3r+ZXyb6l6UrYh6YYzgLuYtpbIR7KxBOydXcmOvWk9ajs501QprdNd62/F89K2vh3rFvcYw8p6uDROeW5Yizc5RQ9Xk7e5IYat8YI2MVa7bn8lXM+nxSl+T5BsfDl7FxLEIgDuYhEMyw/cw3BLnQu8pEE4FlcI0Gl4qarUoZP1CzHdMdvxFm7ThQE2AboXmumALj7v0tUQu1J/qZRWhLXGfZRtMsTrow90x23WbbfPC4LwX7t0dnrTxy4TF7T8xTNiPEb7hVldG4kOPl8IoVe0be+9l3a5Y2OtFUoMoWt68+Mt/ewQJMD3GI9dHsid6FkH37GTR+6XHATojoHSeczdj5asH1wtiXb6usBneoxNNQD7FWLP4pBfH9L53jkdtvF8OzvFjxz6Nfi4XrbfQ9AJv0QfuPJZOAS9wNx/3H52QBd0KKzzx7XyOdGzC9p9cU+vvh+xbdbtb+mM6JToJRdXv6vvZrRBic/NyvAUoIP2VwacZtgTYHzlG1+xNYO7WATD8gP3MNxS5wIvaRCOxRUCdBpeqiq162RX0oVQXBMF8TdCgH56RYe/73O3hacSoHvPhd+7hSgZ4/rZRWKiMY7ikz8e0Ns+Zli/3G49KoSbzwWcfAToQ7p6ek77vZ2NT5pOgB6EuMYL/LedcXEt3Fzv3yXBdxf7Tf2ri+/YycO/R/mmlOKSNuPljyddXL2ji7aQ7oRAfwHd57Hc4eSAdEJjjI/ZlP2c6EWzMW48jDpvpZ3e4/PlX49o/7QrzxbHVr+59W1fmnTr4zFNO2soFVzVwOLYBvCZj09gv2LsPdaewlpWFwLG5FRiuZxJf0KwwYntS66I9thFdyN+rcj8Xbf/uBUEaOY4847oxSPxmfdlpz4CtOX0l2N/lWpPgPGVb3zF1gzuYhEMyw/cw3BLnQu8pEE4FlcI0Gl4qarUtpN9/UCH34oeDUMjhcVmjAB9R+dtqA3mVZBKgBbLtQV6twaB5xfNymJUtV13uZMgUHO9ZlxU7tD7B+Nt6OpikxftDJ7en6ddRAO+r+j+l+7Oe+GvMr5jJ4/5X3IaAXrvpBedH5LscaS/iEa+zZy9s9iRVP2lXUxYFi9/kuKwem8450fGVuL6eFy2/SXVBq5KYsttK/h0Y5QqBbBPhay7XCf2HgK0sB42hqPQ7Dls87Dx2bg2bpxF9olb4w3rup/p9keNyNw7dbSOKpwzyBAyxBUqxBSWkG+zDS/r/kq3R5pnT+Dk2N1NkCITAuAuD/DAPQ/urlrBiwuhsOexuEKADsN9U7lGQfJWPII2oMCH14gUoH96SOPCdEf1IjZ4AQu3Efd2jd6Pagxo3pOx837Qe73ajvmLgrJJ/B27inBbee89fcx5cRJ307wgNHOL6sZjU1gESwtunWA+xraeEAO6/eAAvvmBXhvfsZPH/C9BjQDNe/RLGzllbGo2sePY7rymRe+m/kQBd2t5F7bG50Pb/K0PLXF9PIa2pP584KoujsFnPj6B/YqxdwnQ0nNzaDmDAC2sCzgcjJdpcuvzb5o5flzbjuuIbr8xrhEkcVfbJj6utT0GtBC3mZnMxGvrJaDq/oovSx+zmoZQhqF7AoyvfOMrtmZwF4tgWH7gHoZb6lzgJQ3CsbhCgE7DS1WlLuoR24Q+GBZ63bE32Us4Nga06OVInOCter2aPaBVod3q4SzHi+sFaLcHdHOB1LgQfkfPBQFasc/iHaKNm6fpqeBb5wFdH9+xk8f8LzmXAC0+lwVo8UIg+cOPpwDditzcEd1JFx3Nj4hPievj0cfqbaYBV3XxDj7z8QnsV4y9VYDWOKkYPaA1ThCRHtCvvueF5VtuvpfWH0ob7GHzzHfGeITg8P7wLZYl72WaHjHXngDjK9/4iq0Z3MUiGJYfuIfhljoXeEmDcCyuEKDT8FJVqV0n62JA07V4QUfTUHERZFikWT0eDOEqvpzRGZ3QzVPROzlWgGaxm5n4644bp7ZZ53Hdkc68IOYKwdEI0DSEHzh7TXTyhV2ionp2s45nu4hFxyHfYcH3NviOnTzmf8nFCdDtmDR5RnHx2vkLhvRhPHoBmiRvaJdX1/yAeJW4Ph69zN5kInBVF+3gMx+fwH7F2BvnSkOsY52obJrPLfOwt8NIX7Z4x4rmA3d/94SAtCnkhqPNyrpbaJ/p5Kh874v+pOXoyDLfngDjK9/4iq0Z3MUiGJYfuIfhljoXeEmDcCyuEKDT8FJVqayTaT1oNReC6NLJC0NR9NWJ1uNCSgxdob+IrxOEx2NnIgHq4k6sv6/rtej5+v+3dz8vklyHHcDfrjC2g42TtJTIQYEsCRM5whehg1dEewjkHDYih0jXueUmAjooEdjoIjC++bbBJ/tiVkP+AR3GQboYQTBKnIGggEKUZDVKjE1sY7QT6ld3VXV19+vuedtd9T4CYWu3ul69z7d6Zvfbb16V1/yj7y4/MbvZPuOr/ZWy7T9cVysu930IYfGQxOZxePOtNOo/AK96eGJz3f949374evj24oF6kXvYynthXt1Hq57IPu689/3mcf1f5HYooNt7Mq55OFH7gaHRBfS/d7+mxP4EwfW7rD/j8eX4qAXGM56sxpNVzJXKM0YpzTHs07jGnHWj/VAZu/b7c7+Y3mG18dJPGbZn0v87wOLvF4vFGst7J79XPvS49UDq1hyKvaTf/tPFYoWtF7L0Cva4v1+t/7vMdf6dYGPGMTeKYw4iILuDsAfuh3HfNKpcNgnt9vv7uiqgd3PP6lWdm2zpR9IbiuGHe82heuXu5gK6WVn91uIhZPXJVq+A7u+y1lzT0OqCzXs2h941z+eyZgXG4tr+JLzdL6A7225UBXV3D+gwn+vqPfFeDm+VBfTQ+esr7G1hshhjiz2gr66qk8m7tSXM/fDSU923/pjz3vebx/V/EdyugJ4/BCgs3jfV9j0vh7daF1f9BbN37vbXkvYe0L0tOBb7p4cQvvFGeOP198KtD5fvg+u3iD/j8eUYf+25HSmraSUuz8Plyf4I7Qf/vFj9ufPWd26E519fvuZ5Adz/3r3qz9/t792dFcrrHra9orh96dn5XsmdD6nD6gUti8U0ofyp0MXfOtbvAb1+BXQ9qY1bfq37u8xH4da3lrcsLM+8w98JvL8O9/7ad2TZ7Su42+u57+aW+lVySSO8r6sCOk0ukzpr1E1W/8Gpv1p5UhCZTEbeeQQdlXMeFKOepRzHE5+sxpNVzJXKM0YpzTHs07jGnJV9jNK4j5HxePOT3WGy434Y902jymWT0G6/v6+rAno396xete9NlhXWBCYr7wmEGDEFOUcgjeAQOY4gpPoSZTWerGKuVJ4xSmmOYZ/GNeas7GOUxn3MUWS88ifaxm2b+uqPIrvUkzzC83M/wlBCsDVKolj2vd8V0ImCmdJp973JpmSRw1zknUPKvilPJWXv1/EkKavxZBVzpfKMUUpzDPs0rjFnZR+jNO5jjiLj/nNr6p+0HX7I+ri9r/PqjyK765zQSM7F/TiDkkuaXPZ1VUCnyWVSZ933JpsURgaTkXcGIftUeDIhe7+OJ0pZjSermCuVZ4xSmmPYp3GNOSv7GKVxH3MUGS89OL39cMriOTp/FcIrL4b7t4vnfjR7cNcPDf9+47/m+UT1A93Lx0z2Vlu3t5OsHhDZPFmkfb7FwyzL0drnO2D8R5HdAed/qKG5H0p+/bhySZPLvq4K6DS5TOqs+95kk8LIYDLyziBkBfRkQvZ+HU+UshpPVjFXKs8YpTTHsE/jGnNW9jFK4z7mKDLeWEAXD3JvF8J1+fzVd8LV394uAygfGvmj4sHtL4Une+criuW/u3U/vPa13sMd2w+aD8WDrT8If331WqjO2PxTvea9730U7v9lUWEvj32oO+AosjvU5A84LvcD4q8ZWi5pctnXVQGdJpdJnXXfm2xSGBlMRt4ZhKyAnkzI3q/jiVJW48kq5krlGaOU5hj2aVxjzso+RmncxxxFxoNbcLwXvvvh/fDSU1Xh+8ErV+G1r9XWZXHcK4tbZfKt79wI3/yDpjBu5VOM861bVUld/3JRXJfHvvB2ePF3Xw7Pvtsapzhm4DXlr90O4Z2lsvrR3gtHkd2jnfJRjMb9KGJYugi5pMllX1cFdJpcJnXWfW+ySWFkMBl5ZxCyAnoyIXu/jidKWY0nq5grlWeMUppj2KdxjTkr+xilcR9zFBnXez4vJP+8Lp+LXxkooAcL4GKl8jfDrQ+/HcIrXw737y4X0N0tNlqjNaubW9tzNFtzlK85e7FTWlfbeAytln6098JRZPdop3wUo3E/ihgU0I8ohn3vdwX0IwpqzMPse5ONee45Xru880hdztPIWY7jyVFW48kq5krlGaOU5hj2aVxjzso+RmncxxxFxmtXFKddAT2YXl1El6uhw/KqaSugx33P73v1R/Ge2XcSE3y9XNKEuq+rAjpNLpM667432aQwMpiMvDMI2QroyYTs/TqeKGU1nqxirlSeMUppjmGfxjXmrOxjlMZ9zFFkvG0BHfr7Mnf3gA7lwwSfnW+RMd8D+qli5fLANhtLETarqe+Hl8q9oduvsQf0uO/4/a/+KN4z+09jcmeQS5pI93VVQKfJZVJn3fcmmxRGBpORdwZodQ0yAAAapklEQVQhK6AnE7L363iilNV4soq5UnnGKKU5hn0a15izso9RGvcxR5Hx1gV0YV6V0H/T8P9F/QDC+r/LhxK+Xv9H+/da22w0L32jWel8e3620GzBUR7Tf803Fg8/PGT6R5HdIQEONDb3A8FvGFYuaXLZ11UBnSaXSZ1135tsUhgZTEbeGYSsgJ5MyN6v44lSVuPJKuZK5RmjlOYY9mlcY87KPkZp3MfIeLz5ye4w2XE/jPumUeWySWi339/XVQG9m3tWr9r3JssKawKTlfcEQoyYgpwjkEZwiBxHEFJ9ibIaT1YxVyrPGKU0x7BP4xpzVvYxSuM+RsbjzU92h8mO+2HcN40ql01Cu/3+vq4K6N3cs3rVvjdZVlgTmKy8JxBixBTkHIE0gkPkOIKQFNDjCWmLK/Xe2wLrmg9lf82gW5yO/RZYIz1UxiMNzk83Hiw475mD0a8dWC5pctnXVQGdJpdJnXXfm2xSGBlMRt4ZhOwPqZMJ2ft1PFHKajxZxVypPGOU0hzDPo1rzFnZxyiN+xgZjzc/2R0mO+6Hcd80qlw2Ce32+/u6KqB3c8/qVfveZFlhTWCy8p5AiBFTkHME0ggOkeMIQqovUVbjySrmSuUZo5TmGPZpXGPOyj5GadzHyHi8+cnuMNlxP4z7plHlsklot9/f13X0BfRubF5FgAABAgQIECBAgAABAgQIECBAgAABAjECV1dXMYcNHjPqAnrnWXshAQ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mggM4zd7MmQIAAAQIECBAgQIAAAQIECBAgQIBAcgEFdHJiAxAgQIAAAQIECBAgQIAAAQIECBAgQCBPAQV0nrmbNQECBAgQIECAAAECBAgQIECAAAECBJILKKCTExuAAAECBAgQIECAAAECBAgQIECAAAECeQoooPPM3awJECBAgAABAgQIECBAgAABAgQIECCQXEABnZzYAAQIECBAgAABAgQIECBAgAABAgQIEMhTQAGdZ+5mTYAAAQIECBAgQIAAAQIECBAgQIAAgeQCCujkxAYgQIAAAQIECBAgQIAAAQIECBAgQIBAngIK6DxzN2sCBAgQIECAAAECBAgQIECAAAECBAgkF1BAJyc2AAECBAgQIECAAAECBAgQIECAAAECBPIUUEDnmbtZEyBAgAABAgQIECBAgAABAgQIECBAILmAAjo5sQEIECBAgAABAgQIECBAgAABAgQIECCQp4ACOs/czZoAAQIECBAgQIAAAQIECBAgQIAAAQLJBRTQyYkNQIAAAQIECBAgQIAAAQIECBAgQIAAgTwFFNB55m7WBAgQIECAAAECBAgQIECAAAECBAgQSC6ggE5ObAACBAgQIECAAAECBAgQIECAAAECBAjkKaCAzjN3syZAgAABAgQIECBAgAABAgQIECBAgEByAQV0cmIDECBAgAABAgQIECBAgAABAgQIECBAIE8BBXSeuZs1AQIECBAgQIAAAQIECBAgQIAAAQIEkgsooJMTG4AAAQIECBAgQIAAAQIECBAgQIAAAQJ5Ciig88zdrAkQIECAAAECBAgQIECAAAECBAgQIJBcQAGdnNgABAgQIECAAAECBAgQIECAAAECBAgQyFNAAZ1n7mZNgAABAgQIECBAgAABAgQIECBAgACB5AIK6OTEBiBAgAABAgQIECBAgAABAgQIECBAgECeAgroPHM3awIECBAgQIAAAQIECBAgQIAAAQIECCQXUEAnJzYAAQIECBAgQIAAAQIECBAgQIAAAQIE8hRQQOeZu1kTIECAAAECBAgQIECAAAECBAgQIEAguYACOjmxAQgQIECAAAECBAgQIECAAAECBAgQIJCngAI6z9zNmgABAgQIECBAgAABAgQIECBAgAABAskFFNDJiQ1AgAABAgQIECBAgAABAgQIECBAgACBPAUU0HnmbtYECBAgQIAAAQIECBAgQIAAAQIECBBILqCATk5sAAIECBAgQIAAAQIECBAgQIAAAQIECOQpoIDOM3ezJkCAAAECBAgQIECAAAECBAgQIECAQHIBBXRyYgMQIECAAAECBAgQIECAAAECBAgQIEAgTwEFdJ65mzUBAgQIECBAgAABAgQIECBAgAABAgSSCyigkxMbgAABAgQIECBAgAABAgQIECBAgAABAnkKKKDzzN2sCRAgQIAAAQIECBAgQIAAAQIECBAgkFxAAZ2c2AAECBAgQIAAAQIECBAgQIAAAQIECBDIU0ABnWfuZk2AAAECBAgQIECAAAECBAgQIECAAIHkAgro5MQGIECAAAECBAgQIECAAAECBAgQIECAQJ4CCug8czdrAgQIECBAgAABAgQIECBAgAABAgQIJBdQQCcnNgABAgQIECBAgAABAgQIECBAgAABAgTyFFBA55m7WRMgQIAAAQIECBAgQIAAAQIECBAgQCC5gAI6ObEBCBAgQIAAAQIECBAgQIAAAQIECBAgkKeAAjrP3M2aAAECBAgQIECAAAECBAgQIECAAAECyQUU0MmJDUCAAAECBAgQIECAAAECBAgQIECAAIE8BRTQeeZu1gQIECBAgAABAgQIECBAgAABAgQIEEguoIBOTmwAAgQIECBAgAABAgQIECBAgAABAgQI5Clw0AL644f/Gk6eeC7cvPFYnvpmTYAAAQIECBAgQIAAAQIECBAgQIAAgYkKPLz6NFw8+GF4/Obvh8ce260DvvHJJ59c7eLz6aefhp9c/Uf4zS/8VviNzz+5yym8hgABAgQIECBAgAABAgQIECBAgAABAgSOVOB/fv6f4ZOf/Xf40o3fefQF9MOHD8MvfvWz8NObH4Xf/uLvhS997gkroY/0RnFZBAgQIECAAAECBAgQIECAAAECBAgQiBUoVj7/5BcPwn/99N/CFx9+OXzuM18IN2/ejH1557idV0BfXV2FYhX0Lz/9v/DLm/8bfhV+Hq7CToupd7pwLyJAgAABAgQIECBAgAABAgQIECBAgACB6xe4EW6Ez4TPh88+/PXw2cd+rVz9fOPGjZ0G2rmALkZrSuiiiC7+f/GvfwgQIECAAAECBAgQIECAAAECBAgQIEBgvAJF2Vz8WxTP+5TPhcBeBXRTQiufx3szuXICBAgQIECAAAECBAgQIECAAAECBAj0BZoSeteVz8359i6gRUOAAAECBAgQIECAAAECBAgQIECAAAECBIYEFNDuCwIECBAgQIAAAQIECBAgQIAAAQIECBBIIqCATsLqpAQIECBAgAABAgQIECBAgAABAgQIECCggHYPECBAgAABAgQIECBAgAABAgQIECBAgEASAQV0ElYnJUCAAAECBAgQIECAAAECBAgQIECAAAEFtHuAAAECBAgQIECAAAECBAgQIECAAAECBJIIKKCTsDopAQIECBAgQIAAAQIECBAgQIAAAQIEQggXZ+HNsxDuvno3nGQIooDOMHRTJkCAAAECBAgQIECAAAECBLYRuAhnb56Fi/5Lnr4bXv2zzXXS5Tv3wr1/eiacnt4Os22GbR1bnuMHs2sssC7Du/fuhff/6DScPr/rVa2ezPVf745wj+Rl12d58fdvhrMfNxc9C3dOT8PtTjzVWOdPLO698jUP7qy/v8oC9HLgfNcBVL0/Ll/o30vbulTnCXdfDXeX3lbt92Djsmrc65hT7xylX/8rwMmG9+Pi+u48uBfe/8rQvBJc6+W74d6983BZnrp1D7XmMOtl1f0atfz1rn/8tletgN5WzPEECBAgQIAAAQIECBAgQIBApgLbFmoVkwJ66rfLbvdFV2XoHEOF7I4F9EEi2NZldQHdfg9dFoV7iPvw59qmvVTgx8ztERbkrYmWH0jUPgu3WThvyv1ZUVC/H56pP9yoPiy6DGE28CHGNX1woYC+tjvRiQgQIECAAAECBAgQIECAAIFpCwyUTp2VkYvVhvNSJ8zCydMhXDyoV0B3VieGcNKs9uycZ3llZWdF8apzhO7Kxfm556HU5WWxNHJ2Ek7CRbisV0AvrjeEZrVjVV6FMLu8DJflau/QWgneusb2tderwqvzhTCbXYbLcrym3GpdQ3Fd81Xk3V9fXnFZl3mzWXm+YmXwyb/UxVlx+vmKzmGDoflV2yJcVtcYngvPhR+GD5oV4fMtE+6Ey2LFcbWcdHgePcvOKuYV816a38VZuPfxnXD6hxfz1avVMZfh7F6xcrlZPb++gA5lZrMy24u2+7xIvBvCWWvle2triFlTRLY8198Dzf3bLlpDtUJ76R5r/XrHsZXX0yfh5McXgyugm/upuyJ8Me7dcNa9356+E+48OK+vY1GsDmZTG5w8fREuytXnAyubl4rYXrk8+HWgdczj5/UK9NX+obP6vb6Gzj26YZX7wBff+er4ctimdG4V/eEsvHn+ZLjzxHk4X1pFf30FugJ62t8ZzY4AAQIECBAgQIAAAQIECBC4NoF+Ad1dsTlfbViWPedhVpbLdWEYivLoJFy0t73ol5ytbRX6l7wooKtCdL51xlKBuHqbjqESOxQlZ1l6LpdTdz6uSuSm9Nu4svJk4dF5bVisuCxL4/l2JL0ibO0WEXVR2RTWZQm/6pp7BiuOLUrLYluFpqhfrBbt5dSE0Sohq/K7Hqf+QKC0LIvGZq/f1v0yLyD7W2pUJy/GPn/8NBRuxf8utqAoznEeZqfN3sERBXSTWele34flXKstOBYZtOYZeQ8Mb63SL4IHXNrbvLQcZ//Q2j6kLnGXPzipjNrl8bycr7f+aAro8l69bG030rr3ql9flU1zH6woXYe24Jh/uLDi68Bpteq43Jqklf+gf9unvp/Krx+9e3SbL2XNhy6l1Yp8m/tsaBuX69xGRwG9TXKOJUCAAAECBAgQIECAAAECBDIW6BXQnWKz9aCx0yfDef9H3MvStfVj8MUet+3Xl+VYs8fs8t6/izLomfB+e5/cgXJ1fpa1+7z2y9Hu/rZFaVWWevOyuLdyubwLTsLd3lybm2Oo7C4KtWf+ub19Qtuzt0J2aX/t3vYMA4Vgu5TsGJTl3/L8umVxWXFWexC/cCdc/mBgi4JyclU23SJ9MY+uWV2altshzBYrg4vT9OcXvQK6fc5qo+ThDwZuh9lSkdnsAT0wz879V6W4fA8sjLr32OV8D+ihe6b5sKS9Cr1xLAvo+XYa6/aAXnzZqYroYoVw9V4oCt6qgK6L7/YD/1rvj25mLbevvN8qptcV0N09tOfuf3zZ2dJi8cDBxfW1C+jbs+H7rHrd4j4ti/iygB5+eOGikF/1ExOXi/ts1Ycw9V7bywV0zBYj8d8KFNDxVo4kQIAAAQIECBAgQIAAAQIEshYYXgHdPHwtdgX0/AFy7aJs7jpc/PRXQK8/x/C+03EroBcB9/eubhedrTqw9eC4XhHbWyFcFNDVyuhmhfKKwnHQpXdsv/wfuC+7eSwK5fmhA+PMS71mdWv7mOgV0E1RuaLEi8592KdbFnZXRHcyW1lAt1YTN/Nc4blu//L+/sJLRfCqleE7rIBeKtnLe2i7ArqzMnrW/wCmKXm3LKDLbStaK52fn7X2fB9eAV08VHLpPmv7L61cHy6gV34provs7jYvrXuptwf0/EOM9hYc7Xtn83NWN35XUEBvJHIAAQIECBAgQIAAAQIECBAgQKAQ2LQH9GIlYtwe0IuVzp29aQf2oF29B3RrtfTQCspOeRS3B3SzX3O1n3C9d3V5A6zYY7o9bl1olq8dKKDnW5LUeyrPS7Levtar9oAOzZ7ZzcMdi4enFf90CuPeKtKTupAfPLZX7i0Vb605z2blftidrVUG9tPuZNnZMuQ8zLeS7q1Ob95f3ftgeSV8dVx/NXrvvmsyW1NAV6vvm21i6rO29oBeeQ8M3mMxe0BXq6TLZDqOcXtAD997K7b+WLECulP8FtfRZNP5QGCLLTjq1fDFeburl5s8hvaArrdgWfJvZzor9yUPxX7knS1dYr4KD/ykwsB7o//+WloBHfEBT8zVNMcooLfRciwBAgQIECBAgAABAgQIECBAgAABAgQIRAsooKOpHEiAAAECBAgQIECAAAECBAgQIECAAAEC2wgooLfRciwBAgQIECBAgAABAgQIECBAgAABAgQIRAsooKOpHEiAAAECBAgQIECAAAECBAgQIECAAAEC2wgooLfRciwBAgQIECBAgAABAgQIECBAgAABAgQIRAsooKOpHEiAAAECBAgQIECAAAECBAgQIECAAAEC2wgooLfRciwBAgQIECBAgAABAgQIECBAgAABAgQIRAsooKOpHEiAAAECBAgQIECAAAECBAgQIECAAAEC2wgooLfRciwBAgQIECBAgAABAgQIECBAgAABAgQIRAv8P5FAKzMk22akAAAAAElFTkSuQmCC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O" dirty="0"/>
          </a:p>
        </p:txBody>
      </p:sp>
      <p:sp>
        <p:nvSpPr>
          <p:cNvPr id="5" name="4 Rectángulo"/>
          <p:cNvSpPr/>
          <p:nvPr/>
        </p:nvSpPr>
        <p:spPr>
          <a:xfrm>
            <a:off x="7755127" y="1835788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0" name="9 Grupo"/>
          <p:cNvGrpSpPr/>
          <p:nvPr/>
        </p:nvGrpSpPr>
        <p:grpSpPr>
          <a:xfrm flipH="1">
            <a:off x="4552529" y="1751011"/>
            <a:ext cx="2558809" cy="2034606"/>
            <a:chOff x="5729176" y="1775902"/>
            <a:chExt cx="1191284" cy="1140874"/>
          </a:xfrm>
        </p:grpSpPr>
        <p:cxnSp>
          <p:nvCxnSpPr>
            <p:cNvPr id="11" name="10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2" name="11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683880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B6847A44-61C8-44A8-A6ED-A2F8378638CB}"/>
</file>

<file path=customXml/itemProps2.xml><?xml version="1.0" encoding="utf-8"?>
<ds:datastoreItem xmlns:ds="http://schemas.openxmlformats.org/officeDocument/2006/customXml" ds:itemID="{7F316649-B5C8-4F80-BAAA-03336E6B6744}"/>
</file>

<file path=customXml/itemProps3.xml><?xml version="1.0" encoding="utf-8"?>
<ds:datastoreItem xmlns:ds="http://schemas.openxmlformats.org/officeDocument/2006/customXml" ds:itemID="{2EC41E7A-8DA1-4273-B5ED-92C54F40F877}"/>
</file>

<file path=docProps/app.xml><?xml version="1.0" encoding="utf-8"?>
<Properties xmlns="http://schemas.openxmlformats.org/officeDocument/2006/extended-properties" xmlns:vt="http://schemas.openxmlformats.org/officeDocument/2006/docPropsVTypes">
  <TotalTime>1830</TotalTime>
  <Words>138</Words>
  <Application>Microsoft Office PowerPoint</Application>
  <PresentationFormat>Presentación en pantalla (4:3)</PresentationFormat>
  <Paragraphs>17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Ing. Andrea Pastori R.</dc:creator>
  <cp:lastModifiedBy>Andrea Pastori Rojas</cp:lastModifiedBy>
  <cp:revision>45</cp:revision>
  <dcterms:created xsi:type="dcterms:W3CDTF">2017-01-26T20:10:20Z</dcterms:created>
  <dcterms:modified xsi:type="dcterms:W3CDTF">2018-02-27T20:25:16Z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