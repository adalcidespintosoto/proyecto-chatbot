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9" r:id="rId2"/>
    <p:sldId id="271" r:id="rId3"/>
    <p:sldId id="272" r:id="rId4"/>
    <p:sldId id="273" r:id="rId5"/>
    <p:sldId id="261" r:id="rId6"/>
    <p:sldId id="274" r:id="rId7"/>
    <p:sldId id="275" r:id="rId8"/>
    <p:sldId id="268" r:id="rId9"/>
    <p:sldId id="276" r:id="rId10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4" autoAdjust="0"/>
    <p:restoredTop sz="98090" autoAdjust="0"/>
  </p:normalViewPr>
  <p:slideViewPr>
    <p:cSldViewPr snapToGrid="0" snapToObjects="1" showGuides="1">
      <p:cViewPr varScale="1">
        <p:scale>
          <a:sx n="95" d="100"/>
          <a:sy n="95" d="100"/>
        </p:scale>
        <p:origin x="-88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17/04/2018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4FC2F0-45E8-461B-87BF-1D692BC061F3}" type="slidenum">
              <a:rPr lang="es-CO" smtClean="0"/>
              <a:t>1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87313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17/04/2018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17/04/2018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17/04/2018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17/04/2018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17/04/2018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17/04/2018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CONFIGURACIÓN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DE EVALUACIONES - BIENESTAR</a:t>
            </a:r>
            <a: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/>
            </a:r>
            <a:br>
              <a:rPr lang="es-CO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</a:b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5103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171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32465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49" y="2046526"/>
            <a:ext cx="8377953" cy="41399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«Bienestar</a:t>
            </a:r>
            <a:r>
              <a:rPr lang="es-CO" sz="1600" dirty="0" smtClean="0"/>
              <a:t>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008935" y="3269494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046864" y="1504791"/>
            <a:ext cx="500442" cy="2188196"/>
            <a:chOff x="570624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890295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0624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45891" y="2118430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799124" y="2270881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" name="AutoShape 2" descr="data:image/png;base64,iVBORw0KGgoAAAANSUhEUgAABVYAAAKjCAYAAAD2wVQ2AAAgAElEQVR4Xuy9C7iUVdnHfYMHEEExFUFS2Gl4StRETAgxMklTSRE1A3xB9PP1bJepJVCJ5iE+j9nrqxxelfxMRUNNxIwUA00wFfNE2gYNQRRFRURF9nf918z9zHrWrOc0M3vPzN7/57q42MysZx1+a80w+zf3ule7pqamJuFFAiRAAiRAAiRAAiRAAiRAAiRAAiRAAiRAAiRAAiSQmkA7itXUrFiQBEiABEiABEiABEiABEiABEiABEiABEiABEiABAwBilUuBBIgARIgARIgARIgARIgARIgARIgARIgARIgARLISIBiNSMwFicBEiABEiABEiABEiABEiABEiABEiABEiABEiABilWuARIgARIgARIgARIgARIgARIgARIgARIgARIgARLISIBiNSMwFicBEiABEiABEiABEiABEiABEiABEmh9BO677z459thjW9/AOCISIIFmI0Cx2mxoWTEJkAAJkAAJkAAJkAAJkAAJkAAJkEC9EKBYrZeZYj9JoHYIUKzWzlywJyRAAiRAAiTQZgk89dRTstNOO8lXv/rVNsuAAycBEiABEiABEqguAYrV6vJn6yRQjwQoVutx1thnEiABEmgGArfeequceuqpzVAzqySBeAL33HOP3HzzzXL//ffLVlttRVwkQAIkQAIkQAIkUBUCFKtVwc5GSaCuCVCs1vX0sfMkQAIkUDkCFKuVY8mashGYM2eOHHTQQZSq2bCxNAmQAAmQAAmQQIUJVFusfvHFF/L555/Lhg0bzJ8vv/xSNm7cKE1NTWak7dq1k/bt28smm2xi/my22Way+eabm795kQAJVIcAxWp1uLNVEiABEqg5AlnFKrZujx8/Xp5//nkzlmHDhsl1110XyLHhw4fLzJkzzXMfffSRXHPNNXLHHXfImjVrpKGhQS666CIZMWKEIFrxrrvu8vI48cQTZa+99pIJEyZ4n0f9L7/8snn+8MMPl3HjxoXK/eQnP5Fly5YF/dAn0RfUO3ToUG+9Wqf95MCBA039GlEZ1e+9995bfvnLXxbVi8eOP/542XPPPc2YwQ/9sC+7DH5+8cUXi+pRpngC9995553S2NhomJ500kmCMevlqwP9QxkdB+apV69eRX2ZMmWKzJ49WyZNmmT6nIadcnv88cela9euMmrUqBALe3yoD+UnT54ss2bNCtbQBRdcELSn9U2fPj0kXcEPF9YPLxIgARIgARIgARKoFIFqiFWI1PXr15s/EKmlXJCsHTt2NH8gWnmRAAm0HAGK1ZZjzZZIgARIoKYJZBGrEKVDhgyRG2+80UQaqjiFCFTxt+2228rq1avNmCEA//Of/xjJBqEHqXj22Web+5FX86233jLlXGGmz0HgXnbZZUX80DbqGjlypGyzzTayaNGioAzaGzx4sBG52g88ib4ec8wxptxf/vIX75yoNLbbBB9IWt2urmNy5d7WW28dEpHaAAQmpCH6jHsvv/xyueqqq0Iy2C6DnyGLIYDtC/fjAssnn3xSbrvtNpOXFOM9+eSTZdCgQYHM9NWBcXz44YeheYIEfeKJJ0L5Tfv16ycffPCBzJgxw/Q5iR0k6OjRo824IKy1Pz/4wQ8C2WuPT+fnZz/7WcAAMveKK64I+oJ5OPLII420nzZtWoBBhbQtkWv6xcXOkQAJkAAJkAAJ1AWBlhSrn376qaxbt85EqLoXIlOTLo1idctBrHbq1Em22GKLpCr4PAmQQAUIUKxWACKrIAESIIHWQCCLWIXwQqShHT0JBhBeKrtssWoLNWWFOnCptNP78bctzKLasutBXyA9b7/99kBqQtJB9kE82mIVj0N+ol5EoNrRmG6d7vjGjh1rZCdkala554pViMV58+bJH//4x0BoumJVRay7vnDvD3/4Q5k7d24okhPSeL/99gvEpI876rLnBj9DyIKDRvyqJEUkq92HOHY2G+0v+jlx4sRAitr9wRzbbeo9Kqzxt8495PiFF14YRBhnZd8aXp8cAwmQAAmQAAmQQPMTaAmx+tlnn8natWtjhSqkKaJXNSWApgPQNACbbrppsP0fEtYnWZEeoEuXLtKhQ4eKgVv9wLlyqUyU64/eNqjT91jFGsxX1BJt+Pu8WK7rN1eGLDpP+lZ6UBWoLzuX2h5PBZBUpQqK1apgZ6MkQAIkUHsEsohVFXiIJER0oi8/phuxii3rp59+ugwYMMArM8sVq9jijshNlYMQfSeccILZHm+LVURiQkhC2iG3p7sdH/2Ikrko/4c//MGIwqxyzxWraAfRuwsWLPCKxygpivtUGvv6bgtLXx24FwdFaXQv5glzo+PS+iFFEYFsi9U4drvssos899xzsXlS7f6gvBsli7Y1kvWNN94I5gHpCBANqyI5K/vae7WxRyRAAiRAAq2ZAGTH0EtFJjx8vQzr1kpG+vx10m/cDBk5ZZGct28rGZNnGM0tVvEZ+pNPPgm1rNGpkKP4A4mKXKvvv/+++YPyiGrFc7rlHzu1unfvbrb+4zG9fIIV0asIKqjEVS2xWom+l1ZHbYvI7GK1NAq8K54AxSpXSM0TmPzn38lLK5ek7ufPDztLvr7DrpHl//XO6/LrR3+bur69uveRC753RuryLEgC9Uogi1jFGDU/JuQYIgohWe38mLZYRXnIsD/96U8mJ6svH6iWwd9uxCq2g7vXIYccYiJmVYJCviG9ALb3q/iFnLP7gbJIN6BiTkWhexJ9lFi1H9ft/G6/LrnkklD/9XmfWMU48fhpp51mBLUbsYpcpfb10EMPBakEXE5azpaOqM+tA9zsvKnKxxaj3/3ud02aBuSuVbGaxM6db9/rwB5fXHl9zuWNeUUKBIrVen2XYb9JgARIoD4JLL6hn4y9ParvA4sEalsXq4bX6xNkzg3DpBDXmDT3q2XWOUNlkmS9L6nebM83l1iFKEUqJvytlwpV/RvyFCJ15cqVsmrVKlNWZas7CtwDqdqnTx/p0aNHEL2qYtUVrIhwReqncg+5SharEJFjZYbp8EiZhkjPVbPk3MtEJgbrwZaVdnkRGT1NFp0jct05jdKw6ySZlF9HEkTKLrfqF5EBhfWCdTe195xQNC16kXs9zs8jzL1ev/30uXKHDJHGSydJ7pl8X93yo0fKyNtFhjzcIFPvEhny+iSZtCv62DO3XhfozETcL8XvDwIedzVKw+0z8pyk8IUFnjtC+yQycGJ+PPkvNkxrhlFfEeuxkVPmSMM0T39MW3a/paYjcLO9WmunNMVq7cwFexJBYMwd5wnkZhq52nWLLjKq/3HyzZ33ieT5jzdfkDueuVfWfPpxInNtd/qo6xLLsgAJ1DuBrGLVHi8k6913320Op9KoxShxBjmGyE9ETdr5N1GfT5ilTQUAyQpRiq31uEcPh7L7AZGJ7ffY4o4LkvfKK68sOgQpLmL1lltuMUI3q9yLEqv2tv4xY8YEIjMuYjWubc1jq9JWxahu77fTJYCB8kF5RB7jD9IMIKLV3bofx65SYhXrA+IdUcbuPED4Iu+tppFgjtV6f9dh/0mABEigPgjkxKpHkEheBi7wPVcfY2uOXlKshqniUCoEIajsdIUqSkO6IiAAn38gVJEGICqHqtaOerDNHwECX/nKV4xgxdZ/XD7BivKQqxCypV5JYtWWm2YdyDRZdGJjtFhdtVpWd9s2L+DxerpUZPwp0njEWBErOlrbPWXpUEue5l5/cw8tlqn2+FavWi3bdssrfsjIeUNkTu+pMvTShpz4FZFQX49olFPyj+ekbINMg1g9Yq4MyUehm8cfGxJ8eRDcf05f8bVnRKheRp4W6soJUslLaJuHCughMrffVGkwbedEtLJRLhPlUhm69JSccC0aj9WW1HYEbqnrstr3UaxWewbYfiIBiFVcv19WOJQm6qYf9+onZw8ekyhWb3xieur60BbFauI0sUArIJBFrELsafSgPfSoiERIN5xcb0eG+uRluWIVUhHpALC9HmkAEAWqwk+jWHEYk16QmhC87iFWUWLV3mZfKbGKvqCuf/7zn+ZDtYrQOLGqktQ+rEvHBLms8tStA0L76quvDg7gwj3KR9McIFWDHjSm9+MALeRujWOnqRfA3L4gQ/WALbs/vpysuA8RxbNnzzbpEdx50EPPEMGMtUSx2greeDgEEiABEqgDAtFiVcREnyHCTKPI6mA8zd1FitUCYRxQBamqly1V9eePP/5YXnvtNXn33Xe9eVeT5gupABCJCrG6++67J0avQq6WerBVklgNXg9WJKl5LDJiNT+6IFITX1JArIbzmtpide7BhXQUWbbCB5Hno6cZsRrKFZsXrpESGGLVGkM4CjY/Buc9wG6vSKwm8QiiUXORsD3zUbdBBGu+SVusZhpPjeaMTVrrtfo8xWqtzgz7FRCAWN15mx6yeOW/5E8rX/WSGdC1pzRs3cM8l0as/uSBX8uCNctll45byRvrPyqqE/Xhea03rVhFmoGPPwvnzNHoWfu5Lh22jExXYJfrsdUO0qNr96B/a9evlSWr3gj+3afbLtK5Y+ei/q9Ys1JWfPRO6PFSyqZtzzdubTxurL5+Lln5uhnzjlvvEJvSwR4c6nliyXz5aP1a8/Bu3XeVwX0GRr6K3HGhYBQfX9mP16+V11a+Lv165xJMxUVIR3UCzP762nw57eCTU7/aEW3tXouWPi87glfX7pFjSNtAFrGqeTAffPDBIF8qZN9RRx3ljVhVAWbnBMVjkGOQoXqVK1bRB6QDWLp0qfnWH5eKQ+QWVWFoM9Ft7/YhVj6xqifWa0RuJcUq+oN+oN+Ql4gajROrKI/nEXnrMsUhXnrolq8OCM1vfOMb3kPGkA6gd+/eJg0AeOj9L730UiI7lbYqUdFH9G3+/Pne/oDxyJEjxbeGlIFvHrBeEBl95plnUqymfXGzHAmQAAmQQFkEsorVqFQAroxxJUlBSDbIHcF2anS9eJuxL9epr92kNoOIvEWjpDG0tdmJwo3IserbZt1wlycVgL2VGSMqytXa+lIBIFL1gw8+CNaeT6riSUhVBCDgUKtyLuRR7du3r4lexWWnEXCjX5GjtZTI1USxqgOwv3CIiVgVTbNhROy35W9BxGqFxKq1td6sOSlErGYSkT6xakWIBvMW0V46sWq9BjUlgnNwlr7e9PVDsVrOK6Zy91KsVo4la2omAirtJj16o7y65m2vCIUg/c1h56aSSyrKZi1+RN78YIU3cvUH3XeXrh06y38dOCKT4Hto8RyZPG9aIG3P739CIM7w3NRn7jFjQF+P7BuO6lJ8KPfTR68344TYfWjc1ECeQiBe/dhNctOrf5VfH3iS/PiAY0PiVevQdAcohyupLNiqtP7ZvkfJ6d8+2dSL9m7+221yxfMPypm7f0cuPPRMb3s6NtSBufjWDn1Mu40frjDCO0pMo5929DAijtd8tjboy28PPjVRPKLtYx+YJJizw/sMkqeWPWfm9PbDzpcT+w/3rkqbIwrEjc1mgLK6NvDz0+8sMfOEMd989CWxMtftyPn3TjDz+PTom1KL2Vvm3SbXPvOHYG3olwngjC8CdK5LzQmcRayiLUQWXnzxxUbE4Ztvd1u9vTUc0aLY5o4y++67r0D+QQpOnz49FMUaJVZ9OVbRB+QcxTV58uRA3iFi8+CDDw6Eo/bDjuS058N3EBSEntumm0M2Kscq6rYPy9K2olIB6POQwoMGDTJjSiNWlamy9DH1iVWN3NWDo3ypEjQSVu+HrHZTCKDfLjtlgjyu6A8+4KukRXm3P7qGsCZwuWvIJ1bR/yFDhphDyRix2kz/8bJaEiABEmjDBFxxARSxYjUvDG1J6hOcuToKglQj+0RzKGo7rw+UgQsagq3IEqQbsPJVeiNki8Vkmja1rwMHiAwZXzhsq2jMHrFaPM7cVu65Ml/mW7lSi5h6mAXjbCU5VrGdH58Hfdv/IVhVsqIcPpPhgKqkrf9JL0uI0q9//euCL8pxuWLVrh/t4zNg1pyr7hZ4nbfcdnwxW/Mbx+YjSjHP0xpkzniRS33b6xedJ0asIl0AtrAHW+TjI1YLeVRTpAJwtt3rlv3YiFWrr8E2fZ9YdVIBmEjaHcPb/O0UAcH8RaYCyInVILWBpggwaQgK6QnsdAupUgEkRccmLSw+n0iAYjUREQvUCgFIpbPm3RrZnc/H/y1TV12pZ9+cJqVAVGPaT9ThCkU8B/GXFAGLKF1NfQDpd+1xk4LmIPp6/fY4SRovxvet28809yWV1TpR1hWSKnoXnnW3NzpWO+YbN/oAgf2rIy+KnBtfP1U6+hjaFUGSf2Xy942AfvysPwRP4f40uXaVTxq5ufll3zb122XR/oSHrjKCFHJ17rhpXvHsDt7m7c5v0iLWteFK57uemSmjH73W3H7f0RMixX1c/VnFqtal+S6xXdw9BMptDxGjb731lhFudoRo0rj5fDQBZbrTTjuZNAjVviA+EeGaZY51DUEo8yIBEiABEiCBahLIJlb14B1LmAaH30jhUKt8FFuDE6Xpik/dOlwUzRmSmprXNdxmkahN2aaO142eLarPFav5+m0xbOZNI/aCreB5Rt5t0vYYWlfE6nvvvRccVOVGqqpY3bhxo5GvCxcuLDtaFeghSXv27GnSN+HyiVVbruJAq+233z7jy03Xn3WbPbehw5cKUc+hyGY9EMpsR7cOrxowQSaYA6vGyPAFX8gPrO3qhUjZ8g6vGjlxgjmwqvuYgbJyp4mFg640FQBypNqHXdmHV4UEpcPBYmDfr+2Z176Rro1yipG0jdIgM2RG/vCr4DVv8xs9QSbkD8vK5YTNH8Blp1kIXpcxh1dRrGZc49mLU6xmZ8Y7qkSgrYlVjYYEbleiQfIlydIsYhVtqMx0JaUeHpYUBRknlOOWjK+fWleSdNR7EUV6/7gpQTN43E2j4OuDT5ZG9TWqrMpd3zxF1WVHnqLMsrPuTSVkUTZKrNrPuTzSvmRLFatp62c5EiABEiABEiABEqhHAkGuxIjOuyLUjeSMSg2gp3rr/UURptqeK0kjo0cLh/GkbTOyXF54NTqnkgdjjUgNUBR5GlXO87g3uq+FF8x9990nxx57bFmt4ktmRKDiipKqeHzDhg2yfPlyefHFF0vKrep2UvOsHnBAP7QsELcqV6PSAnTq1Ml8Gc6rBQkU5ZxtwbbZVLMQoFhtFqystDkItDWxelCv/eSVVa+baEhcdhRic4hV5Cj93t25yFKNytTIyjTizydWS+knROWRU04xW9uTIkmRJmKvW//L9BnRrWCGvKdR+VLddVkJsYo6VXYmRdhq+4f89gT51WHnyOkPXG629SNVQ5K41nvjxKr9GkkS777XKMVqc7xzsU4SIAESIAESIIG6IuCRHmlSAUhRxFohYjWtmI089Kko+tSNAs1Hz+2a31IdpC+IJm/naLRPRy/ckWsjSqxGC9l86oTXkTNzmIiJ/rOid7UBT8RraxCryJP6/vvvm1HGSdX27dvJF19sMPn1X3nllYqJ1R133FFyYhURq5JKriIna4cOHerqZVrXnaVYrevp83WeYrXVTWnrHVBbFKsn9R8uo2acZ3KOYqv5A6NuMAc6lSIs06wMCD8ITeRZxfZ9MIfctVMRRNUTNT9Jgs+OWIVgnPpCLmdm2m31x0wZ5z3ULM12+GqIVQhsCNVXLnhYJv/5d/Lzv99p5jYp1QLFapoVzDIkQAIkQAIkQAIkUCYBI/wK+QxRW6xY9TzvSsfISFSnq+nFalhebuvZ9p+2zcLhVdiWbV8tL1aznPBe5ixH3l5uxCq29n/++eeBWNVt//bfkKr4t4pV5NnXe8oZ1+abb27OMMjlrm8KolU3biz8bEewaluIdN1uu+3KaZr3kkCbJkCx2qanv/YGj3yef1nyN1m6ZoU55MmWa6WKVURA/uaxm8yJ8bYgrPUcq4i+xInxiMo8+o5zgkOSwKTSOVZ1Jdh5Ot+/4BETOYrIysF9BiYuFjdiVbfIZxGrL536f0EEatzhU25nICtfW/l6cHAVnoeshLyMuyotVtNEniLlAi7kgH17zUpz8BauNCIY5dJErLrpHBInL1+grUWs4kPshx9+aA6K4kUCJEACJEACJEAChoAeGGPld0wSq76Tuu0ozbjoTpt6FrGa62ejyeP67acRFVpIA4A607ZZqlh10xgUxuHkSs2QCqDexeqnn34qa9asMShskYp/t2/fPnhMxeqGDV+aswdeeOGFiohVPbwK5xjkBGouFYAtVpEeAJedGgD/xkG0W2yxBd8ESIAESiBAsVoCNN7SPASw7fz3C++T5R+u8B4GVIpYtaUkeo1cpdgq/s2d95F6Eavotx3VifyZiGDNIiyTyuqM2vlCsa0dp83bh0LFzXzU4VVgHXe5OVa1njSHQaG/jy+ZHzqoyU4PkDTuSohVm1lS6gJNrQC2eoExooTTytA0OVY14jjrK7UtiVUc+LTPPvvIVVddJePGjcuKiuVJgARIgARIgARaKwFLWA7rlhtkklh1ny+Smnm56B4Q5UrNTGI1yIE6TYY8NlYmWWkATKdTtlmyWNVDh5xDqUQfz3x4VW0sqHIiVpOiVSFXVaq2a9febNN/55135JlnnpH169eXDQD5UnGY7C677GLlVi3IVTvnKhqz5SqiXbfddtuy+8AKSKAtEqBYbYuzXkNjhmh6cPEcuXPxw4FcGtz7m3LAzvvKIX0Ghk6hzypWUfcZ946XD9Z/bOrWS/NgNrdY9W3vhhTTSNS4afCVQzSvRjfi3iRpmPXwKu3PLx66Sq54/kHzT/fQrLg+Rx1ehbH8/LCzTAoD3+X2086xmpSzVOdw+qjrgqpVXiaJSlvAJglRVB4lYZVX0kFbqAOMZi95MnTQlj2vafoRJVa1nixpBdz5aEti9ZprrhHIVfzNiwRIgARIgARIgASUgC/Ss9wcq8GBTgtGyjSNhI3KMZrPTRpSXJ6t/uivnbvVPUArbZuli1WNip0vhbZz0apzZaDMlyEmxyrG4Ub0+qWvE+lapSVZqljFVn6IVVy+7f94LCdVIVdz0au41q5dK3/5y18E0a7lXltuuaUJHOjdu3c+UhVS1S9WfSkBIFYhWHmRAAlkI0Cxmo0XS1eIAOTXzX+7zQg8CKnv9vm27L/zPrEno5ciVrt07BwchIR2cBAUxNP3e+9vtmLf+MR0+f2yRUWjgtA7e/AYE9ma9VKxh/sg907qe4SpAkLNTW/gq1uFcN/uX5efHnpmSC7b0jNOrEJO3vnMTDlr3q2miT8ff1Wq7fwoawvHNIdW6Rg0XygiaiccdrZ8vH6t2Z5/7TN/iNyS7/ZTxaJ9kFac3FUpizJH9R1qunL1YzeZeY4bM9qFiBz96LXmHqQdOLLv0BBre27sOUXZPt13Ndv4Z74w26wfrK1JR14Ueb9yPfWeSwRfHCB/rV523Vh3N464LLYezSmLqNRhfb9vOM9d8jfzWsJ6u3XE5ZESO2ktlyNWn3rqKXOiKLYexV3Yfv/II4+YIjvttJMMHTpUttpqq8hb4uqFGMX2KffCN/W+OlFX3KX3ab1x49G69B6c/vrSSy+ZKAG3bTw3Z86coK/f//73Yzm5jJCq4Ktf/WrS9EU+r30Db189mhLBrcCXIqEUNqgXvOz249IwuCzj2IIruOMCe/RZ+UetD3uc2qcoBklrWttw5z1praEP6Ks7NpeTOydRLCq9ZkpebLyRBEiABFoBgWixGj04V2pGbcN3D7FyI1izRayKSF64zg+iQ4v7mNRmOWLVtJaPjNWWwWLUm+fK0McKYjWq3HlIBRpc9S1W8X/0J598YkYTzqeak6h2pGoucrW9KfvFF1/In/70J1m3bl3Zrx5s5cdn8d13390Sq0gFkBOsmhJAI1fRoB21iohXfPbhRQIkkI0AxWo2XixdAQK6PR9y88JDz4yVqXZzWcUq7lVJCGE1dLdBRqRBrOIkdki85hCraBfC745n7pVHlj5r2sIF+XbGoJMTpRcE5Usrl5h7hu9zeGibOx7D8w+99kTsFn1IQ0g/+4qLGnWnFQK3S4cuqU+qB+dfP/rbyNVhR5TaheL6iT68+cEKUzyq7yro7371iYAzxO55B4+JFcm+/sbxsefE7v9e3fvIkN0GphLwiDTVy55X+3E8jzov+N4ZXpY+Xii48zY9TJQ35HA5V6liFXLrpJNOMk03NjZ6pSY+bI4ZM0Yef/xxk1AfeZyef/55c8+VV14pI0aMKOp6Ur2INr388su9Qz7kkENk+vTpob4kbW966KGHjOyy6/WNx+6X3gMhduSRR4r+Wzt1zz33yMUXX2z+iXEj7xbG7eufj9GyZcsM07PPPlt++ctfljS9uO/GG2807SMiwr2GDx9u5sV3ue2Wwgb1gv0ll1wiP/nJT0wz2uadd95p5Lp9uSx9bCESR48ebdiAJS5dTw8++KD5pSJufWh72qc4BlirM2bM8Obi/e53v2vadTklrTW0j6gWd2yoD5dvnvC4zqWuy+ZaMyUtNN5EAiRAAq2EQFF0ZSsZF4eRjkCpEaurVq2SL7/8MpCqaK2w9T+XAkAEgjUnVfEHUhOfB5544omKpALYdNNNpVu3bjJo0CDZZJNNzIAhUfVPLt9qLoLV/YOyuAf38yIBEshGgGI1Gy+WrgABPXkeh/WYXyCX/E2eW7nEbNe3oxN1S7jm+IREW/HRO5E98EWXQs5But189CXmJPbfHHauTH3mHunaobP8+qiL5dk3XzCRh7heWfW6bNWxs/Tcqrvs2LV7YgRtBVCwChKoKQKlilXIMghDfCj0SVLIn2OOOcaM9bbbbguiJvE4RBEee/LJJ4uiOJPqVXGm264UJsQnhBm+cb///vsDuerKvSj4Wi+Emm886NesWbPMmOPEKqTq6aefXpTHFTJt5MiRMnjwYJk2bVrQDUi1pUuXFkm8KVOmyEUXXVSyXO3Xr58cfPDBhjMOR3CjViEVcc2cOTPoC+bm7rvvlkYvbLgAACAASURBVCuuuEKGDRsWpEwohQ0qjRKrYPzcc8+FBHgasYo+QzrPnTs3uFclI0TnG2+8UTS9vnFqoajnEJF68sknm3lx69Q8vXh+3rx5smhR8e4H1B8l3X3P6ZrxzRPK61xqCovmWjM19cbEzpAACZBACxOgWG1h4DXWXCliFVGn7733XrC9XyNWdcu/pgDA45CX+jjue/XVV+WVV16pyOFVQImo1e985zsmiAHthcVqLmrVJ1d1GrbbbjvZbLPNamxW2B0SqG0CFKu1PT+tsnd7TD4iiC7EABFheELfw+Wj9WvNqe4a3YgT6nFh2/WsxY8EwhNReYg4xPW7J2+Ta4+bZCJEe2y1Qyj61d4mjhyu2IKNrdPfuv1ME61qi1jdYp+U07M1TggigcH96XeWyAOjbkiMqG2NDJLGpBGrYLTwrLtjt+on1VXLz5ciViGzGhoa5OabbzYCCULIjbZTMeiTRbh/v/32k1GjRoUiMtPUGyVWwRgRjfi23o6SzCpWIcwgT235ibpxIABkI0RlnFjVcr48rtp3jTxUoeYTzGhTy0cJt6h1pdG1uO+HP/yhiap1I1/jhKPOnRvNm4UN+uYTqxCjH3zwQZFgTiNWo+YS906ePFkmTZpUJOpLEavouzJ0o5HBEY/98Y9/NPnMfNG3uD+LWI16Pfj60Vxrppbfo9g3EiABEmgJAhSrLUG5dtsoRaxiG/+HH37oFat2XlWNVM2lBmhv0gBAqlZSrHbs2FH69+8vPXv2NBI3SazieVyIYMWFlErI1cqLBEggPQGK1fSsWLJCBCA8Fy19vigqVLc5Y0v2hQ9eaU6+17yodtOQn8hriS39u3fd0ZTT7f2adxTRrgf89njzfO+uPWTNpx8bYYto2Yate5it5Z07dDYiVqUqBO/hfQaZfqXdUq25OiGFT+o/vO6Emx54VG5uzgotjZqsRlNQYH387rjLUqeuqMnBJHSqFLEK8YaoRkTzqcx05SCi6vCtuR0RmcQnTb1xYhX1jx071kQ1qujNKlYhypDiwE4HoGPU56LEapSMixp3nPTDPSqabVGcxFAZ4G/IYZupfW9S2xDEKr6VeRY2aMsnVvH44YcfbqJxbSmZRqwichMXpGba/LOlitUogQkuP/vZz2TcuHFmrSlnd16yiFXci4hoXwSs+3jSvJW6ZtKsK5YhARIggdZMgGK1Nc9u8thKEauQqpCrGqmKVlyJqtGqKlVVrL7++uuyePFi+eyzz5I7l6IExCpSW/Xo0aNIrEblWmWe1RRgWYQEYghQrHJ51AQBRKBCpn6w/mOTEgDXrw88Saa+8JB8a4c+gUjVn3FwDw7rQRnkG92mYxcZ2OubQW5KPTn9pVP/T/762nwjPfWwIlfM4kCpXxx8iuzfax95dtkLpu0T++e2xiL9wIOL55ifTzv4ZPM3xLCmD/jpo9ebg7CQSxV16H01ATWhE5rr9vjdBxcdklUP/W+JPuohWnEHaLVEP1qqjVLEKqQpovU0KhPCy42KTCs07XGmqTdJrLrPox/Ixzlw4MAipDjESPO82vdBnv3ud78L8oAiSvHNN9+UU089NZRT1ZVnSX1zO5CGUZJIc+u0o34xNt267kZWJtVrP18KG/QrSqxCtqN+bN9HKglI0jRiFYL7qKOOMhHFyB2L6GT8EuHma7WZJIlV1HXZZZeFMOJgLHxxgNN17UhsOxIYfVb56svJm1Ws2vJex6NzedVVVxmR62Pqe59ImtuWem9hOyRAAiRAAiRQLwRKEatIS/X5559HHFqlh1e1N6LTFqsbNmyQ5cuXy9NPP12RHKtgjFQAGtSAtjSvqi9y1c65invx780339x8biv3Ml9QuAeYlVsp7yeBGiVAsVqjE9NWuoWIz988dpORpIg6RS7U7919kYlURd5VRJfi6rpFF3PSO0QqDnY6qNd+5rT5HTp2MVv8kUdVt2jr6fQoq4cAQYb++O6fmbpwmJSKWbSJ7e+4jr7jHCNxGz9cIQ+Nmyp3PjPTtKHiFG3hUvGrc4RIxr7dv153chJi9e0P34k95KmtrMOocYLRx599kupwqtbAKqtYVQFkb5GGeLvppptC+SjTSEObX9p6k+SlT6wibUGvXr2KpmvvvfcOtsjb9+lhS7Y4RoQlZJp9WFUtilWNULVzmEK0Ifesnd4gSb5FidW0bAA7TqxC+CLfLAQpRGsasYo6NQ/s7Nmzg8O3ovLionySWPUd4IX6kPYBQh1b4/RChCqiUzQKW7fwawSrvcCyilXc6+ZS9eVeTfO6Sprb1vC+xTGQAAmQAAmQQCUJlCJWcXAVxCVEJi5bnto/2wdXqfTE54k///nPJuK13At14vMKdgRBkOJSeYqDtXwRq5pvVcumPcBq8Q39ZOztVo9HT5NF5/TNP7BYrus3V4YsOk/0kaKxPX+d9Js3RBad01NmnXOpyPjrZVgznJuFfk7tPUeuPzosi4sfR5/Hyox8R0dOWSTn7StSNE48nx+rRrebW4Lxr5ZZ5wyVSQt0xCNlWp5DqLwUHs+VzN3XODbXrnkEcvrS+QG6XJ/C/Qxayfe33DXE+0sjQLFaGjfeVQECyKH6q3lTBRGTEKuICuzXe1+TA1WjSiEtsZUfh0qhzO2HnW/uwYVt/ohSXf7hCiNhcciVRhhiazvkaOeOnUVFK+5BvbhwirpGvJ4+aLSMmnGeaQf1XHDwWHPAFVIMoL0/LJ5tUgRAskK8Dt1tkIx+9NrQQVsuDmwfn73kSVOHXppqQCNfo0541xPjfSfR3zjisth0A+ffO8GkPdDLd8I8JDNy1j6x9B8hSYz+geePDzi2aLu7e3L9fx04witk3XI6FpcPhOWvH/1t7CpC3319wU2agmHOa0+aaGa9IMohwkf1P65Ihvp44j6khfj6DrsW9cUdixZASomkuUNZ3xh9bWHO8KXBsrPujUwzENWe3Wms6dO/fXJZqQqyilWINeQZ1VPZ0R899R45VzUC1N5KnuatI229SWIVMuyOO+4IJG8aEYX+2fUiMvGMM84IpTpAVCIiGePEquYm9UUw+hikYYToA0hhN+drFFPIOeQwhbDUC6kR0Cc7V2uSfLPbLYUN2o4Tq3heI0ARkbnXXnvFso0aL+q4+uqrTfSrL1dtklhFvSpK9dAqiNXp06eHpKpG/rqSHu1us802RYdYlSJW3fXjm/vmWDNpXp8sQwIkQAIkQAKtmUApYnXlytxhyJoKwD68SnOsarSqHbWqh0thV8y7775rcq5qztOsjCFtkQYAnxUPPPBAc7svWlUjV+1oVU0FgL/Rp+7du8c0nxeHMkHm3DBMcroyJ/saJxYLzMiKArEaqV6zIgiXR/3jcpp0oN0v7+OO1Fw1S849olFO8YjhxTecK40nXi/DxC5TuH/Um+fK0KWnBJI5iNwdL3KpXac1flugqtAVtw/m33NlyMOugF4s153TKKOCuSgPG+8ujQDFamnceFcZBCDFJjx0ldk+//vjrzD5ViEtEXG64sOVstet/2UiVs8YlNt6b0sv3Ltk1RvmoKq1n601z2G7Pi7kS4Wk0npxOJXmT8XzkKqQoipmEbkKAYtLo1Ah5hCZeuuIy434c3O5anqC3xx2bmQe1mOmjDNCFaLylP4jTM7Wua/NN2kNcL1ywcPmb/QbY0GErl4QuYP7DDRjgZhDGoOz5t0aej4q3YDmS9XCENXf2W1giJ8tmRG1O6TPt6VLx85B/8AEDNzxQcbe8cy9RgDi0khfV0ii3I1PTDfc/nz8VdKn2y5e0afz+JMHfh2wR396btXdHKSlshTzA2FuX5rCQOfv9P7HmwPOkJ5h5guzg3tR36+OLLB1eaLua47+uekjBLx7uWPGmlRhi7mDxIdg980dHtMxTnr0xkDSI3ev3Rbq6fXb40wVdoS12xe3PfA/v/8JphgOZtP16+OV5aWaVaxC7EDauVvrsdW8b9++gQB0c526fdLt9SoM09abJFZdGVWKWNUt2BgTBBnSAKCfSVGVvu3c9rhV3F144YVm+3oSI99W8Li51fZxyJSbg/Tyyy8Xe0t5nHB027WZp2WDfiaJVZQBA6QDuPLKK+X000+PPBgM0Zt33XWXN2dvXF7RLGIV/dEoVI2kVd4qPZHv1p1TfNHgSt1SxKqdxgEpDnyHY1V6zWR5r2BZEiABEiABEmitBEoRqytWrIiVqnakKn52I1rfeecdWbJkibz11lvy6aefloQWKQDwGXqPPfaQLl26hKRqWLAicrWp6Hk7zyrys0ZdUVv8CxGgy0ORnzJABWw4knPk6JEyQ5yI1bcLMlQGjJSR0igNJpLVidIM6sxFlPoiUrX/6O+lMrEoYjX8uBthi756omifv07OfXOUqStdvSICgTqtQeaMbZShJkI3L5I9YhljmXtwPmIVIvUykYkheT1VGhyxGojeZoj2LWkhttGbKFbb6MRXa9iaSxXt3zHyOnl8yXw59oFJsdGfpfYVEtHO0fr06JuMREOb+++8j6z46B0j4yA+IXeP6jvUPOYTbej3jIUzBYdU7dFt1yDfqts3lZsQX+7p8Rp1iIhH+8KBWirG9PAtfR5yDxG8esWJM80rq2Xfv+CRkMTTQ5jwPASuK2htYYkyyE9ri1ONBtb6IY4xh66URDuQo+44ffNo9xnzAxmOy2ZiPw7BOGTKWJPOIap9jQBFPa6stHlCtCf10Wbmy7OqEj2KKR7fY/IRJor22uMmFSGw6/etGfeGzS/7tnnI7rse1AYmuOIiX5NeS1nEqm9rstbvPqf/dk9VR3mVV9huDWmXpd44saoRkHbkbCliFX2EwELkIg4UgvBDjssksYr7EDGKqAHfoV3ad40c1frs/trzhSjeWbNmib2tP24+ow5Awj1ZDkGC9L7xxhuDCFeXeRo2aDONWNW1gPKIfE46GMzHKk5AZxWr6IcdSau5Td1t+vY8+J4rRazqPGF9IH8sWCxaVIjOx/OVXjNJ7w98ngRIgARIgATaAoHKitX2wSFWbhoAFayaEgCffRYuXGjkaikXdvzgi1hEreJSUWrnVg3nWW0y0bGaCgDl9b4kseoTldrnsOjMydS5h86RiXKpFcmZl6y7In2ApgI4RRqPsMShFaHZcJctTwt1utv7fdxSC1D75iKpiSfD8tVIUBkpM27PJw/Iy15xRa6K1bwgDaJTLTlss8skVps76reUhdhG76FYbaMTX61hq0iDLFuy8nUT8Wdv24/rFyQUIltVINllIdmuPuriIIJVI0Ehq9zyKNu1Q2eTtxXb5u2t5FonxNXZg8eEugPheuSUU4KDsobsNrBou7lKPZ+0g7ictfjRIO+rVm7LxSixCkYqX+87ekJRtKwKQ3u8dl12ZCTGf/+4KV7Utuhzx+BrA1GcrjCshFi1mdiC15amtnC1BwPR+JXJ3w8eskVjVrGKdBUaleoTq3aUsI+rPh/VV1sgo8O+ubXH5hOreN7m5Qr1LK/1LGIVkgofAO0DfbQtX9SgHlCEaEREaCL/E8TQ+PHjZenSpcHBRVnqVckH6WRfkGFIAaCyVp+D3EMEp6YocNngACtEd7ryELIXEZ72Fvo0YlXLoB8XXHCB7LnnnkYkI+IRUaNnn312kNcVfdEUCIiEhMQDI0S2Tpw40UhVVySin4hmxB/7UkE5atSoUP1aRmWhiktlbh/chDpQDhGYdrulsEG7acQqymnf8HOUWMVziEbGurHXE6J0wRSP+wR0KWIVbWkkLaJp8csOUkC4B4ApW00/YbdfqlhVFkg5cNJJJ5n14V5Z10yW9wOWJQESIAESIIG2SKAUsepLBbDJJjmp2q5dsVzViFU7dcDatWvl2WeflX/961+ZsaOeb33rWyZaVUWtLVbtiFXkWm1qglANi1U0qnI1LhVAlKjUToeiLvN5QiFiIVZDQrYoxyrEqp2XtRA1CrEaCEerzsqLVV+ag9zI3HGb3KuvF9IhmH/LNJnTe2rxOBGx6mzV93HMFrEaEVWbefXwhkoQoFitBEXWkZqAiiFbFLqRkVGV+fKWalnUt1/3PiZHqnu4VFzn7H7Y5SDJ7Pyo+hzEpV4Qtq4wi4rAjOtDGrEK4YbIXly+qFU7H6iKYlusJglC7Z8rJW1Jp1ISW/zt9AWucCxXrEJAIx0ELjcyU4Up5kFTKvjY2gLW7l9WsWqX94lVtI2IVJX37lpGPzT/r9tPjQBG9LDK26St/FFiVfuQdH/SCzWtWNUck/Z2crduyKjFixcHUXYQdZByiH60L+RnnTRpkpGOWetVyee2ja3bP/rRj4LT0/X5pBNOITQhqlx5qKIY9apITiNW0S7KQfZByuqF6NczzzzTK8r0wClIa70g1iBi3RPvoyJwNerXl2c0eC/bZZdAPEM4+g5ughA+4YQTQu2WwgZtphWrKIu1A5EcJ1YxJ5CYEL9R68ldF6WKVTslACKQ0bc33njD+3LSFAy2jC5VrKIBRMC6OXHdhrOsmaT3AD5PAiRAAiRAAm2dQCli1T68KrzVv51XrNrRqipXkQIA+dqRxz/rtemmm8qAAQOkT58+gRy1ZWoWsYq+desWva88KhWAisJTlg71StCaF6sm92qjTCjKYYrZKJaYPoGM3KpRYvW6XSfJIt3mjyoRFXtXg1wfHPiVS2uQOmLVG1WbdeWwfKUIUKxWiiTrSUVAxRAK+3J5xlWC6L/J86Z5xakKUgjR8w4eI6+tfD3ITQopudsOu8iFD14ZyFItHyVW8XjD1j0Ehy8hVQAupAuwD6SC9HMPk7IjPnGP1nNQr/1kt+67Rh745JOhuF/FHiSpHd1oRzZqNCqE5//9/Z4gAtcWq7ZoRDnkcY26orbh231xx2n3p1SxipyoXTp0CXLRIofoSf2HB6kGskhRu392rtUsddj88XOUWHXz1mpeV52XqChUzMnSNStM9HAUc3eOfGJV8whH5b1N9cLMF0orVrPU6SsL0YRLI0TLra8e7oc01q1dboSpr/8QdDglNo4ROOKPL5KxHphUoo+QnvoLSFtaT6WumUowZx0kQAIkQAIk0JoJlCJWV69ebQ6esiNRc1v/C2LVPbzKPegK97/44otGrmY9wAo5VfH5cueddzZT46YB8B1iZUet2odXbbbZZuYL8ejLF9VZ2J4PsVrIeRqVCiAnERHhWRupALDNvzh/acDAJzGdLf52xKr38CrkWLUiV325YYvEqn3YlXN4VVLkcGt+jdbi2ChWa3FWWnGf9GT2Uk4whxSzDzuyMWkk6bd26CM4sR5iFXk+sd0flx66hJ9R9hcHn2IOsfKlFUAZ3xb3NNPi5rt07/HlBU0TsQpJaked2pGcEGtPLP2HOeQpqq4skbRRZW2xinHZB4PZUq9UsaopGlQy6wFNpx2cO8QsixSNSmmQpQ63zSixaqdZsPOkauoKN9cu6nWlq93fuLVni1XIek2N4ZP8adarW6alxGopfeM9xQQgVPHHPZyKrEiABEiABEggPYH8oTCefH/p68iVbO5f9I24uN3Xq4ERUWZuWefkb/fpmJPAC0UT6vBCcw7esctUgHtwOE4pp4I7cki7Fsk6S38j6s66rlq6fCliFV+GI+LUJ1bbt9+kKM+qlsPYVLBCbiKdEb40X7duXephQ+Dutttu5uBYCFZc5YhVHIK19dZbJ7ZftEaCtRF10FQNH15lXvuTZH5o1Nb7SkQu0xCDiEO6REbKtEXnCY6s8pcvNOqNgr200KuRU/IHW+XrstMjJE4YCzQrAYrVZsXLyitNAFuecfmEqC1Xn35nSVEZFar2tmtf2gAIvlfXvC2QtJBXKvbSjgVyFdG1f3/zeW9qAvdApbRi1ZW2SEPQY6sdzKnyGhWZRqwm5fFMK1bRn1EzzguigFUq3vnMzLIOr4J0/NGMc4PIZI2wzSJFbVFp885SB+Y7TSoAlLOZ6cFgiEId3PubohGs9vpxpastZ1Eu6gAqW6z+/LCz5Og7zolMQ5B2vdrlKFZLoVa9exCtiTysvEiABEiABEigZAJGfjXKwAUiQ7xbYNPX3CJi1US45U/VznctJysK8iK6x6VI0fTjjy6ZE01iSZFc2byAGl08pkytNoPALEQT2qztA4fCc5CpvzVeuBSxChGKz2XliFXcu379epNj9emnn05FCVIVnwUPPfRQI0NRB65yxCrq69SpU6r2K10oNmKz0o2xPhKoIAGK1QrCZFXNT0BzVvqEKMTeDh27yDvrPw5kEyTpKf1HyNtrVsqdix9OlX/VTROQtHU+adQQkDc/ebv8/O93mqLuoVBpxSrudSMxEfmr0ap4PqouO7o0KvJSx2HnDLXTCbgRqygPIThkytgQ74G9vikvrVwi00ddl4Qm1F87X61vK78tOZNyrNr3q+hEZ5pLrGq+VLSB9fOrw84xeWij8ge7h1a5oKLmyE0FEBXFnAg+ogDFaqnkeB8JkAAJkAAJ1COBqO27ubHkJMc0kXFjxZx77UQrutFX0w6dK1Nlolz/rb/JuZeJnHLoXBl7qciE24fI3NHhaLCBE+eIHjwTnJKtCCOiIv2yT8REbI6TfFRYcXRoLsrLiZbDYzvO8vSzUU5BdJmpM3/at4gU+huWs+n6HiVW7e3QJp7NCNhCqyJBhFpUf+zHwW28yKVO5J3NOjSnELoHz5V+noN1oli7jxdHtlqCOyR8SxhblV5SpYhVbONHOoByxCqG+95775l0AFG53F0kaK9jx46yyy67mPyq22yzTejwKqQUwJ8sqQCQBgDpAKpyOZGjdoRmVfrDRkkgJQGK1ZSgWKz6BCDxfr/wPnnotSdiBalGnH6/9/4yqv9xQcfnvjZf5i/7h3yw/uPI+zXqFYIWh2EhhQBE2ZG7DZYDeu0Tm5sUDSFSFdeRfYcWAVOZVo5Y9aUasCNQo8Rq0un12tmog6PwvE+s4nH7Hq3HHWPU6omKjo3KkRp3UJTdxjFTxgWRtHb0Z5JYxRrD1SOfV9cWpklC2palWDPbdOxi8qe6l9aJedP8vSizZOXrwSFWUeLYl2PVHqstkUt5xVKslkKN95AACZAACZBAnRKwt76H5GRuPOFI0HC0Yk4oNgRbXM1BLEdMEoEwhVjVn49ebmRhoyVStWxDPoJz9arVsm23Qk5HX+7BoD9JEaurVsvqbttKUFtoe78TsWr3+ehtc4fJIKfhww0y9YhJov0L99cRq6n6njJiNbLvQ2SuHfGa73fQv0BgNsgdCayLonvjUgEUsS6IeEjxojWga0ZPSrfrLnVsVXhplSJW0c13333XSMyow6uScqwilQBy7OPPZ599lnrkaG/zzTeXPfbYwxwGi638pUasoq7tt98+ddssSAIkkCNAscqVUPMEIO5+/ehvg0OZ0GGIp6j8qDogPThK/9344YrEiFX3MCuNgrUjZJED84d9v++VrBCCuHzpA1SKufIrTcSqLQdt6Wjn9ES7UXX50gh8c+d9iubejmy1I0hRMEqs4jlb3OLf5YpVux/uwVhnzbvV9DsqF6ktet0ySWIV7fbcqnswfzbrJLEad6CXDVqjrpET172iDijTcj6x6kbyzh03LRDDWV/cFKtZibE8CZAACZAACdQvASPGlp6S31pfLP9cwWmXD9+bYxCUN2I1H/mZj8IMb4P3icZwRKl4tsdnyrEaivDUXIk+sar9zJ/SHYhV63FzIvhQaRxbiHzN/axzn9T3jDlWi/o+UeQybd+z3kJi1T2AJ8y6SFpnzLFaFGkcrJ9cv0Inxvvqzjq2Kry8ShWrSAUAORolVnOHWRX+2IdXYZjLly+XhQsXmsjXUi5Emh5wwAHSs2dPc7sdpWr//OWXX+bF60b58stCRCvugZRlmqlS6POetk6AYrWtr4AaH78dMQhZN3yfw822fhzagytJrmYZHqQqroate5i/cfDVhYeeaSQVIhmXrHpDFi57IYiYRfkLDh4bik6FNHtk6bPy++OvEFtc2ie3u4cZqSxDm+9f8Ih07tg56LaO35acdj5OV/bZ0YvuNnSbJYSs20d7W7mbBxYdUnHo9lE7G3VgVNwc+CJW7X4g+tiO+nTzurrjB5sz7h1volV9B4VFiVXct+Kjd8zhaNcc/fNg7qJytfrGhL59ZfL3zVOu8NbyOnc+viiDw900ZYRv7Hb9r1zwcNANW0S792V5DVCsZqHFsiRAAiRAAiRQzwQiZJ8lNLOK1SDHqkes2tvblVpum6/2o3BQjE/a4p7IVADWNARb84Nx2Kd9lypW7Xm260jb9+hUAKGaTRTwfClI5fBJ5ZEH3zSXWC2KWM2NQ6OPffMUJVal1LFV4SVWqlhFOoD3338/OIwKEart27eTdu3CQlXFq+ZDRZTr559/Ls8884y8+eabsmHDhpJGvemmm8rOO+8s/fv3N1v50Q4uN3o1J1YhVJtMhK2mCkDZr3zlK9VLA1DSqHkTCdQGAYrV2pgH9iKCgIq3n+17VOgQIIgk5Bb15VotFaZ9sn1SHYiKnLX4UZn6wkOye9cd5eqjLpav77Cr2IJLI2Y1Uhb/vnXE5aYcLkR5Tn3mnmDLOh6zZS0kG+qHPNZ0BBd87wxzL9q5+9UnRCUt+nPhg1cW1YUUBnoP7oNYhDxUbpBwXTt0Fu2jHvB1Yv/hIQSYBz0QzCeUtbCOH2V8EZl2pbbo9fGGfDx90OiQaEY5CMwJD11l0jTgQp9x0Biu3y9bZP7GevnpoWcW3WuL56g5Voltj1nLJkXi6vjd9arz/dNHrzfziT6fss+RobnBfLtpLjA/WFuvvfOGTJ43LbTeNX8w0k64Eclp+PvGn0WsTpmSS3Mwbtw4L8q45//zn//I3XffHfkyO/74481J9zgVFX9w8j0uve+ggw4S/HGve+65xzw0YsSI0FOIIEB/8A28r7+l1ou+oc1ly5aZ9g4//HBB3+1v+rVuHVPS2FGPjlfH7wMVxQBl0afZs2cLTqjFQQYDBgwo6lck/JRPgCnmEO3g6tWrtAdvXQAAIABJREFUl5kTl/0111xjHnfnK2lO7G5gS9wjjzwie+21lwwdWpxmBeN96623vD3faaedivqUcogsRgIkQAKtm4Bn6384V6kVgYpt8hqNmI9QLC9i1UIb2qqfezxtfk/fBBVFZJr65+YP5ipVrEZErCJHaxCZG9f3dGI1vu/h0YbKtphYDa+JLGJ1+Q39ZGrvQl7dXHoFnZeYsVXhVViqWEVXIVYhRjXXqhulqv/G8xCca9askVWrVsnbb79t/oZgLedCSoBu3brJjjvuaP7G50AIXhWo9t9uRCtkLMQqLxIggewEKFazM+MdLUhAxSpE0Ul9j5B+vfeVj9evNZGjiOzD4/ZhVaV0Tet4YNQNgfRMWw+E1p3PzBRsT9ct65Cczy57QT5avzaoZrfuuxalDtAoSbetHlvtYKJkUc/Hn30SPN2lw5ZB/3Dvs2++EETLoh+IqHUv+x77OUjN11a+Hiru66MWgJC1L+2jj5PW7UuHYJePGj/K+NIUuG3hfrRlc96qY2fDWXOkuve44/D1v0+3XYyQjSob1zcdk9YRN153btz51ntRF9Y8Imqj1goed+9Pw9CtL4tYnTNnjpx00kly1VVXFclKSMyLLrpI7rzzTq8IgzA88sgjZd9995WuXbsWjWvSpEkmRxSk3OWXXx5sidL7cM9zzz1XtFVp+PDcFwIzZ84M1QnxdvHFF5sPry+88IKRtvZVSr2Qn7fddpsMGzZMvvGNb5iTYO+44w5T7YMPPmj6j0vrfuihh4xcTBq73X8d/yGHHBLqL8bx/PPPm7anTZsWPIc+HHPMMea5k08+2Ywzql++tZ/2McjhwYMHmwMSMI8QyXgMPNAu+q0XtqVdcsklgSzWx5PmxO4LWM+aNcu0t2hR7ssT+8K8Y8xYT+619957yy9/+cu0Q2M5EiABEmgzBPx5TMM5NBMjVmNzrIZTAcywt/bbUtfNF6qH10SlAvDkWLUnzUhZzfEZ5IktJRVAihyrRqwWl5tf1Pf0YtXb9980yKSfNsqEh6+XYd0w2nDkqBHi5gCqdDlWQ4IzU47VsPTOkmMVYrWksVXhFVmOWF2/fr357FUQq8URqx9//LGRqIhOxWc6yE7IWN2iX86Q0S5EKqJXIXHxmRlRrMib2rlz53x6gC9NtKorViFhcRAWLxIggewEKFazM+MdLUgAsujUey6JjUzVLfxZo1ftrf+/PurikvNSAgeE2tWP3STf7fNt78FVLYiMTZFAyQSyiFU0MnbsWHniiSfMH5WVKt0g3mzpZ3fKlY1RHY4SqyjvSkU8FiVW8TgiKufNm2dksEaEarvan7T1QtRBotoCFffig/SQIUNMdMBf/vIXU32UWFXRGjdZ7vjtsj55rYLR1y8I16VLl3qFdNYFo6LTlduQpaeffnpIqEeJ1aQ50T6B6X777Sdnnnmmkew+blHznnVcLE8CJEACbYZATLSgvZXbjTJ0IxTDOU9HyoSJjTJXJuYPr3Jzl06S+QFg6+R4POaebD+2UYaOmyHuieBpUgFIPh/qpAW5xkZOmSMN04bKJJkgc24YJkbw3Y7HF8l5bsRp0WFehQQGhdyiTtRrqr6nE6txfb/r0LlyItIE6GXLW5XRAybInPEilx5hsxax86JmyrHqkdg5mSqB5C3Oe2vNbUjahvPQ2vMSO7YqvCjLEavo7gcffBCKWsVjEKcQqitXrjRRrfgZB1SVuu0/LRYI1g4dOkiXLl3MF9Tdu3c3ghXRqbg0DQDKMVo1LVWWI4FiAhSrXBV1QQDRg4uWPm/6uvyjlSZKcY9uuS31iLScu+RvJjUATmLXC3k27Qtbp19d87bskC+Dsqf0H1FREYp++qIV6wIyO9nmCWQVqyq9ECmoUaIq93wRpQq4XLEKqYoIRjci1ifYIHr32WcfI+TQLu5xox61P2nqxZgbGhq8UZgYHyJ5b7nlFpk+fbqJ5GwusYq2bGmZxFQ5+KJHsy58cEaEhcpj+353679PrKaZE61TI1uxnsaMGWMEuR0Ri3IUq1lnkOVJgARIgARIoAUIRETDtkDLZTVRrljFdn58TkIEKn5eu3at2X2FKFUI1UpEpmYdoEayQrAiehWfzyBYkToAEa6QrviZFwmQQGkEKFZL48a7apAAtsM/vmS+vPrOG/LSyiXm8CmVr6+sel3WfPqx7LxND/NY3HbxGhwau0QCLUIgq1hFp+woRfwbEaE333xzbF7LJAmog42KWIUknTx5stn+bQtcn2BDdCnKQ6aq0HOFrN2fpHp1vE8++WSw3T9ucppLrGq9ylqjaN94ozgliPYPEcbIB+sTolkWmM4LJK3mjo263ydW08yJ1vfd737XiHG0qewbGxtDaSAoVrPMHsuSAAmQAAmQQAsRaKNiFXQhUvGZa/ny5UayIkVArVyQrIhixQ6rnj17Su/evY1o5UUCJFA6AYrV0tnxThIgARJoVQRKEasAoFGq+NmOXo2Co1JQ84Da5WxRFydWcSgR0g240bKoy86x2q9fP5MHVPNs2qJO27XlZ1K9cdvzfePNmmP1xBNPDKS0LTDtuiGIEbGLD8L333+/kYxp5GLWvsctbvC88cYbTRFE8B588MEmn657uJRPrKaZE9TrinCNFnbFPcaOX14g9e2LB1e1qrcnDoYESIAESKCeCORTJNhpCOql++VGrOo4//jHP8q7775b08NG9OoPf/jDmu5jzXbu6cul3UHj5bKnmuSSb9VsL9mxFiJAsdpCoNlM2yDw3nvvmf9A8Z/UlltsIZ98+qn5e+mbb8qWnTpJpy23DJ7fbrvt5M1ly2T77bYLyoGSXVbrUHq4B23g8S223DK4H89rW/gb5V555RXTJq5XXn5Z9thzz6D93jvvHJR/97335JN160w57Tfqti/Upc+hf/gZF9r59JNPTJ/x2LpPPgnGg59Rr5ZFn9HWzr16hepGrspRo0YFj+n48ICW17GAn7Zhj1/HgHEpC5sVmPguzBUY6fiVC8ra84Y+Y670b5TXttA3RENiDNoO2q7Hq1SxqnlVMWY732oUg7gDnPTgKtwbJ1ZxEJRGMOoBWq5c1AO27AOrfFGPrvyMqzernIwSqz6pjDFjXPhjj18Pr9JDqyAykcsUEhpSFVdLi1W0iXl/5JFHZMGCBWbe0T+IbpW9KOOK1bRzgnvtyFZdS8jvivm0o26jDq/iwVX1+C7EPpMACZAACZBAdQlUSqwiavWBBx5o9jyqpdJCXtWjjz665GjVlf/fcOlx0n1O85fJgqZLJPdJthVd/7lThu/UKBcEY1spdx5/psg1M+Wk8Jm4rWjQHEoWAhSrWWixLAkkEMB/xO+tWiWr3n1XDh48WGbiMJczzpA3ly6VhYsWSbftt5dBgwfLzb/7nTk9W0/Rvul//kfO/O//lsfnzTNRaDhkBtfhhx9uBKlexx57rKCNPfbYw/w59+yzZfiIEXLA/vvL/3vNNab+7+Oel182ku+TTz6RZUuXyvgJE8x9L7/0khxx+OFG7uJ51IGfZ8+eLaNHj5bbb79dDkHk2eGHB23OmT3b/LzqvfeMREW02cOzZ8uee+0l6M8tN98cPIZyGDfqg7BEf8ACZSEbweP6fJSbNnDZpEmmf3pBYC569lnTd7SHnIraPv7GeIYfd1xo/IhW22uPPYzghHDFfaedfroZMwTpS6+8YrjiWrhwoRxwwAHmZ4wf/Xxk9mzZrls3w13L6c+YT8wZtoj/YuJEuXfmTNOWSlQ8j3vR35dfftnUDS71eJUqVjHWNGJPmVQiFYDKR/sArXPPPdc0oRGreA6Rnb5LZSye8/Unql6VrrasdetHZKUKz0qnAtD23ahNCEcczuXmj7X7FlfGPsBL78EvBFkuPVDr7LPPDiKEXbGadk7Q7i677GJkre+yUzFkWXtZxsOyJEACJEACJEACbY9ApcQqyL355psm/34tXthltHM+KCVr/56a1E4GTDxWfv9WWCyax1/8vay4+yTpnrXSuiq/Ulb+p7t0p1Stq1lrzs5SrDYnXdbd5gioWF27bp0RluvWrpV+/fsb0de4bJmRbioMUeall16SAw84QPDzssZG2b5bNyM4IRYhQSEQISlV9tliFXAhaDt17ixXXHGF/GPRIiMQETmp8hXtQt5CZiIyFOJv4vjxsvDZZ03kK6IuISJn3nuvafdXl14qnTt1MuUhPPEYpCPqxD0QmPgZz6lYVTGK+hc984wZQ+PSpdLQu7cRq7ggHjGed1etMkL5m/36BWvDFat4Qg+n0XGjnxgH6sYFLvb4VWaiLrSNC+IMogntIsJUZSr4P/744/KDH/zAlINchbzut//+RixjXLhw3+n//d9GikNW/X3hQtlrr71MBC6EN+qGVIVoxgXZ3Kt3b1P31KlT63Lt16NYtQ/QUugQq7ptHJLP3Z4OSW4fvuQTq1H16vb0qDyyeI0NGjQoyDNbabGKMeo2fFsuphG+WKvYsu8e/oQ6MV68H9mXymv7MR2Pm6dWy7iS0xarWeZEI1vB+atfDX9qHTlypHkf0vQOFKt1+XbDTpMACZAACZBATRKopFjFAP/973+Xnd++0qCQGutrX/taSdXmIlWlSKqayrA9/pqGnFjNb5W3Gylsm39KLm83V4Y8JTIgv51+yJ/bydzvLRA5aICMv3SBNE0QubzdABlvVRB3v70d342mLdyHSNMe8uN7rEpHqAh2n7Oib+2IVfPzj8WO1T32zhUy80c5lQy5HIwDDwT1l4SbN9UJAYrVOpkodrM+CEC2vfryy0ZWdttuOyMx/ud//1eOGz5cli5bZp5DJCUk5JZbbmkiGyEDEeUJCbpz795GpGK7Ox6D0IPI06hNyFBcKmePPe44eXbhQtn/gAPMPWgDbaIutIELMgWRsCoAUSfE4JNPPGGeh6C49777TBt77rlnUJ9uZ0cEKYQjpCHKYAy777mnEbO4ID1Rp0ZtYlx2H7XviPA8fOhQmT1nTiii0ydWwRGCF8K5d69eRu7iZ0SKInIWF8aIvqMshK8+D17bbb+9YaHl7NQGqO+JefPMWDAGjBNjwv2YJ7SFC2wxbpMCIT9X+KCl7MET9SpHRLUi+hV126kN6mPl5npZj2IV/VYJh5+xbR5iVaMn3YOO7PIqJqMiaH314n7N6Tl37tzQIUp4TiNd9VCt5hCrEJRDhgwxhw7YW+KxJvGYvRVf1x+iVfHlRFykbdq1ikhSXy5d7Zctb22xmmVO4g7acg/qolhNO3MsRwIkQAIkQAIkkESg0mIV7SFyFZ/ZNmzYkNR8sz6P7f+QqqVGqqJzRlrePzw+KjUvH79p5x81ovUfeSELsaoCNZc4IBcFa8vMlbLyq90Lka+h7fjF9wfgTLmZMlyjaa12G6a7EbV5mbr3Almx6+TQuELRt0HbQ2RuuwHyD0ukijPW8DgK9TdNaHUJEpp1rdZb5RSr9TZj7C8JtDICbo7VVja8uhpOvYpVFZrY9q9iFZKxb9++Mm3aNO8cQA4OGzbMRG/GpSbQretaLyrTnLLbbLONyXWKSGZIxVtuucVELNvRrFlzrKJ+PcArLp+r1nvJJZcIpCkuRMseddRRgn5ddNFFJtIzql/lLEyNjgUTHLaFdsAE40YKDTvPri1W084JxrPPPvuYqPNx48YVddWNCqZYLWc2eS8JkAAJkAAJkIBNoDnEKupHiiWz4y0fJNLS1BFMgi+/8dmsnCu9WLXkpvkAbQtPiNHJ0mClEoCQnLxrIfIz6GMo8lXTDxTfXxhT9HNGegqiYQuSM3jse3ML0bYuoJBYDfdbJCd5JS+R3XEYXq9fEGqzHP68tzYJUKzW5rywVyRAAiTQ4gTKEau6LVv/jus8xNiECRPEPqjKVx4C76677gpypsbdB4E4ZswYwYFFkHHIt3raaacVpQHQdiAt//nPfxrxmrZee2xoD//GB2RExeKCqD311FODw6fwmFu3/juOj3Jxx+/egzHMnz9fpk+fHkTOuv3q2rWrDB48uKhf5S4uiF2sF81hi3YwfkhRe+s+pCfkK9IKpJ2TE044wUjq66+/vigNgPYbwvsb3/iGaS/L2it33LyfBEiABEiABEigdRNoLrGq1PAZCp9BW/LCZyZfiqdS+hArVo0EFVnwVoNMdrbL59qKFqNeIYnDsUxaAIhQW5jGiVW042zrz9eRiyb1jFrbcLb5BykEKFZLWSpt6h6K1TY13RwsCZAACUQTKEeskisJkAAJkAAJkAAJkAAJ1DuB5har4PP222/Ls88+KytXrmxWXN27d5f9999fdtxxx4q1k5hjNRCrTsRqqAfJEatFEawJEa/RA8xJ1safNAnyuLoRq5H3FeVVbZQLmpAKgBGrFVtMragiitVWNJkcCgmQAAmUQ4BitRx6vJcESIAESIAESIAESKDeCbSEWFVGONgKh4dWWrBCqCJVVakHVCXNYS7yU6NPC6WD/KL5iFWxcpGGI13TidUBL+rBUpqDNTkVQE78flMWNF0iZsO/lQPViFU7j2uwjX+FNFzTQ368dyFNQKiejDlW7ZQGTAWQtJpax/MUq61jHjkKEiABEiibAMVq2QhZAQmQAAmQAAmQAAmQQB0TaEmxqphWrVolb7zxhslVv3bt2pLode7cWXr37i04R6Bbt24l1ZHlppx4vM+5xZKtodyoIjKiIEnD2/pzVRTnWA1v57/sqbz8FNTTIFOLIkddwVv497GB4HVSBIhIsN0/L1nHB7dZYymKXv2x2CMv1F88DorVLKuqfstSrNbv3LHnJEACJFBRAhSrFcXJykiABEiABEiABEiABOqMQDXEqo0Ih1y988475rCrNWvWGNG6fv162bBhgym26aabSseOHQUiFTnucRjVDjvsUPahVHU2TewuCdQUAYrVmpoOdoYESIAEqkeAYrV67NkyCZAACZAACZAACZBA9QlUW6xWnwB7QAIkkJUAxWpWYixPAiRAAiRAAiRAAiRAAiRAAiRAAiTQ6ghQrLa6KeWASKDZCVCsNjtiNkACJEACJEACJEACJEACJEACJEACJFDrBChWa32G2D8SqD0CFKu1NyfsEQmQAAmQAAmQAAmQAAmQAAmQAAmQQAsToFhtYeBsjgRaAQGK1VYwiRwCCZAACZAACZAACZAACZAACZAACZAACZAACZBAyxKgWG1Z3myNBEiABEiABEiABEiABEiABEiABEiABEiABEigFRCgWG0Fk8ghkAAJkAAJkAAJkAAJkAAJkAAJkAAJkAAJkAAJtCwBitWW5c3WSIAESIAESIAESIAESIAESIAESIAESIAESIAEWgEBitVWMIkcAgmQAAmQAAmQAAmQAAmQAAmQAAmQAAmQAAmQQMsSaLfuoR81tWyTbI0ESIAESIAESIAESKDVEWgnIsGnSvwj5kp4OnxncuF2yUVEJFWhQtORxTHI9lm7mCsfYlShFRD0M358YJT+Q78zvqiupkWatlzaRYOBpK3TW85/c7p15HYybUcS5ttUk6KuFEVMPRkYZRp3yWsYN0Z0PtWY0uHJ/KrKNPikOUw7kHw9sSytutJWm2Gtp+UUrrJC7+tp13piJ3WRt0v10kmsznmDzvaemfJ9Ie1cBtVlvsEzTM//WckwiktU7LVSiTGlfL8sZZwl3YP/M9P/D+tvopa4tLa+ZPgPsaT5F2n34RVlr4ASm+ZtJEACJEACJEACJEACrYZAls/hWcqmAJTp9720bactl+X3uyx1phi3KZKyznZpf+9LWw5tpyrbrshDpx1auJw10LSeILKcRxw3iRhGSVdRnSknIKles4hT1JWiSFBPqrIi8a8fp5KUdXqsTPSCSVtnUC5h4aWtD8RTvzCSJhCVbZKikFUksp/OIks7nqJyqCeiTynrrLpYTexn/nWTWC7N1DijTfX+FrWsIzqUts6guxUZWPGXgWlwuGXa11BfsvznFzvWSo0Jr7PWJFYrMZ7UHxISVmOa/5iTFnTaDw1J9UQ/3+6jyWWvgNJb550kQAIkQAIkQAIkQAL1TyCLbEr9+VYLxv/i09Qk0j7xc3e+rrRtx5ZzZEVZdaa9OWKJBLfH15OOUf73wvYxMsbuRqquN4k0ta+AWHUaS9W2jsdl5x9fNkZaZ9qOJLzEg8YTfslP1Vy2tR4/7hK5Fw034rWcajz5ylKudfObbeL7Qa7OpqYmaZ/85pHu/dmAzCBWE99j8oNIOx5vuYjXcso6w8USbkpZZ25+UhROUSQnstqLNFXiyxtntKn+X4l7j/F/eZN2beZXaPrFHLtKU76nx9WR+g0y6eVSgb4E4fjlStFUiyxpQPlFkOG1762xkn1J+QYYObJKzJF5h63A+q1EHZXqS/xSaNd0LcVqilcLi5AACZAACZAACZAACcQRyPI7TpayaahnqS9txFDs7ybWk1k+93v7maXzHhjB7Qn1pG3GlEsZrZKqzvYi7QCp3KvE9AtF8x3zS2NJayMVBDV5IhsjWJiw0RS/ECc2Zy3IxLL5OYkt5zyZts6i6c5HFrqPZ6kv7VpPO4/oS6Wi8Az2lK+bxN/znQGkZeQtFxOx2vSliGzM8MKs0HtMJrGa9N6RX1dpGcWOtsS17m07YhFm7meK94TEGayQKMu0NSSuU5UYU5YXeVJfktZYIuDoyPA0twZlMi+OiNorUU85c7RRZOO6NP+5pKRTifGYN/sKRBVHd7ndvmfvUomVlBIKi5EACZAACZAACZAACZBAWgKV+kCdtj2rXIs13TINpW4lbUH8BpG2bAn4i2+pVGP+jmcaTildQaqBzTeRzbt1kqYoudqyQAuISxlPRea01Eoq1+GKuaJMC6jUcZdyXxSrL+XzDjvJxk23yShX0/dBW/5oY3uzsjc0tZN1X+Ln9Ppho7SXz2SzFnplpO9XegqllqzcGs/1oJbGVioT3lfrBJqaNsqm7TvJJtudZcnVWu91ef3bctP20gHfH8u4vfkqK48l7yYBEiABEiABEiABEiABEqgbAlX49QdNdthUNtupizR9WYX262Zu6rijNTmt/k61a/pSvuj0dZHNuokIIldr9apJqLUKi/0igSoT2CibtOsknbpfLE0b11a5Ly3TPLJkmO/VNj3tG3y3ahnmbIUESIAESIAESIAESIAESKANEjD5PDtsKh16dolOB9AGuXDIVSLQtEE+22JX+XKz7aVdpnQAVeovmyUBEqh5Ak1NX8pm7beUTjtc2GbEqk4KxWrNL092kARIgARIgARIgARIgARIoJ4JUKzW8+y1wr5TrLbCSeWQSKC6BChWq8ufrZMACZAACZAACZAACZAACZBAqyVAsdpqp7Y+B0axWp/zxl6TQA0ToFit4clh10iABEiABEiABEiABEiABEignglQrNbz7LXCvlOstsJJ5ZBIoLoEKFary5+tkwAJkAAJkAAJkAAJkAAJkECrJUCx2mqntj4HRrFan/PGXpNADROgWK3hyWHXSIAESIAESIAESIAESIAESKCeCVCs1vPstcK+U6y2wknlkEigugQoVqvLn62TAAmQAAmQAAmQAAmQAAmQQKslQLHaaqe2PgdGsVqf88Zek0ANE6BYreHJYddIgARIgARIgARIgARIgARIoJ4JUKzW8+y1wr5TrLbCSeWQSKC6BChWq8ufrZMACZAACZAACZAACZAACZBAqyVAsdpqp7Y+B0axWp/zxl6TQA0ToFit4clh10iABEiABEiABEiABEiABEignglQrNbz7LXCvlOstsJJ5ZBIoLoEKFary5+tkwAJkAAJkAAJkAAJkAAJkECrJUCx2mqntj4HRrFan/PGXpNADROgWK3hyWHXSIAESIAESIAESIAESIAESKCeCVCs1vPstcK+U6y2wknlkEigugQoVqvLn62TAAmQAAmQAAmQAAmQAAmQQKslQLHaaqe2PgdGsVqf88Zek0ANE6BYreHJYddIgARIgARIgARIgARIgARIoJ4JUKzW8+y1wr5TrLbCSeWQSKC6BNq0WH3//febqoufrZMACZAACZAACZAACZAACZAACZAACZAACZAACZBAfRFoR7FaXxPG3pIACZAACZAACZAACZAACZAACZAACZAACZAACVSfAMVq9eeAPSABEiABEiABEiABEiABEiABEiABEiABEiABEqgzAhSrdTZh7C4JkAAJkAAJkAAJkAAJkAAJkAAJkAAJkAAJkED1CVCsVn8O2AMSIAESIAESIAESIAESIAESIAESIAESIAESIIE6I0CxWmcTxu6SAAmQAAmQAAmQAAmQAAmQAAmQAAmQAAmQAAlUnwDFavXngD0gARIgARIgARIgARIgARIgARIgARIgARIgARKoMwIUq3U2YewuCZAACZAACZAACZAACZAACZAACZAACZAACZBA9QlQrFZ/DtgDEiABEiABEiABEiABEiABEiABEiABEiABEiCBOiNAsVpnE8bukgAJkAAJkAAJkAAJkAAJkAAJkAAJkAAJkAAJVJ9ARcTq+o0fyadNH8rnG9dJkzRVf1TsAQmQAAmQAAmQAAmQAAmQAAmQAAmQAAmQAAmQAAlYBNpJO9m8fSfZot3W0rH9VmWzKVusfrxxlbyxeqlc++j98viri+TTLz4ru1OsgARIgARIgARIgARIgARIgARIgARIgARIgARIgAQqSWCLzTrIkD36y7nfGya7bNtburTvVlb1ZYlVRKq+uvpVGXbDJRSqZU0DbyYBEiABEiABEiABEiABEiABEiABEiABEiABEmgJAhCss865XHbfdveyIlfLEqsffPmWnHfX72T2i/NbYsxsgwRIgARIgARIgARIgARIgARIgARIgARIgARIgATKJvCDvoPkmhNOl2022ankusoSq+988Zr0v/QsRquWjJ83kgAJkAAJkAAJkAAJkAAJkAAJkAAJkAAJkAAJtDQBRK0+M/G3ssNmu5XcdFlideUXr0rfCaeV3DhvJAESIAESIAESIAEl6pwhAAAgAElEQVQSIAESIAESIAESIAESIAESIIFqEFg86RbpvtnuJTdNsVoyOt5IAiRAAiRAAiRAAiRAAiRAAiRAAiRAAiRAAiRQrwQoVut15thvEiABEiABEiABEiABEiABEiABEiABEiABEiCBqhGomljduHGjrPpyCVMBVG3q2TAJkAAJkAAJkAAJkAAJkAAJkAAJkAAJkAAJkECpBCBWu23SR9q3b19SFSWnAvjiiy9ktbxBsVoSdt5EAiRAAiRAAiRAAiRAAiRAAiRAAiRAAiRAAiRQTQIQq9vKLrLZZpuV1I2SxGpTU5OsX79ePtx0GcVqSdh5EwmQAAmQAAmQAAmQAAmQAAmQAAmQAAmQAAmQQDUJQKxuvaGXdOzYUdq1a5e5KyWL1U8++UTWdvgPxWpm5LyBBEiABEiABEiABEiABEiABEiABEiABEiABEig2gQgVjt/9lXZcsstKVarPRlsnwRIgARIgARIgARIgARIgARIgARIgARIgARIoD4IVE2srl27Vj7puLwCEau/khf/91jZ3eW97u9y4fnj5FrzeK6MLNhb9r6tPiYmXS/ra1zn/2SBXL3Ty9a85Ed58iz5YsDXZM1rk2X7ayo/QZHtpoPMUlUi4J+3/Os99PoupYP19dopZYRlrftDp8i7I/aU5+4ZIIc9ltz6Lb96UcbIfbLZL36RXLg5SmTsb3N0gXWSAAmQAAmQAAmQAAmQAAmQAAm0PQIQq1uu7ymdO3du2YjVyojVvGRZ6f5C7z6eRaKcLI9ee4Hs91bzSL7KLrEs46psy6lqc2RHtCj7nqxIKXBStesUKkswldIg76kIAd+8QeAd82ElXps1/tqpAMGy1n1GUZlJrJovUkSm/z/D5LSSx+m8T2fsb8nN8kYSIAESIAESIAESIAESIAESIAESsAi0CrHqi0TN9It+aElQrFbsFZJGdhx6spz/2G35yOKKtRyqqCzB1DxdYq0pCBTP28ly/qG3ybUpIihTVN/qi9Tsum8OsdrqZ5MDJAESIAESIAESIAESIAESIAESqEUCrUKsdk/cQm5Hp+XE6Xc6WdMRRLw6aQWiHhcJbVtXiTtdjpUx3VHvx/JXRGD2zG1xF/l3cXRWfvu7vSheTUhVYNox9Wsbf5YeI6wUB0ZkHihdrUoz1bnu7zL9rT1lzNZ/Drb0GjmzWxerRmssce0540M/pm3rpgIoTuNgpwMo5ioiSVvA3T6tvE8u/PB7VgqC+DbdF6nKqb9+dKB8J2Bvz6eurftEBhwruwf9SzG2oD606qyROLYp5rnkeYt4lwqvPbe/nnQcThR5/P0ikjhvIkV1WGtB58ms3/x6NWt/ub4m8q/JQMqGI1Yz909ECq+tuPcUF2iu3aL3LPN62T73vuERx5n756z7PfJb9VO/R4W+FHHWeH5IvteqSQVQ9N5WYB9el7nHlw7KpRHI9U3LephGvbaw1p7sGaQumN0X71nvOu+5+fo+yu9uKPP1VYv/mbNPJEACJEACJEACJEACJEACJEACLU+gzsWqhH6Jj5aIBYny1NdelDFbFedfLYgON2LVk24gLw60PZUegWhQsWDk0r9zIlesNj2RnDnh4MqAwoLItWHLt4J4sAWSWJI5V6ckyBqPKM1LseL7822asSyXsa4gcuVQbCqA9FyLBJbKEff1kpclNoNA8hgpk+vz7rb0c+bSK1Z362KJdJsBcviqVCyWrVHtmDUYmsu8NNR16RlHYS5yMj0k5hzuZc+bA8EXOWrWtJkHyeU4DonUsDyMv/8XgVSNnrdxYsRgiFl4/QTCTvuh4iwv46LuR7R7efORF4Ox7ylhoOa1HCrvzH8m/ln4WV8IZXqP8qzxPN+V+S+Dgh0CRnAeKPo4hlL03uZErOr7p/3+XbzjwBXSMakAJCfT7T6ouDeP5WW7/70y+fXV8v9Ns0USIAESIAESIAESIAESIAESIIFaJVD/YtUiG4rq8oieQKI4h6yE8zb6xWo4wswT7eYRK5qiINWW3IRt897UBrYUzMuCYpkQfQCNr077MZ/sLYwlJynDaRjAxcqXmkKsFt9fqDNSQEUdkuNlmCCDEw42i2dQEKtx6yO3RB2574whtEYcaWVuD8bmRCkHdRe4+9ZbpnlL8W4VX19yOo3i8brrNCywjRj1ycg8x+J5cvpQtP0863w4/bPWmkZc2gc3xeaCLVqn2fO9ls8v3GbRmvFErCa+B2IurMjRIPLW1LW93K85VX1i1Zlb3xIMv1/F51h139sSeWV4faV4ebAICZAACZAACZAACZAACZAACZBAGyHQqsRqYc6cbZ+OPLMFrEaZnn/oyXLtYziRPiJi1bMgQhGrIVGWIC3ydRVv13a3Kxca9YpVW8AFW57djmar0/QpnwqguH/5ur1bcgtbeIM8mJUQqx4JHnn6eIScLgjafMRqzFy6T8VLyoJYjRPEacRqqF3PNuXc88rY3npfzD1tn3cP1ZmUvzRqa7ZPsPvePWO2difOm0aseuq1o6t3elkuPB9zgqs8sVo8H9FiFQIx/j3F7XdS35qJX5b3KG8qgL1lb7xFmsvz5ZLWH1q/GsltrS+fWPV+WRKXYiLh8KpQGykOuvKMN9vro418YuAwSYAESIAESIAESIAESIAESIAEQgTqW6zGHYISei46IkzlYSFfYJqI1fAqitq2GhWxWhCW7jb8bNGlIbnhi1hNWOw+WVssVqPTE4SrV3FmidwaEatudGVyTt7CyNJKyuYQq6Ho48i5LOae3Ge7Ms+8hdqyhKgVBR4fseqrX0S894+TayPEqj0OX8Sq3UpUuoH93pos219zWz5liH0SfXzEalaxWtSXUPqI4skrGltUFHZeEJuc0OXyaymxGhquJ41AolgtCNXIPK6uOI+LAjbvjdZ7q2+9Re4YSHp98BMFCZAACZAACZAACZAACZAACZBAWybQxsRq7oChsATL5wAMot1SiFXnl/CsYtW3xb2w1Tvm8BpXvngiVkMyLuH07VJSAQT3/Htf+WKALarwMoqPDAvLL5/sjomCy79KvZG7+gpOjHz05IVNSMGQNhVAuWI1MRWAzuUCkTEJ3GPF6vPby9VJ8+YRY66MTp8K4Gvew5oSt2ZLOO9osVgNr7VKi9XE/sVuHXffU3z/xdgHQlnpM4qK+g+7Suyfj18LiNXwQXE6GOe1niRWfakwdDzBGJKjUPVLoqI+xYnVpe/Kd3onvK+15U8MHDsJkAAJkAAJkAAJkAAJkAAJkECIQCsQq1+zTucujC182JNzqnUo/6p7GFFEKgDrBHJXjJYkVn0H8QRbvYtXadrDq7oGY3PTIaSoU7fwhg6v6lLgawsPwSnmDvv888GhMCkiVuMOkkoSv0Ujcts3rjfXT7EPr4qZS7fOqIjmwmFk0YK43MOrvHNphHY891yf7UPLrDVuxGrCvHnEqm8sIaaRh1flxGr0/RqxeqAkH15lRUP7DuwqJxVAmYeJhQ/vct9T/P/rBOkDrPVYXDL6kLcc/wz8WkqsugfmuQfEpRSrxYdLdbGidpPFqn5ZJeu6yMrnrTQGnveJ4DVjxGqW1wc/UZAACZAACZAACZAACZAACZAACbRlAvUtVoMTp7t45rD4lHYTVejNRWqX1VOs7V/inVx/jgjJKlbR2dBBW4L275PeOGm9U0JO1O6Fob66wInAdXNzhmRXgtzB0+v+Ln/96ED5jiVg3Dyr9snd3hysPmndSYycnbbtArk6JL+KcyhGb/3N9T82YhUFXAbr/i7T39pTxgTtxs+lV6zu9HKOS8A+Ym0F+SdRS4qxWXMpZg0Mk9O0AzFzmczdWsPBgAr1p7k/zMEZC+Y4f/p7V1tY2zd5RGsuZ2V+S3vo/oIc7KpliubNfc2EXyflRKwib2j49YhOJMyH5Na0yTnqzYnr3O97+eWFo73m/a/SJP7J/EzEbwuIVRzgVcxSJDxGHU9uDn2Hf7lMzf2rj819SeJ88WP+7Ts0K0ij4JkLz5zpfGZ/fbTljxAcOwmQAAmQAAmQAAmQAAmQAAm0bQJ1L1bb9vRVevTJUa6VbrHW6/Ntq6/1PrN/dULAyL3t5X5bqNdJ19lNEiABEiABEiABEiABEiABEiABEiABEYrVtrwKnO3Uum3ejkpty3gwdorVtr4Cmm/8idHXzdc0ayYBEiABEiABEiABEiABEiABEiABEqgAAYrVCkCs5yritvrX87gq1XeK1UqRZD0BAc3766YbICISIAESIAESIAESIAESIAESIAESIIG6IkCxWlfTxc6SAAmQAAmQAAmQAAmQAAmQAAmQAAmQAAmQAAnUAgGK1VqYBfaBBEiABEiABEiABEiABEiABEiABEiABEiABEigrghQrNbVdLGzJEACJEACJEACJEACJEACJEACJEACJEACJEACtUCAYrUWZoF9IAESIAESIAESIAESIAESIAESIAESIAESIAESqCsCFKt1NV3sLAmQAAmQAAmQAAmQAAmQAAmQAAmQAAmQAAmQQC0QoFithVlgH0iABEiABEiABEiABEiABEiABEiABEiABEiABOqKAMVqXU0XO0sCJEACJEACJEACJEACJEACJEACJEACJEACJFALBChWa2EW2AcSIAESIAESIAESIAESIAESIAESIAESIAESIIG6IkCxWlfTxc6SAAmQAAmQAAmQAAmQAAmQAAmQAAmQAAmQAAnUAgGK1VqYBfaBBEiABEiABEiABEiABEiABEiABEiABEiABEigrghUXazWFS12lgRIgARIgARIgARIgARIgARIgARIgARIgARIgATyBLZc31M6d+4s7dq1y8yk3fvvv9+U9a6mpiZZu3atfNJxuezR7aCst7M8CZAACZAACZAACZAACZAACZAACZAACZAACZAACVSVwCurnhKK1apOARsnARIgARIgARIgARIgARIgARIgARIgARIgARKoNwIUq/U2Y+wvCZAACZAACZAACZAACZAACZAACZAACZAACZBA1QlQrFZ9CtgBEiABEiABEiABEiABEiABEiABEiABEiABEiCBeiNAsVpvM8b+kgAJkAAJkAAJkAAJkAAJkAAJkAAJkAAJkAAJVJ0AxWrVp4AdIAESIAESIAESIAESIAESIAESIAESIAESIAESqDcCFKv1NmPsLwmQAAmQAAmQAAmQAAmQAAmQAAmQAAmQAAmQQNUJUKxWfQrYARIgARIgARIgARIgARIgARIgARIgARIgARIggXojQLFabzPG/pIACZAACZAACZAACZAACZAACZAACZAACZAACVSdAMVq1aeAHSABEiABEiABEiABEiABEiABEiABEiABEiABEqg3AhSr9TZj7C8JkAAJkAAJkAAJkAAJkAAJkAAJkAAJkAAJkEDVCVCsVn0K2AESIAESIAESIAESIAESIAESIAESIAESIAESIIF6I0CxWm8zxv6SAAmQAAmQAAmQAAmQAAmQAAmQAAmQAAmQAAlUnQDFatWngB0gARIgARIgARIgARIgARIgARIgARIgARIgARKoNwIUq/U2Y+wvCZAACZAACZAACZAACZAACZAACZAACZAACZBA1QlQrFZ9CtgBEiABEiABEiABEiABEiABEiABEiABEiABEiCBeiNAsVpvM8b+kgAJkAAJkAAJkAAJkAAJkAAJkAAJkAAJkAAJVJ0AxWrVp4AdIAESIAESIAESIAESIAESIAESIAESIAESIAESqDcCFKv1NmPsLwmQAAmQAAmQAAmQAAmQAAmQAAmQAAmQAAmQQNUJUKxWfQrYARIgARIgARIgARIgARIgARIgARIgARIgARIggXojUMdidbFc12+szIghPnLKIjlvX5HFN/STqb3nyPVHb1tv81OZ/j5/nfQbJzJt0XnStzI1emtZ/cC5MvTS+TJwYh2yXjVLzj1ikkjF+r5aZp0zVCYtGNky3B8bInNuGCa5FZ5/bYyeJovOac4Zr/RiysishdZ1pUdZH/XFv7/W5Wu8IuB1jXoqs19vZm02yoSHr5dh3cJl8f/R2NsHep8LSpr7ZzjvpW19TjD+qdLgYVqRqS2qJMdb8p8jmqeN2q019/+5xK/T2u1+5p4133hz7xlzD83+ucj0aekpLfL/uGkr9DkijzD/XiR193ki8xJokzdEznsSDfOZuVFOaebfK5K6UTvPl/f/ReQ85H83me8ZqP6OWxkG5f/eoL8D+vqT6TOjs7Zyn5ma/3epynCsZi3lrcFq9rx5225GLvw9NGcd2rpnsxZw3YvVNL/0lDrhqe+r9RdWyf3L8otsM75xVfgdt/iXldwvPo1jcyK+Ipf+MiLS7KLZ/UCWet0mDLQlf6kzXcnKrMXWdRqZU/ovzzoNzTWPpa3ndK/nFl8j3sFkeZ8qjYbeFfkB3/1iJkqs2r8kRYoKW97av0ykm5PyRlj5u0NrpOTXrPnoVidiNUs/05Yt//0lbmaLXsetTZo4667o/8hmHW/pc9eS76+F/38a5I7gC4zS+16Zd5Jqt1+ZUdRyLfUnVtO+Z1aYeuJ7RHn/P/vnIVp2ul8Elfu5v9z7QTvpy5nUIthmjffuaQ1W4EiF5zVUXZa1VYvvTeWtweYkW926LS47VvgLobI+01aXSmzrGcdVifePGqaRqWsUq5lwRRTOuAAr0WSmOlqkf/X8hr5aVq/aVrZ1IssyMXYKGwEj02SajJWxr09o1g8F4Q8zlR9LORyy3JuZWYus67QjKP9DVsm/4KTtYqZy9fx6zjTQTIV1jRZHgjvzHyFWdY6nHTpXxl7a4I9mN79UzJUhU4bI3HGTpCGImGwFc1LWazbLLz2ZpjWicC3xLv/9JRORVatldbdt8zsgMt1Zm4WT1l2zjrf0ufv/2XvveEmqMv//U9Xpxpl7505kMhOYASQJEgYQBhTFwLrmFVgFdQ1fBX+i+9IVdEE3uiuw7rqrMO4X2f2qu+iqK4pKToKAkmeYGSbnuTn0vR2qfq9T1dVdOXT37XQ/9Q/M7VMnvM9T55z61HOeUx9h1dj5okklZXvbVscQ6l1+dVrRyLmUve4IFBobudXTUbfK5gs/YdXVgchYJ1RlB0d13hu8bSkiG5NtLT7cj775jbjbtBHHpoicp+MxaMg8p5FL0NqiIXmEqFTEdlFYLTGd4cKqc1un+Yua2VB0T6USuOK2BpOXHSC2d94AfFVsAbcabinfwsth4aVZbO/Q89pXCm1wjlmIc9n+afnd+YBY63o5Nt0GXKWFArgCO7Tt6V51s+dlfpF11hswvKmsddTas+x72lZWy2Wqt/HCoAmPhS0e0FzJN2Hjb67S61hIv6/I3rx91p+Lvb/M29icHlRh66m3JnhLi/3r2H3YaFr8+NXN7LVpsLOWZ7PZc66HJtKILXxfAm689CZYtwzZPd5ux8qQtufPyZSv5Rko1DrARl2strTtVvuiaGUm0nvb9bWIbjuGF6qfXWullrzkoIeLKPE1GNj6RPNEhH5fgbUWYsLlmTD61rqFSs9Xb9M9uAE34hK7CFdcVAeNN2bShXqutoaIiLygN2VpthHrM+18Vty2iTnHW9PzD6D4u2M7nH0sKPSno49EPUy2aizYtTHxTi3/jQ9Zx3a/Z1xvg4cgakbtKqyaF+L6eO/2wmTuD23sg9Ff5S0O9X7ZiOu33VQc+0tjintoA6/5SrPjsx7Rt4AWGGqEhfirPbeF58PkjVu0kfPvM80Jev+t/H549naP1SB7so4xIeZR2zh2+W2bgA/rfXTFbn1Ltj5flWxqcSH8TZGBtuPBKgDr6wgPu67m+GJeQxiNN43DYedERzrbnOffnnLHm8J9lue8sHYxvJUC5pnwazTd7ozwUNVrr1sbxHpB73stFEDAusg+L5rHV/96+q9lnfOtzzriVsNj1Ta3iGf6fTtsc2Dl46u3PbnMq0Hl223EZx3iPy4aWxsLzy2uD15fOewz/BrJ03Yd6x77vFrFfg9cP9qsyCKshhhf7esGl/BVxnwYdsw897cu83HotZF17ee6RjPbj11I9pkvroUeysd8hV7HF0N6ibvd12zO59m6Fde5FtNt0XW+cg014P/eYFlT+far/qNj3RRUpoW1eUehbmc7bCHbSh+8xbrbFiIw4L3TGiwt7NztMjZZ1jcFKLbxx/ycG/OCsVPS+U7s9r5uC4fgY4NB61q/McduX/rzeD1W3nhTMfyi99o8eE6w7wytrr1adz/qa7PSWk5fpxZCmJTx7lpdfcX6DmB5F7O9q2h94jOf+faRMY6E1KXwwXfi0X+/q2AGhXet/f5jGoXV0lPT9MKqZ4xV2wuFW4xV7QExeRPaB3/DUBzChv2l2aTsCzHEHgvGumWjsAAp1s9YkNhEGkP8cPGk8DNg+/aQYrxNXI6/uPJOfM0Wp8aZ3jyk2oXVq3Cn/UWtyM8uJtrjlRbaWXjhNl6K7cKKOfagMYAZaSz948NF7y9zbDjrZFx8WSks0q1xVQPqWVgQlLzIXJY4li891q+aXv1jLBT6HV9nnRO9xb6MBco5H8I7H/su7rJsLy5M/uKlQFusRbM9P07FZ6ewGPdj6LYIdPzNh1lpYebs0zsLopn+3JXENl/bsQgfdiYFAddi10K0uxo7LjUv6OwLXvvXa2e+QX1rFzhLz7lThDMWkuYPE8YC0feZdmyr8gqD4fKi5CLWOITVGx91iKHGs+Jov2scLZNgWhxndfZ32sW6osBpPCPOdMUXE+MZMJ4XyzhkiyNZWGx5b1uzsXHb0u8mrNo8TEovA+alvZvnqxEfO1yfuIoz5n4xtU9ffFsX6/7zFQAbw+K/bXNacUwzx4k0Pef6S14U9taxMMieLByC5lGXGNvmMUQTVk0MjfnL+oHViKnrNma72bWIv2u13dILY/TxBVWYE+9ZcXtgn+hcvNpjs77Q4424zzr3Fv8t7CpgntHrbfrg4bNGE0+bdW3nb4OR2usS37xoK9d+Brj5G7Y47vY2W/kZ42tQv2jPsc9a1u1F2X0dIdYKXqEACh///dYYZYyv/nydH6PM84BlfC/YiN3D3y7CGCwca1DbuG+tl1s/mdZXLvYZdo3kZ7u6cOhtn9Xr9zDrRx9hNWh8td1qX+sYz7pZWPUeY5zvJeYPlOHXRrY1mmNtbxPxzOuVoPniGLuXZdh1vMfuNoeA5gxbZn4vtNu293wVYs3keG+wr5FLnev2sdP41fqx1rqec1+nGfF7rWtUh+2Y11Vw7rTw4+J8N4kyd5vGJu1jc5h33tKz7NVHJU5OL2LzettYd5nfvYw1yzs/tAF3fdd73NDXMz7zpQ2MfYwurRFD2I99vejyQlhVew14NovC6t0rcXtAn7mvpd3fQ8vTV4KE1ZvwaHG+9f/I4t1HhgNDxHW+zWM16P2VwmoLCauVxFh1Tu7Wx6hoKJqXgc/hT3ZhtehhVMjP8kJtEiA17xbndgLL4FnIwjFhecTnc21ToX7ag+9bN8fy2xTTzl5vezwdu7Dq4XFYKN+tnnahwX0CtQbLd+OiLVRthzA4JldxIIQmrEatp5OD7VXIsXXO3A64HBDhHJC8vRDcxBg9/7WasNpuO2jFyjCa7VmFVRsn44VZe6HwZxgsrHo8A6Y+9LNrw7uz5NnnEuvJ4V1h9lj1mdyKIqzuveN9AIm7sOocn7z71ltY7dO9dV08F7UXq7KfaUMkczuAIsjO9V51CKs+Xij6HXZx0CaGm9tSHDf1xZuFpWt/uqSzx/2yiZvuc0C4thftuvjS4y82OZ5dt602jr+Z6xKxXua5w6Nfgu3HpUzHFkRnGtfxVhykZxdWHYfl+LXR+tITZE9u447nPOpoU8lWix6r5rq69pPNC76wS8HR7471gLivWuOL4R1k2rdw5SaEnRPd0rmKHq7PqfOgNkdcXLvXl6WTfNYYQfOM5i0Ubo3mEFYDbNC//9zWTHZP9MLc8DohrD5p2b2iWZllbLetJgofJYL6RXtRdjt4ymPy9V5HiEMw/YVV+5xmGUPLGF/9+QZ7+ZfKF/UOf9hcKHEvYLdAMQ83+wy7RvKx3aD5qXr9Hmb96COsVvyeYn32w42Z+nhT/trIPt4EzK8OYdW+7nVfX5t3CJoPVLav24LeR830DQHN7MHmmHNDzVch1kyFNZv5ufeqq3cbzCK1+24d5zjiLqzqgmKJvVuZXvN8MGMXYdVzrrMLq5W9S3rWzcsL32fNkhbC6hbzgcbW9YzuUR3+QGvv5zGE/bjW02Weq5a9BqzlrMJqtHfX6usrQcKqy25X+/teAaXfmKntDIukSxlev3Yb8dcmZvQh8SaTbnqP1UqEVY2DbUuCebuGVfCyCQKOE6B1A9Q959xWs8ZLdxni1o2PWrafBy7E7Qtss7DqW7fmEVaNLS32/hKDh/tLSKltvoKh7UUnaPHt6GmbPZV+1/tf80DwfAEyBi1nyAPLl3zbAGkWVg3nfUu9bJ5kpWfGX9QP4lR6fqJNTlGZicVz/YVVfRFvXbCZ+ylIWA3uWz9h1SxInRTpQ45zLPIUvQJEDk+hqnBqtf+zYoyf9m35JduJungr1cdYDBe+nrtV1HgGQizK7UKShzbh+LOl/g6PVbugXLrd6bXvUmIxvER44cDIxa9f3LaL6fd5zVfGnGl+5isQVm90O+vYFALCYZPWDyKGx7rm8+uzgDeeW7f5QouXW3dhtdLxpTQ2VTInBgl4YgtfNKHRfYuqM0ax7cXPOETSIk7Zw9wUjKO4Fgu3RquvsPoNW6geextcXjh3Xu2xprE9dz5rWcfKzkXMtQqUxnPm4jEadXwNeMajCquuu9Q8Q154nyQetLbzEuzM21h9hVWDk+eaECiFqHK33SBhVatLVfpdF1b914+2jjcJjX7rcbdnPRp7+9hu+8Bm/sjl2D0Y5V1MT1sULbV/uYQReupanOQ7X9yDlZtEyLVy1vF2Mcxv9eEUow1hw8HX80NgCGGsKsKqeQ3v/gEktLBqcbmdP60AACAASURBVEaCxZElaJ6fXmHVf35ylh3giWsIqvadWsb7YyXCajFkkSlsgudhqn5zfgj7mQZh1XcOqKewGllfaRZhNfj9lR6rpbF6Bgurbltg3Seqq3deUozHpaPz3q6pCaseXxQK07Yttp6/uOUmolYkrPrWzbH8bliPVTfOBpew3jnT4bHqPnGXXPj96+b2JTfgS37RI8/d48Dao2WI+l6evWG9MYRoEXAFMRML87oLq3dsxH1X2jw7fcMXhPGGsKbxFVYLY46IxyTEMEt8wEgeq4WXlK8CN9x6Lh759I3Al7w8zYJFvKL47tpHpva5xc21LYAiCasRPFYt5leRsOrmMVnK3VdYdfNONV7i3MKpGMKSyN4WEiHMx0RzmwOF1UjzVZWF1Qheds54x7YPOj4L+MB5tN7CasXji7vnY9Q5cTqEVU34CRxv3IXVUMKVaWv/LW83DjnxC6lhCwVQZ49Vv+nRGF/9+0UXcoxYfe7rTNtKoAJh1Xf8CTW+BtTFkkewx2oxN0fYCZ9Tyl1PMPdba7l7M/raZ8Aayai384W01GYtrJWnfVaz38OsH72FVb/1+LQLq1HWRpYm2Po0yH5Ce6ya4jkW5/Gw63ibsOpSJ9OKw/Iu2dgeq9UUVgtrIhF7W/MUL63Lg+b56RVWnQ4mYddh4gOJvW5udXWKz+5e00Eeq+Z3CFdNw/aoR1qbB+wSc5vvKv0Q4LfGd8yHRoxVLRRANKcgv/dQ1x3Bvu++Pjt0ROg+lzWpn/YzvR6rbvOf94edoHf+Vv99xgurN5kPcil8+TViNBkTlRBWrSe7m7c19Fm2N3rGWC0ujqKJW/rXU5cg+H6hACwxmYwvDT4xVj1fbs1CQsAgYP6qWTjEJDB2qct2/bDbuR2cTV/3nPHIrP1l9cQMERcncHuzMUw4RfLiL4VDb75xww58xjP+qzOGmfH13LKFyBITseDp4BNjtbR9PZrt+XHS6iUEoYpjrAYzKwXdN8e2Kdl1TUIBaMKH+YR2e0D+II/VQj+Znlt73/oLq8a2+5W4/I4dWGneZhwpbrLxYehG4KqNuG+TEFjNp0AXX/c8D1dyLBbDeKw6xgTnF9CgxVslMVaLz4Dbi3/oOJ+2cd+yOrDFP7J5rHouiMzptODwbtuzjHJvxsobr3U98CpQnDG30RRL0DPGqud8VWVh1ZW91xY103xUOKSsNMe4fVG3id5+82hh7jfPWYb3ixh7HVtuqx0KoOLxxfC0cl8rhJ0Tg2J5luOxqn+IDhpvSsJq6Tkv9Knp4CC3NYUQ+uyxJg2v82J8TVt/GWs7Zzz20sEXntt2fT1wnOO8cSDlBp8Yq15ipUVY9RynCh5yPmtZ+/jgWFda4ihGj7EafXwtPeORPVZdYryWDgYz4hwXXqdt5yg45i6PcdFp5y79ahwI4mGfYdZIQbbrb5/V7HfvGKue4Y9MQqPfetxTWDXFeDSPtcFjjPMDp/6chFwbec1tjl0mtliiDmHV+u5QaoMurJrXK+HX8bYYqy51Ktqwx/uq+LgUVajyjFtsOpuhslAAprFcCzVSfozVklB2O3AlcCeuhmFjQe/L0yusur9LGtx0+zC9w5jWYZ7Cqjm94Zlu2X3lboNBMVYD50s3YdW0fiq1JWyM1Yiic4CHtZu9Wucgr2fTOGR1B66uSozVSvUV87kdxrt8YQwoR1h17aPwMVYt6xBLHwS/v9JjtfTQNL2w6nl4lelEac8Od9mi4x4KoCB4mQcb8+KumI/Y+uFySrflJLdo4lYxqLdxmpsot3D6oNfp9NatLBtwvXYyufiq53LKoO/p7WUKq+IrrT0ujGBnP52xAmH1JPspdzYumhhudst3O6W6GPPPZkW+9XT3XNBMI+QiyLH91tWWdGMrnVpubCuyxzgxnZzscqqr1Uai2Z7ZG9HZn+FPvPXlEpJZcbFd7FOzXRdCcJg87xwLKFcPR+PwmDAxVgthHCzbGs1bvUxbyLy2bdvGG0ffFk9d1NmKlxVrzBqflzvP0x7dJTe3LVPWlD52bkoY2mPVMSaYx8pSey3e/uaFRUFIK20ct2+zK2xddaQTp3Lfg6Inm9dixbaFx2tstW+7tDAzj6Vmuy7Uyf3AO0M0/T42/uZ9sHzoM2Wuv6TrL7/2OMpBX3/1Z2ElLseduLNgJ6X2OWMmWU8edbEDB0NnGof3TEF8L/HT+0+L/WRh77111xGv0zLHOO3J6itva6fbPGqbs8yn9k67sGqEialkfKnSnGhdP+jW5RlCQfwYdqufLaSRq91axsgNuFy8OG8reHG5rCkcB6KEWqPpdmfx+vd5/v2FP5dW2NeVV26COGRQK0+L129db3gfkmeNYe3bLwFrWWctfdYRnjFW+xzbzu224WYLznpbn/EgvsX7xTNbOHDUHEDEYZshxxP/cdFr+6t9u6/fOsh/jRTWdmvW74HrR5sVWdZUIcZXV7HGGF82YeNvrip6XfvbhFNYdR58J/KNPrf52qqlvc53HMsp74UPyYadRlrH2z50G2s1t/HSK3RdeGH1FlzmsmayhECIGgrAI/SHM6yCz7PkYltWj3zDscF2QFPAHOjuAW4ma7WtSGNT4b3cnJt9bLfY15WX4/I77ix+KHcTfS3pTYc4Fg808lmzuIV5KtlL4V3Ca750e1ah19eYvYptc5l7nH1dLWHV3V4d63UfLsUYqyKkR4BO4fbMVU9fsYdxMb3Ll+2x6tFHbmOhSSNzDX9m0bWc3O1jmnlNFfRO0uq/N7Gw2updw/aRQOsQ6P/pzXjkrGu1OKW8GoCA/SWhAarEKkwPgWAvjekpl7mSQJFAmeON5eMecZJAFQlwXKwiTGZFAiQQkYDbB4KIWdQoueeOqxqVz2KCCbCPghnVKgWF1VqRZjkkMFMJ+MaJmqlQ6ttuTsL15V/L0ikg1JI2y3IjEHa8sabzC71BziRQGQGOi5Xx490kQAIRCLiGoVqp7U4LPokiQjnTkDTs/D0NRTPLkATYRyFB1SAZhdUaQGYRJEACJNAQBIrbO/y2XDdETVmJKhGggFAlkMwmOoHI441ti6LPScXRK8M7SKBEgOMirYEESKCWBKxhHayhxGpZj6hlUbSLSqz26dlHtWfuVSKF1cbpC9aEBEiABEiABEiABEiABEiABEiABEiABEiABEigSQhQWG2SjmI1SYAESIAESIAESIAESIAESIAESIAESIAESIAEGocAhdXG6QvWhARIgARIgARIgARIgARIgARIgARIgARIgARIoEkIUFhtko5iNUmABEiABEiABEiABEiABEiABEiABEiABEiABBqHAIXVxukL1oQESIAESIAESIAESIAESIAESIAESIAESIAESKBJCFBYbZKOYjVJgARIgARIgARIgARIgARIgARIgARIgARIgAQahwCF1cbpC9aEBEiABEiABEiABEiABEiABEiABEiABEiABEigSQhQWDV1VP9Pr8ElNz6KDTfcg1ve3jd9XfiHm3H6h4FNT12LkyoupR8/+fQluO/iaa6zo57P4ebTb8fKu2/BZfMrbkRLZPDcrafjqjvcmzLtNjUNBLXn4Tcbcc+tlyHK06Ddt/NqPPXpyq278mYJO70Kd165KUR99LS47Slce4p/yY3VxsopVZKDsPvbV9R6/Amo8eGf4JpLd+DqqoyxldBpgXurOl81Ho+GtN/Gw8QakQAJkAAJkAAJkAAJkAAJeBCY0cKqVRyxiirTKpxU9UW1EYTVWoistSijsnFCE1bhIuBpIs9NeDSUuBemDrXp81YQVqOJJjNLWK3WGBeNcRj7rkKacoXV0PeFt5UqtKa+WVRlvqrNmFUOqNrbbxXnstD2Gkym3PE+OGemIAESIAESIAESIAESIIHWJjCjhVVr19bwRbkqL6pG7ev1wlrFl8MWecY8hVXRvoK4iqp4Q9emz8t90a6WYFe5WfSj/3Af+kJ7VIcfAxqnjZVTqjSH2gtTIWpcRcHJvbTwthKito2dpCrzVW3GrHJANqT9ltOQCu8pd7yvsFjeTgIkQAIkQAIkQAIkQAJNT6DJhVXny63l5cB4ub4NuOrDd+qddc71xa3NJXEE+nbhQneKbds34MbSdmbtxdL4VSS63LSNv7DV2GwKpjLEn61bxC/HJq0+IhTAFdjx6Utw02NWO7rcbyuy4f1YrOsmbPzNVXoogGXfs9XT2l6HtTraBUsYBP2F83qsvPGmIptS3czCqvn/9Rdoc5vM2+CNcAvmuhTztLUN2IDri6EGTGWg4AFqaZCpTwL6HS7tNtuFfUt/2G38vsIqdDvZoQmrcDDSrKrY74W23rYR9334JjyqtdNon42v8IJ93w5923PBzkU+Gx9yhiXwb4ct33Oux6aL78NVIhTAl4AbhcetF2+bYVlExyqyNvLdhKsKIRd0JosLITwsDB22ZH9uAbsdXH7bJuDDeiiAK3bbwyB4e7S7hYAosXY+D77PN6zp9ToZITcCxrsA1vbn39xPTrbmscD/mTYLU05xplRnjemNK60hULR+ug8b774B+GqEsTCof/2EVTsn83htvs8znXXM1/o6YOyNZLsAfMdJe0f6tSeiTVQ0Xzn6xGfM+vRilzHQNIZXMOf627JzzVay34Bx2bN9LutA37S2j5KWtIX1waaVhXVKyDWOCHkR0Nd+XKz2JvohYG3i277CeIHSWqvpV8psAAmQAAmQAAmQAAmQAAn4EJgBwqp5C3Zhwb9a364dKhSAJlrdBLOnoSakbCu8NBzuR//8PksMSofQcCNsAqEQcS/HX1x5J752h1mkNV6ozenNveeMF1mMC3vtZ4Cbv2GpJwpinld8yf7D/eibb46eaX3h0wWjkripl2XUzV1YXfl9cY9d5LwJKwuioaPMopCxEffZYmHq5RlCjFHe1dhxqT1mpu1FzrH13tTvLv1p5nTPitut4o/2srrD1H/eT1NYYfXqnZdYGRWFFDPbq3CnSfCx2FxBfCvG1bW119pPhfoWXrq9RD29r5399ug5H8I7H/su7rKEMfB/cS4+V1Vmbdi60Yai7RtewMW+Cm8jjuf6Dl3gDius6vZie15NrDWB2xgriv1sExdNJmXvB+sz6COyFMRvq0e0f3xZh7B646Mlcb9gU+K51UV672c6rLB67SlOL3er2BN2LHRrl9sY4BJj1dQuPY6u+YNHX8GzfAeuvnslbr+0NG450hXu0+LxHqN/6PFjH9529ZjV3uOkLS63X3vOeiSwXq5ie1nzlf7M6R+OxJxinWuNf5digTu9yf3Gjehzrrstu8VONuzXf1wOap9znvZmYZ87zfNZwbaLY39IYbVgr1Fs0NhFUZybTTG199nnA8scFYUF198kQAIkQAIkQAIkQAIk0PoEZoCwKryhSgcsmcWv8MKqNQ/N063oUaIbicPDqCBEuW6vK2yt1IRVe0zOogeX26FQbttPC1ssXyeE1SctbdVkA6+4n0Xb9vaoc9xrqZuPsGppk57/jqvMBwLZvXyFeKu/rFkODrJ4nVmFVfsBQ05PZY9+18Q+W3+aOZ1/X9kHi0USVn37PeBl2lVYLbXJfUun/9Zlt7rr+azVhNV2mxe137ZRq0BSPdaOMh1blCuzEUM8i+KxqgmrjgO+bF6aEQ4AC37mrM9IkYkmrPqwdjlIzCGsWupZaoMmrPo80+GFVX08Kh10VRobnGUY4TOcbTL3k1koc44BbodX+T8Hutgk7tM/9HgfZGbKRxNW/dmHt13zuO82TtrnBZ/2eMwlfuNU+fOV7nHsfYiiRygAN29bN1uuaM4NHvuETWrCque4HNQ+82IxKOyBU1g125m1D6IIqxFt0Pxx4JTCGqYwBmjCalVYtP4imi0kARIgARIgARIgARIgAQqrxdPLrS8wQeKQYToOrzmbmFn+i2o5wuo3bNu1C7V0PTTJEFTt2+1LYkKwyGPeoqz/v+ax6naAk1YVQyiwe7+JF0IXYdXyfFYmmhXbUvCitG5rt3OyCRohD52KJKze4Tb4GH3ReMLqXW7VtYW8sDwT4rkKErE1sS886/DilLstBYnv0yGsasKfI3yH4dXnhBr8zPkJq/ZwDX7Pf0FIKYx/znHKT1i11juKsGr5KGX6cALNQ87vmTD/ZhccTb8ZNhkQY9URnkVspRbZ2O7zTOfiseo3poS3XTHu+42TbvOCS7gZ0R7XcAkhbML+IcD8ITCgj6wfGM1zi01sNARV09ga9JGg/Dm3GsJqwZPYFHbEGqrGabveLPyFVeuH2yjCqv/z7/eMi3HK/Lvuser/PHq3jwtrEiABEiABEiABEiABEphZBCisliOsmrxn3Dw7HF6xfi+q0+yx6m3Obi+b1r8FizxhhFWTx6qbZ1fRq6q+HqsGJ6tHnfhrkPdRibCvsFoQOcRWTVfPKIeI7CGg3XoZ+hrAY9VvmAz6KGFwErFSS96LwazDi1ONIqzeg5Wb3L21vTwhg5+5aB6rofrJCItSA49V/Xm6EfjSLTj3t9fgRtygbR0P9qx3Cqve3qROgbR4t5fno9F2c3xmt10JRUbBHqvmGoe33VtwmRZD2uZ96LWTwa89Hl7MgTYRZb4yMnMTsi0e5dZx1O2Do6+wWtGcWwVh9Y6NuO9Kmwe016FegSxq57Hqa4NRPVZD9/XMWkSztSRAAiRAAiRAAiRAAiTQEsJqKZZZwdPH4rVUjVAA3jFWHbHIbJ44uleHOQaj4SlanRirxgE8G3xirLoLEAVWJo8hwzvLiGFpj/dobYv95dDkseoVj9ERi9DsNeuMi6mXV26MVb9QAO7xEAUne0xMZ2xFH6naK+yCLQaqI56pEUrCTbTR4kBavYlCCas+cT+94gxa4mganqQ+MVa9tv1ahVXv2JPaIVSm+KNBrMOLU+XFWDU8sIoxVk0HLZl/K3p37bwa/jFWdWH1pkJMZ60jHTExrfYUJsaq63jnE2PVS4CMFAogSoxVH26GLd+Iq7HxN7drAquIKRr8TDiFVWvsaNsHEC+PVZeYydb4nYVQANpBcNbYypZ0IWOsGuzD264hrJqfG7fdBQUefu0p1yaizlemA+6MeJ3FMatoCy7CqrkcY4wUc7dLvc3sQ825Hh8Jyo6xqgmr5pi7Rvgfl3jJLs+4+1xm8k4uzsP2+NX6PO2/xinFBHaLseppg0HCqlv891B9zYU1CZAACZAACZAACZAACcwsAk0urNq32dpO1HXx8okcY1VsV/Y9odjllHYtTuedME4Gt24n3YDrtdPehfdLwMm7brZo39555SYUPf9cTqb2PYHcllfpNHl9C6e+rf9yXH7HnbizUBfHyfVa/FqzyOp/griVpSjHOA38cmwqHMBR2lJrD1NQ8JDVPLp8TqkP6Hdnf+oHFpkPszHaqzXbHArA5xAoaz9bO690SrwmOThPxLZsqw8KBWDa+ivq5rLl3q0u1jrYjcteJ9OzVBA6zFud/fIyC3ZurGE7mMWTta2K5YhT1u3Z1sOR7HXbcMMmbPzNVcV4wGaG9t/MbfRl7bIdO0o/bLjycuCOHaXYyZb8bOOdy6ngfs9/WGH12lP8n2m7l7cfN7O4/KjF5oOeCZsxBHH1CQXg7C97aBLdM9EZnsBsP6X6av0ZMPZGst35sM05tnHSCFtQQOLbnog2IbKMNF+Z+tC6NVzkZB6/bWPWp0+ylmMSVB8VY1phDi31ujv74vhsmnNvwI22uMfhPFZveTuc4zJKc0NQ+8wW6p/WPF/a1zAbcPmVwJ3bNuIebXdCmDVOwZM2oK+DQgGUxkPB2mVtErqv/Q83nFlLbLaWBEiABEiABEiABEhgJhBofmF1JvRSndoYbXtunSrJYkmglQn4HmbXrA13O9CuWdvCepNAdQlYPkxVN2vmRgIkQAIkQAIkQAIkQAIkMA0EKKxOA9RWyZLCaqv0JNvRtARaUVj1ik3ZtJ3EipNA+QSs86x963/5+fJOEiABEiABEiABEiABEiCB2hCgsFobzk1ZCoXVpuw2VrqVCLSUsFraPu8boqSV+o9tIYFAAoV450Y6c+iZwHuZgARIgARIgARIgARIgARIoN4EKKzWuwdYPgmQAAmQAAmQAAmQAAmQAAmQAAmQAAmQAAmQQNMRoLDadF3GCpMACZAACZAACZAACZAACZAACZAACZAACZAACdSbAIXVevcAyycBEiABEiABEiABEiABEiABEiABEiABEiABEmg6AhRWm67LWGESIAESIAESIAESIAESIAESIAESIAESIAESIIF6E6CwWu8eYPkkQAIkQAIkQAIkQAIkQAIkQAIkQAIkQAIkQAJNR4DCatN1GStMAiRAAiRAAiRAAiRAAiRAAiRAAiRAAiRAAiRQbwIUVuvdAyyfBEiABEiABEiABEiABEiABEiABEiABEiABEig6QhQWG26LmOFSYAESIAESIAESIAESIAESIAESIAESIAESIAE6k2Awmq9e4DlkwAJkAAJkAAJkAAJkAAJkAAJkAAJkAAJkAAJNB0BCqtN12WsMAmQAAmQAAmQAAmQAAmQAAmQAAmQAAmQAAmQQL0JUFitdw+wfBIgARIgARIgARIgARIgARIgARIgARIgARIggaYjQGG16bqMFSYBEiABEiABEiABEiABEiABEiABEiABEiABEqg3AQqr9e4Blk8CJEACJEACJEACJEACJEACJEACJEACJEACJNB0BCisNl2XscIkQAIkQAIkQAIkQAIkQAIkQAIkQAIkQAIkQAL1JkBhtd49wPJJgARIgARIgARIgARIgARIgARIgARIgARIgASajgCF1abrMlaYBEiABEiABEiABEiABEiABEiABEiABEiABEig3gQorNa7B1g+CZAACZAACZAACZAACZAACZAACZAACZAACZBA0xGgsNp0XcYKkwAJkAAJkAAJkAAJkAAJkAAJkAAJkAAJkAAJ1JsAhdV69wDLJwESIAESIAESIAESIAESIAESIAESIAESIAESaDoCFFabrstYYRIgARIgARIgARIgARIgARIgARIgARIgARIggXoToLBa7x5g+SRAAiRAAiRAAiRAAiRAAiRAAiRAAiRAAiRAAk1HgMJq03UZK0wCJEACJEACJEACJEACJEACJEACJEACJEACJFBvAhRW690DLL8uBJR8FumJQeRzU3UpP0yh8UQb2jv7IElymORMQwIkQAJlE1AnR5DZ/jDUzHjkPCQ5jviSUxHrW+l7b35wD3J7noKaz0YvI9mJ5KrzILXNinwvbyABEmhBAoqC9H33If2rX0HNRh9TyiGSOuMMdL7rXcgNv4DM7l9DzaXLySbyPVK8Hcllb0CuZzleOvh9jEzuiZxHOTdIUgxzO9dj/YJ3IyanysmC95AACZBAkUAul8dzL76Khx9/Dltf3Yt8XtF+SybiWLt6KS449xQct3op4vEYqZFA0xGgsNp0XcYKV4NAemIAmcnRamQ1jXlISLV1o62jdxrLYNYkQAIkACgjB5EVwmo+Ex2HJCG+8ATEF5/se29u37PIHXwRUNXIZUixJBKrzoM8a2Hke3kDCZBA6xGYfOQRjN52W1njSSU02i7eAGndYajZsUqyiXyvlOjClnkdGJjaHfneym6QsKTnHE1c5UUCJEAC5RBQFBUPPfYs7vj+rzA27v9BqquzHVe+7404/5yTIctSOcXxHhKoCwEKq3XBzkLrTWB89BBy2cl6VyOw/GSqS/Na5UUCJEAC00kgd/AlCOETqu49EPWK9a1AYuUG39uyOx5Fvn9n1Kz19JKsCbfxhceXdz/vIgESaCkCI//yL5h64omatym+chHiF8WAWL6mZU8mZGzukTCpRN9VUGlFu1NLcNaK6yrNhveTAAnMQAKDQ6O4+V/vwstbdkVq/WtPXotPfPiP0N3VHuk+JiaBehGgsFov8iy3rgQorNYVPwsnARJoIAJqbhKZLfdCTQ+VXSu5sw/J9W/yvT+z+VdQxo6UXYaU6tK9VjvmlJ0HbyQBEmgNAvUSVmPLFyJxcQyIl/cRqlz66YSMLT3ApDJRbhZl30dhtWx0vJEEZjSBQ0cG8Tc3/yf27T9aFoe1q5fgs598D3p7usu6nzeRQC0JUFitJW2W1TAE7MLq5NgQBvZuhqLU1gPBDESWY5izZB3aunqKf6bHasOYDCtCAi1JQIiq2a0PQhkvb9FrQBGiZ3LNhZ4xULUYrlvvhzpV2fZZIeAm1lwAKd7Wkv3BRpEACYQjQGE1HKdqpKKwWg2KzIMEZhaB8YlJ/N2t33d4qqaSCZx3zkl444WnY1Z3pwbl0OEB3Pfw7/Hb372EqYw1ZvYJ61bg859+H9rbGed5ZllQ87WWwmrz9RlrXAUCFFarAJFZkAAJNDcBVUVm+0NQhvZW3I6gGKgVxXC11U7uWYzksecCcrziejMDEiCB5iRAYbV2/UZhtXasWRIJtAIBEUr/zh/+Gj/75WOW5pzymtX4+FVv9/RAPdI/jG9+58cWMVaSJPzp+y/BpW84sxXQsA0tTIDCagt3LpvmTaDawurj+TxeyCt4bSyG02JyWejpsVoWNt5EAiRQJoHs7qeQP/JKdQ5/kWQklpyK2IJ1rrXJH34F2b3PAFXaFSD3LEFy1fmAxIMNyux+3kYCTU2Awmrtuo/Cau1YsyQSaAUC+w/24y//9v9CxFc1rrPPOB4fu+oytLclfZuYnszgXzf9BI//7qViukUL+/CVP/8genu6WgEP29CiBCistmjHsln+BKotrP44m8MBVcVxsoyL4jGt8CFVxc9yeQiZ9e3xGLoDBAAKq7RaEiCBWhHI7f09coc2l31YlVs94wvWI770NNcm5PY8g9yhl6vXPElCbN5aJJadXr08mRMJkEDTEKCwWruuorBaO9YsiQRagcDPfvk4vveDX1mE0euvuwJz+2aHat6hw4O46et34PARPfa/8Fr9xNWX4fUbTg51PxORQD0IUFitB3WWWXcC1RBWjb1CwQAAIABJREFUJ1TgWSWPnYqqiaiqGPgBdEoSFkgSlssSHsvpMVvfnohjLoXVuvc7K0ACJABN4Mzte7Zq3qMGU3n2YiTXXOCKOLPtwaqEHLBkLscQX3wyhKDLiwRIYGYRoLBau/6msFo71iyJBJqdQCaTw9/d+v/w3IuvFptyxXvfiLe96exITbOLs+edfRI+9dF3RMqDiUmglgQorNaSNsvyJNA/OIbntuzF0PAERFyW6b5OXTcLc2YlisVEObxqEsCjuTy2KQqCjroS3qqilMvKFFb3H5nCyzsqO+zFi6XQeXtmd+Ck45agr5dbK6bb5pg/CTQCgfzgHuR2PQE1N1X16kgdvUitf7Nze76qYurlX0CdGKx6mYglkFh8CmLz11Y/b+ZIAiTQsAQorNauayis1o41SyKBZicwODSG6//q9qK3aWdnG66/7kocu2JRpKZtfXUfvvb172Eira9Xj1uzFF/8zAd4iFUkikxcSwIUVmtJm2W5Eti5tx9PPbcDubxSM0KvO6EXfT2lGC9hhdVRVcXPc3kMFNTfXknC8bKMVxQFR1QVK2UZ62QJLyoK9ioqRIuEF+sb4jGslv1jr7qFAth7KI3nt41MK5d4TMbpJ63EiiV901oOMycBEqgvAWV4H7I7n4CaTU9LRaRkp+axKrX3WPJX00PIbH0AamZ8esqNpxBffiZivUunJX9mSgIk0HgEKKzWrk8orNaONUsigWYnMDA4ii997XYc7R/WmiK2/3/1L67GnN7uSE2z5zN/Xg9u+uLVjLMaiSIT15IAhdVa0mZZDgKZbA73P74Zg8MTNaVTjrAqHGl/nstht6JqXqivi8VwUkzWhFO3GKsv5hU8lNd9WhtZWBX1653dgQvPXodkgqds19QQWRgJ1IiAMjGA7PaHoU5Njwe81oxYAslV50GeZfVKUEYOILP9YSCfnbbWSqkuJETZHXOmrQxmTAIk0DgEKKzWri8orNaONUsigWYnMF3CarkCbbPzZP2bhwCF1ebpq5asqRBUH/jtZkxlcjVtXznC6mFVxf9mcxChAE6NyTg7ph9SJS43YfWoquKnWb1d5cZYrYXHqqhfKhnHBWet0wRWXiRAAq1FQM1NIrv1ASjj/dPbsDoKq6JhcmcfEseeCyGy8iIBEmhtAm7C6shrzkD/uW+E0tZeceOlXBY9Tz+KOY/9xpJXbPlCJC6OAfHSLquc1I7dqbcgLS+ouFyRQbtyCMumfo64WtpdkE7I2NIDTCpWR4RU9lwkc68FUPmHcVWaxFT8YWTjz1naQWG1Kt3KTEhgRhCgsDojupmNdCFAYZVmUVcCzSSsblUU3J/LQ8ipb0vEMd90GBWF1bqaEQsnARLwIKCJqtsfhjJ6ePoZ1VlYLYqrIhxBvG3628sSSIAE6kbATVg9+I4rMb6ievGWU/2HseSOWwOF1YH4iTiYPA8q/EM+hYUlQcHCzMOYk3uheIuXsNo19UFISvVCOeVjOzCR/BGF1bCdxXQkQAIWAhRWaRAzlQCF1Zna8w3S7lYWVsdVFT/L6aEA3haPodMkxLrhr1eMVVEXeqw2yAPBapBANQmoKjLbH4IytLeauXrmJTxFk2suhNQ2y5JGnRxBZuv90xuGwFSi3LMEyVXnOw/RqgkFFkICJFALAm7C6qFPfAFjqc6qFZ9Sc1hy81cChdX+7jfhkLKqaoeviuXiAnk7+kZ/GSiszsldi2y2tIOq0sYn29Lol/6FwmqlIHk/CcxQAhRWZ2jHs9mgsEojqCuBZhJWo4YCiAqWwmpUYkxPAiTgRyC7+ynkj7yCaG/7EqS2bkixBNSpcQiP17CXiK2aXLvRNXnmlfsgYq2GvYTHqZTqhJrPQp0cBSCiXIe8JAmxeWuRWHZ6yBuYjARIoNkIuAqr134ZY5KIgl+dKyUDS/7hS5bM3EIBHO19Fw5nFkItHGxaaemSJGF+8iDmDv53MSsvj9W+/GeRyVRaYun+tvYcjuAWS4YMBVA9vsyJBFqdAIXVVu9hts+LAIVV2kZdCQQJq7O627F+1SL0zO7QDomq1iXlhwG1tBKdHBvCwN7NUBTdw9TtEq/19+TyeFVRQh1eFbWubsIq5DaocrRTFO3linoPDU/g5e0HMDLqfho4PVaj9hbTk0BjE8jt/T1yhzYDaikOYGCNbYJkpNiscgyJpacjNm+1azH5I9uQ3fMU4DPGGjdqsVJN2/nLEoglGbF5ayiuBnY6E5BAcxKgsKr3G4XV5rRf1poEWpUAhdVW7Vm2K4gAhdUgQvx9WgkECasXbViPeXMqExbdGjA+egi5bMkTK4ywKvIZVVVNXBXeq+LqliQcL8ua2HpEVXGcLOOieHlbstyE1WSqC+2d1YmddWRgFPc++rJrf1JYnVYzZ+YkUFMCuUMvI7fv2VAiZrFiQlTtOxaJ5WdattDnD21Gdu/vAwVauWsekse9wXv7vQhLsOXXUMaO+LOQZCSWnIrYgnWldKqK7K4nkO9/NZr3rRxDfPHJiC9YX1P+LIwESGD6CVBYpbA6/VbGEkiABKISoLAalRjTtwoBCqut0pNN2o4gYfXSC14D4bVa7atcYVXUIwvg4Vwe4jArN//WJIBFsoTXxmJYGBBX1dyu6RZWhbfq3Q88T2G12sbE/EiggQjkB/cgt+sJqLmpSLXyikuaP7odwmMUSs4zP7FtP7HqXMjd/idiK8P7kN3xuH/d5LjmZRqbu8paXpnxYqV4CvHlZyLWuzQSDyYmARJobAIUVimsNraFsnYkMDMITA29hMHN34aa13dFKiowNilDVfS9ppKsoqtNgRxx62lQPlKsHb3rPopUz/EzAzRb2fAEKKw2fBe1dgWbUVg1emRCBZ5V8tipqBhSVUcEQDF/LJElXBSLoyPEZEJhtbVtna0jgekmILbuZ7bcCzU9FKkouWcxkseeC8hxx33ZnU8gf3Sbj6iaQlwIoXNWhCozjPCr1WfV653er0oOmVcfgTK0L1RZRiKpvQfJ4y6CEIB5kQAJtAYBCqsUVlvDktkKEmhuAlODz2PgpW9CyU3UtCFyvANzjv8/SPW+pqblsjAS8CJAYZW2UVcCzSysmsH9OJvDAVXFWlnGKlnC7/MKDhXE1l5JwlvjMS1sgN9FYbWupsjCSaDpCeQOvqSHAIgQV9Uez9QMQeQlwgp4xUXVvEEjiKpG3vmBncjtfsrbc9Xn8KlIcV+LyqqshwRYSK+GpjdyNoAECgTchNXxa76Aqd55VWMUT49j1t9eb8nP7fCq8blvxUhiHdQqnQYgQcWs7GZ0Hv3fYtleh1cta7sOUKq3s0uVB7Bn8p8tbebhVVUzKWZEAi1HgMJqy3UpG1QmAQqrZYLjbdUh0GrCqjnG6mZF0UIGiNABy2QJb4nHfZfcFFarY1PMhQRmKoHMK/dCGTkYuvm+ompAnFYplkR86WnOLfshSxchBnJ7noGa9zjOWsRHXbBeE0TtVzniqjxrIZJrLwpZOyYjARJodAJuwmr8U5+FdFz1YiqrB/cj99UbAoVVZcFFUOedB0jlxdh3DnJ5SEcehnzo3kBh9cT516E97h+GJUpfjkxtxZb+b1NYjQKNaUlgBhOgsDqDO59NtxCgsEqDqCuBVhZWBdgn83k8nVeQAvDWRBzzfbxWKazW1RRZOAk0NQERU1UcDqWmh0O1Q0p163FRO+Y40gd6lMYSSCw+BbH5a0OV5ZUof/gVZPf9AciLz08ul8/hU8rEALLbH4E6NRqqDlL7bO1wLeFly4sESKD5CVBY1fuQwmrz2zJbQALNTIDCajP3HuteTQIUVqtJk3lFJtBswqqIpfqTXB4iouql8ZJQaoQCMHusChiHVRU/y+a0Q64ujMewRpY9GVFYjWw+vIEESKBAQAiqma33Q82MBzKRUl1IrDrPXVQNOvxKjuvb6hesCywnTIIgcdXv8CldXH0Y6tRYYFFSshPJNRdCCKy8SIAEmp8AhVUKq81vxWwBCTQ/AQqrzd+HbEF1CFBYrQ5H5lImgWYTVo+qKn6azUGcj20WSr2E1X2Kil/kclAorJZpIbyNBEggDIGwwqqUaEdixZmQZy92ZBsoVFZZVDUqkDu0WY8Nq4iR1Xn5iqvD+yAO2FKz+mm0XheF1TBWxDQk0DwEKKxSWG0ea2VNSaB1CVBYbd2+ZcuiEaCwGo0XU1eZQDMKqz8pCKsbTR6oXsLqvbk8tigKOiTgsngc4iArr4seq1U2LmZHAjOIQBhhNdj702drvc+2/GpgFodk6eKq8O93EVcr8bIFQGG1Gr3EPEigcQiEEVYnp7JIT+agqGpgxcXyrC0ZR0d7spi23Bir+byC8XQG2Zz4rB58JeIyOtuTiMUKu5rU8mOsTqQzmMzkEKLJkCUJ7W1xtKUSxUoyxmpwfzEFCZBAiQCFVVoDCegEKKzSEupKoNmE1ZcVBQ9ooQCAE2Myzo/pBxXYhVWxlH4sn8cLeUXzVl0nyxBCrN9FYbWupsjCSaCpCQQKq5KE2Ly1SCw73dHOwMOgpllUNSoULK56x4UVomzu4IvwUhMorDa1ebPyJOAgECSsZrJ5DI2moSjBoqqRufj03dWZ0kROcZUrrA4MT0CUH+VKJmKYM7tDv6VMYVWIuWPjU9oaNewlxNXZ3W1IJePaLRRWw5JjOhIgAUGAwirtgAR0AhRWaQl1JdBswuouRcHdBWFVLMDnSZIWN1V4pYowActkGbMlYFtegbExdbEsafFYS/4A7sgprNbVFFk4CTQ1gSBhVQsBsPr1kDv7LO3URNXtD0MZPewxMMUQP+YkxBceXxM+uYMvIbf/OU/PVVH/xJoLIMXbrO0IiDFLYbUm3cdCSKBmBIKE1fRkFiNCZAzjummqtRBVuzv1Q+7KEVbzioKB4TSE12qUS3irzpndjpiIxV+msDo6PqV5yka5JEnCrM4U2tv0VSqF1Sj0mJYESIDCKm2ABHQCFFZpCXUl0GzCqhBPRSgAY9nq5xUg/B2EV+vrYjF4H1lVwk9hta6myMJJoKkJBAqrHb1IrX8zYAtHIuKT5o9u8xZVF6zXDquq5aV5nx562VNcjc1ZgcSxGxxVyrx0N5SJQdeqUlitZQ+yLBKYfgJBwqqowdDoJDJiW3zI6ogt+bO62hAvbMkvR1gVRaWnshibyIT2lhVeo50dSXQUxM1yhdVcXsHI2GToEATCQSCZjKOnu/ShisJqSGNhMhIgAY0AhVUaAglQWKUNNACBZhRWjcOrzozFMAEV+xUVR1RV2/IvNlIJD9XVsqx5soYRVI1uoLDaAAbJKpBAkxIIElaFp2dy/ZssrVMz48i8ci/UyVFnqyUZ8QXrEF9yal2I+ImrUls3kmsv0uKmmq/My7+EMt5PYbUuPcZCSaC2BMIIq5XWqFxhtdJyyxVWKy6XHqvVQMg8SGBGEaCwOqO6m431IUCPVZpHXQk0m7A6rqr4RS4PES314ngM3QXvL6/Dq6LApbAahRbTkgAJmAkECqs9S5Bc/XqrsJqbQmbLryHutVySjNi8Na7xWGtJPbf398gd2gyo1i21csccXSS2ed9mtj0IZWgvhdVadhLLIoE6EaCwqoM/cf51aI8vqFov0GO1aiiZEQnMCAIUVmdEN7ORIQhQWA0BiUmmj0CzCateJJ7LK/iDouAUWcZJxqmuEbFRWI0IjMlJgASKBISnZnbbg1CzRnRnKxzZRVgVKfRDn14qiZceh1ypk5NQDh4GFAVSRzvkBfMdwmbk7hifADKFwCqdnUDSGYk6u/sp5I9sNdVP1uK9uoUn8BVWPWLMRq4zbyABEmgIAhRWKaw2hCGyEiQwwwlQWJ3hBsDmFwlQWKUx1JVAqwir1YBIYbUaFJkHCcxMAsrIAWS2Pwzks64AYvOP8/RAzfe/ivzRVzXxUu5dpoUAEJdydADj/3wbJp57CflcHiIOYEcqjo5kDHIiAWndWkjveCuwelV4kfVoP9S7fgL1d8+URFWjxr09kM46A9Kb3gD09hTbUawfgNjcYxHrO9a1jbk9z+ixWd2uWALJVedBnrVoZhoIW00CLUYgjLAqDq+anMoizPlVerzRGGZ1tkGWxb/KO7xK3JfJ5jA6noGIeRrmisUkdHekkEqKgFKi4DykIw9DPnRv8fZ0QsaWHmBSmbBkafZYVRRVO7BLlB+qzRLQlkpoh1cZFz1Ww/QY05AACRgEKKzSFkhAJ0BhlZZQVwKNIqxOjQ9jYP9WqPlc3XhIsTjmHLMGqc7ZxTokU11ot53iXW4FR0bTuPuB511vF4v5C85ah97ZHeVmz/tIgATqSCBIWI2LQ6iWnhaqhsI7dexvb8XY718onqidiMno7UgWBYdiRpIE6dSTIX34T4Eua8xTS2G5HNSf3wP1Jz8HcgHjrCxDOn8DpPe9C+hoD1VnkYjCamhUTEgCTU8gSFidnMpheGyyOIaFbXBXRxJdHbrQWE6MVUVVMTA8gVwunKhq1CselzFndof2AatcYXVsYko7NCvKJUmSJqy2Fw7OorAahR7TkgAJUFilDZCAToDCKi2hrgQaRVitKwSfwimsNmrPsF4k0FgEfIVVcRDVMa9BfNGJgZUW2/0HPvdlZEbGimmTcRk9QlS1xTS1ZLZ8GeRrPwH0zXGWIUTVTd+D+sjjgeVbEixcAPlTHwOWLg51X+7AC8jtf94Rk1W7mR6roRgyEQk0C4EgYXUqk8Pw6CSE0BnlEqKqEFfFVY6wKu7rH5pANpePUiwS8Rj6egoft8v0WBWiqhBXo1xCWJ3d1Ya2lO4tS2E1Cj2mJQESoLBKGyABnQCFVVpCXQlQWPXHT2G1rubJwkmgaQgECauJJaciVtji79UoTVS97gZkRseLScSW2DmdKcQLW2N9gRy3BvJnPgl0mDzf83mo370T6kOPlsdyVjfkaz8JrHbf/m/ONH9oM7J7f09htTzSvIsEmopAkLAqGjOezkB4roa9kokYuk3b4ssVVoW36ujEFMTW/DCXGGdFKADhtapdZQqr4tZRLRRAeFFXCKqd7bqQLC4Kq2F6jGlIgAQMAhRWaQskoBOgsEpLqCsBCqv++Cms1tU8WTgJNA0BX2FVjmvxVWNzV3m2Rx0YRP81X7R4qorEs9oSWlzVsJd06RshvfedxZir6u+ehvqt24O3//sVsGA+5M9dA8yf51uN/NHtEIddQXERUuixGrYLmY4EmoJAGGG10oaUK6xWWm4lwmqlZVNYrZQg7yeBmUWAwurM6m+21psAhVVaR10JUFilsFpXA2ThJNAiBHyF1SBRUVEwetPXMfqMNQazFle1MyAEgJ1fRzvkz10LrFoJDI9A+et/APYfqJiytP44SMJztb3NM6+KGFRcQ2ZAAiRQSwIUVnXa5sOrqsGfwmo1KDIPEpg5BCiszpy+Zkv9CVBYpYXUlUCjCKvp0QGIA6yAcNu2BLRkexc6Zs3TPLOUXBZjQwe1/3pdwekl7eCq9u5SjEJ6rNbVPFk4CTQNgUpExewDj6L/ln9zbFvtbkugM4K3qgFLuuBcSB+6Auqjv4X6nX9HqOOpg0iLQ7L+5D2QLrmIwmoQK/5OAjOAAIVVCqszwMzZRBJoeAIUVhu+i1jBGhGgsFoj0CzGnUAjCKtCUO3fuxlKPnwcLtEaSZIxe+EKdPUuwpGdz2NqYsS3m83pRXnpkX5HejkWR9+SdZrAqom3qS60d/ZVxXxGRtO4+wGrR5qRcSoZxwVnrUPvbFNsxKqUykxIgARqQcBPWJWSnUiuuRBSuz6umC81k8HQNV9Eev8hy99jhdiq4r+Rr7l9kD9/LdQ7/h/UF16KfLvnDccsgvyFzwKzZ7kmUdPDyGy9H2qmFCO2mDDIa7d6tWROJEACNSAQJKyK+KaDI+lIh0jFYjJ6utu0g6TEVW4oAHGAlIjvGvbcLHEuoIhzKg7O0gvOQzryMORD9xZJphMytvQAk8qEha7ZY1UcmCUO7MrlldA9INraO6sdIs6ruOixGhodE5IACQCgsEozIAGdAIVVWkJdCTSCsCq8TAf2b0UmPRres0qSkGjrRO/CVYin2jE+eBCj/ft8PVbjqQ70LjoWibYu9/SShGR7N+YcswZyPKH1C4XVuponCyeBpiFQrrCafexJ9P/9Nx3eqqlEDL2Fk7EjQ4jFIF3xPqg/vRsYGIx8u+cNwmv1Ix+EdO7ZrkkorFYPNXMigUYnECSspiezGBmfghpW3Sw0WAicxgFW5QireUXBwHAa+QjipihaiLpzZrcjJstlC6vi4Coh6Ea5hKjb3dmGjjZ93UlhNQo9piUBEqCwShsgAQqrtIEGINAIwmoDYPCsAoXVRu4d1o0EGoeAr7Da0YvU+jcXD5Qy13rsb27ByONPORoyqz2BjmT4Q6vsGUinvAbqlq1AerKqkKTTT4P0yY8IFcKZr6pi6uVfQJ1wEXPpsVrVfmBmJFBvAkHCajabx+Bo2vHRyK/eusiYQkdbUktWjrAq7hsaSWMyE20XlNg5JDxH9YLL81idmMxAiKtRtGThqdrT3Y5kQh9TKazW27JZPgk0FwEKq83VX6zt9BGgx+r0sWXOIQg0irCaSY9ZQgFImvdoFyQ5BlXJQ/wexeshkWpHLKFv6cpOTSCfDedBIEIBiHKNi8JqCCNiEhIgAfgJq3JHL5LHX+qgpI6NY+CTn8fUkDWMiRAXejtSSMbl8snO6a2ut6pRk3lzIV//50CPM6yBSJJ56W4oFFbL7zfeSQJNQiBIWBXNEFvi01NZqCF2xotxry0ZR6IgMGr65sH9yH31BguR2PKFSFwcA+KlTJUFF0Gddx4gFUIIqComp3LI5kIUDCARl9GWikOsPbWrTGFVW3Nm85qoG0ZclWSgPZVAPFYa6ymsNskDwGqSAAmQAAk0FAEKqw3VHTOvMo0grHrFWO3uW4zZC1Zg6OCrGBuIdqp1ItWBuctPQG4qHSl+K2OszrxngC0mgWoQUEYOIrv9Yah550ccedZCJNc6D33K79yNo9d9Gfms1bNKliT0daVQVnzVajTGL4/2NsifuxZYfaxrqsy2B6EM7XX8JsWSSKw6D4IFLxIggeYnEEZYrbSV5QqrlZZbibBaadkUVislyPtJgARIgARmIgEKqzOx1xuozY0grLrFWI0l2zRRta2zB5Njgxg6tANKSK9TSZbR0bMAs+cv12Kuho7fyhirDWSZrAoJNBkBVUVm+0NOUVGOIbHkVMTmH+doUPbhx9H/j99ybJWt6OCqGmCTPvUxSGec5lpS/ug2ZHc/DSg2sXjWIu0ALxgeYTWoJ4sgARKYPgIUVnW25sOrqkGbwmo1KDIPEiABEiCBmUaAwupM6/EGa28jCKsNhsRSHYYCaOTeYd1IoLEIqLlJ5HY9ifzQPoi9r1I8hdiC4xBf9BrXimbuexj9t37HEeYkIQ5R6UyWtqU2VjMhvfsdkN72Zs9a5Q5tRv7AC1BzU5qQKnctQGLVBkjxtgZrCatDAiRQLgE3YTX/6c8jv2R5uVk67pOH+hH/q+BQAJn5b8Rk9+kAKgifYildQdvoU0ge/lXxr+mEjC09wKQyYUm5tuc6xNFTtTZPKXuxfeRfLfl1p5bgrBXXVa0MZkQCJEACJEACrUaAwmqr9WiTtadRhNWJ4SPIpEcj0Yun2tHVs1B7cRdb/seHD2vxWL2uWDyJrjmLtLituewkJgYPQbGlT7Z3o2P2vGIWFFYjdQkTkwAJRCDgJawmYzJ6O1NlO3ce7pbwr+cm8Z5nslh3KFyMwQjVhvTHb4f0R2+NcgvTkgAJtBgBN2H10LVfxpikn25fjSslA0v+4UuWrNxirB7tfRcOZxZGisXvVz8Ra3V+8iDmDv53MZmXsNqX/ywy4cL4h0LS1p7DEdxiSUthNRQ6JiIBEiABEpjBBCiszuDOb4SmN4Kw6hVjNYiPJMmYvXAFunoX4cjO5zE1YT0Axn6/ln7BcnTNOUaLu5oe6XcUwRirQdT5OwmQQLUITIewOhUH/uqNKTx/jIzFQyquv2cK80fValVZy4fCalVxMjMSaEoCFFb1bqOw2pTmy0qTAAmQAAm0GAEKqy3Woc3WnEYQVkUc1MGD25HPTkXCF0uk0LtwFeR4AhPDhzE2eEjbfut1CdFUxF1NtHV5po8n29GzYKWWp7josRqpS5iYBEggAgEvYTVMjNXRWQo6xmXEbE76Pzgtjv8+JYF8YUfsWTvz+Ny9GUg2bXUspqJDkSCXoblKn/gIpLPOiNBSJiUBEmg1AhRWKay2mk2zPSRAAiRAAs1LgMJq8/ZdS9S82sLq4OAw7r7nYWzbvtuXzzvfdiaWLpnb8AxffHkPfv3Ac456rl61DJdech56e2eHbsPIaBp3P/C8a/pUMo4LzlqH3tkdofNjQhIggeYmkN+5G0ev+zLyWdtBT5KEvq4UhMDqdk10KvjBn45iaE4evf0xHP9cCqf+LoX9XTHc9KYkBjpK9yXywNWPZ/GGzTlsb8/h+wsm8UjPFBQJuHXLbKybiEeDmExA+uynIa13HsYVLSOmJgESaGYCjLGq9x5jrDazFbPuJEACJEACrUKAwmqr9GSTtqOawmp//xD+9bYf4OjRwUAaV75/I45dsSAwXb0TPPPsdvz07iddqzF3bi8+9uH3oq8v3KEFFFbr3ZssnwQai4A6No6BT34eU0PWMCaSBPR2pJCMux/EMtat4IdXjmKwr+SumshKGNjeh+dmpRyNPKY/j6FtR7A9lS3+1pWXcPMrs3HCeERhdW4f5C99Dpgzp7FgsjYkQAI1JeAmrMY/9VlIx62vWj3Ug/uR+2rw4VXKgougzjsPkGLVKVvNQzryMORD9xbz84qxeuL869Aer956dmRqK7b0f9vSDsZYrU63MhcSIAESIIHWJUBhtXX7tilaVk1h9Yd3/RKP//YPodrdCsKqaOjZZ52C97zzTaHaTGE1FCYmIoEZRWDsb27ByONPOdo8qz2BjqS76Ok3kUoQAAAgAElEQVQmrGbyMbzQPxfpnPMeVVExuLMfUyPpioVV6fTTIH3yI0CsSgLGjOptNpYEWocAhVW9Lymsto5NsyUkQAIkQALNS4DCavP2XUvUvFrC6uTkFL59+39hx869obi0irC6csUSfPTqd6OtzeklZgdBYTWUaTARCTQvAVVF7uCLyB/ZBuSzkDp6kVj6Wu2/Xlf2sSfR//ffhKJYg52mEjH0diRdb3MTVoenUnh5cA7yiruX68j+IYwfHq1MWI3FIH36Y5BOPdm3j9SJQWT3PA3xX8QSiM1bjfjCEwDhisuLBEigJQiEEVYnp3KYmMxADRHLWQwPIixSZ3tp3CvXYzWfVzCeziCb8467b+6ERFzWyo3FCuNnBR6rotypTC50mzvakmhLlT6I0WO1JR4PNoIESIAESKDGBCis1hg4i7MSoLDqbxF+oQDEnRRW+USRAAkYBLK7n0L+yCswv1FLiTYkVpwFefZiV1BqJoPBT34ek4f7Lb/7HWClSsD/+9AIDiwpxWYdnGzDFiGsih9drtEDwxg7VAo5MD8j49ube7Ag4y7EumaycjnkP/8M0OEdC1oZPYTsq49CzZa8Y4WgGpu3Follp9NYSIAEWoRAkLCayeYxNJp2fDTya74Yvbo6U0VxtVxhdWB4AqL8KFcyEcMcI859mcLqRDqD0YmpUKKqUTdZltDT3Q5RvrgorEbpNaYlARIgARIgAZ0AhVVaQl0JTKewqih5TIyPQ3VxVbjq8oswb253se2Gs5b9rBbh5CC2sUqyBLtcILIVeYtFqf0S+Ym/2h2kjPxc71H09OZ7Xt15GP/1P49p2UuShPaOTsRMW2AprNbVfFk4CTQMAWW8H9ltD1oFxULtYn0rkFi5wbOumfseRv+t33GMlbPbk2hPlrbcZ7syOHraQQyu68cf+ubgQKI0hooQACIUgAgJYL/EGDq8ZwDpwYniT70TCs7dkcO52S6clu9ElxqwtV94q/7ZVZDOOsOXeXbHo8j373SkkRLtSKx+PeTOvobpM1aEBEigfAJBwmp6MouRcSEyhnBXNVVDeI52d+q7gMoRVvOKgoHhNITXapRLeKvOmd2OmCwDZQqro+NTmqdslEusLWd1ptDeltBuo7AahR7TkgAJkAAJkIBOgMIqLaGuBKZLWM3ncti9czvSE+Ou7fvC567ACcevrGvbwxT+wEO/x23f/VkxaVt7B5atWIV4Ql8AU1gNQ5FpSKD1CSgjB5DZ/rAWAsB+yR29SB5/qTcERcHQ//clTOzYY0kjDq8Sh1gdPeMA9p+3GxOLxqDGdJHiSKYPr6aXQTF9cnqxfy6GppxhSXJTOQxsO4y8yYNrYmAEY0eHtbzikHBxdjb+LLMAJ+Y74ObDKr3mBEjXfBxIuocnMCqeeeluKCIEgP2KJZBcdR7kWYta3xjYQhKYAQSChFWBQHisinAAYa94XMbsrjYk4vqHnnKEVXHfxGQWYxNTob1lxcf2ro4UOgriZrnCajaXx/DYJHIhQxCIuoowAMJj1bgorIa1FqYjARIgARIggRIBCqu0hroSmC5hdXIyjV2vboUQWN2uZhVWJUnG8mNXo6OzS2sWhdW6mi8LJ4GGIVCRsApA2b0XR6+7AbkpqzDbvQDY9vHnML6kFB9VNDqvytg8sQojuZLX6sBkG15xCQcgQgCIUADGlc/mMLT3CMR/zdfJ+Q7cPrEKvartAKyuTsjXXQMcuyKQN4XVQERMQAItQSCMsFppQ8sVVistt1xhteJy6bFaDYTMgwRIgARIYAYSoLA6Azu9kZo8XcKqoijYv2cnRoaHWkpYnTW7B8csXQFZbBWjsNpIpsy6kEBdCfgJq1KyE8k1F0Jqn+1bx8yvH8DAv2yyeFklYzLUs4ex/d0vI9dpFV2nlKQmrk7kS95OmwfmoH+y9O9sOouB7YehFDyolHwew/uOIjtp3a7arsqaqHpmXv9oVLwkCdI7L4P0dh+P20JiNT2MzNb7oWZcdirQY7Wu9snCSaDaBCis6kRPnH8d2uMLqoaXHqtVQ8mMSIAESIAEZhABCqszqLMbsanTJawabRUeqyqc8bVWLpuHbtPWp0ZkI+p0tH8U+w/q21pFlNdY3OrJRY/VRu051osEakugGsKqqPHE7Xdi+Gf3WA4/mdWWwOF3v4oD5+2BKlvHU+G5umtyCY5k50BRZUzlYxAhAUTMVRFbdWhnPyZH9IOkJkcnMHZkCErOeqhLDBK+NLkYV2TmOWJZS+eeDemqKwDb2OdGl8JqbW2OpZFAPQm4CauxD3wQ8pnnAIWPzxXVT1WhvPAc8v/2T5ZsYssXInFxDIiXYqiqXcdCWfLHQML/41Xo+mSHIe/9EaSxV4u3pBMytvQAk0opVrX4cc2cD6Gnbb22Sqz0UqGgf+Jp7Bj6oSWr7tQSnLXiukqz5/0kQAI1IpBOT2Hz1j34wwvb8MrWPRgaGatRya1ZTM+sLqxdsxSnnLga69YsRXu7M+xVa7acrYpCgMJqFFpMW3UC0y2sVr3CDZYhhdUG6xBWhwTqRMBXWI2nkFh9PuSu+cG1UxSM3vR1jD7zfDGtiP/X253ErvduxpHTDzjEVZEwp8ZxYGoejmbn4PBkN146PAdDh8cwsncQ6eExpIfGoHgc5vLBzDx8YXKxFmvVch23BvJnPgl0dATXW4QzGDuM7LaHoOamnOnpsRqKIRORQLMQcBNWRd2lE0+C1NFZeTMyGSibXwQmJy15uQmrWoLUfKjtCwHXKNFRqqNASh8Epg5bbvISVmNSCrNSayFL/vGnw9Qgr05gaPJlR1IKq2HoMQ0J1JdALpfH0394Bf9z9yPYsetA6BjP9a1185Uu1sQrly/CH116Ll57ylrECzG5m68lrHG1CVBYrTZR5heJQLWE1ampDL6z6b+w/VXr4SuRKtOEiVcduxQfuerdSKWCF9Qjo2nc/UBJLDE3N5WM44Kz1qF3djgBowlRscok0NIE/IRVRBQV1clJDH32eqT3Hiwya0vEMKsrgd1v3YqDG/ZCMXlr2cFK4204+sQS/OJB4F55CGLfgNslPFU/PrUAn5pa6BRVF8yH/LlrgPnzQvdbNRmELpQJSYAE6kLAS1id7sp4CqvTXLCXsDrNxWrZU1itBWWWQQLlEVAUFQ899iz+479+g+ER90Oby8uZdwURmD2rEx9498U4/5yTIQRXXjObAIXVmd3/dW99tYRV0ZD/vfsB3Hv/b+veplpW4KILz8JbL70gVJEUVkNhYiISaEoCQaJiYvmZiM1ZHrpt6vgEhj73ZaT3lcTV2R1JtCdiGDquH3sv3onxY0aRT+Ug52XExxPo2j0b83+3CHNeLImhY1Iev42N4ZeJITwZG8NBOYseNYazct34s8x8HJ/vcG5gnTMH8jUfB1aGr69oWH5gF7K7ngDy1liwWqMjisuhQTEhCZBAXQhQWK0ddgqrtWPNkkggCoFdew7hX27/ieahyqt+BIQH6yeuvgzLl1Yv3nX9WsOSyyVAYbVccryvKgSqKaym05O4/d/vmjFeq8Jb9eoPvhPt7W2h+oLCaihMTEQCTUnAV1iVZCSWnIrYgnWR2qaOjmHo819Bev8h7T5ZktDbmUQiph+eNy1XmaKqqEv+0GZk9/4eUEuxD4t1pLA6Ld3FTEmgXgQorNaOPIXV2rFmSSQQhoCqAvc99Az+/T9/iamMy8fkMJkwTVUJpJIJfPBP3oSN558Gic6rVWXbLJlRWG2WnmrRelZTWBWIMtks/vCHl7Ft++4WJaY3a/WqZTjllPVIJhKh20lhNTQqJiSBpiMwHcKqgCDCAoz8xVcxvm2XxiQZl9HTkdRE1qpf8+ZCvvaTwNLFZWVNYbUsbLyJBJqSAIXV2nUbhdXasWZJJBBEQMRS/cGP78dPf/EYVKGw8moYApIk4e1vPgfvfceFjL3aML1Su4pQWK0da5bkQqDawiohexOgsErrIIHWJeArrAKIL1iP+NLTygOQy2H0a/9YPNCqPRnDrPZkFc6gNlVn9bGQP/UxoLenvDqKA7T2PIPcIefBK1qG9FgtmytvJIFGJEBhtXa9QmG1dqxZEgn4ERCi6h3f/xXuue93FFUb1FQorjZox9SgWhRWawCZRXgToLBaO+ugsFo71iyJBGpNoBJhVZ0cRr5/p64/9q2A1DbbWX1FQfrOH2LoR3dri/mOZBzd7YnKxVVJgnTWGZA+dDnQ5h7WJFT9KKzW2uRYHgnUlQCF1drhp7BaO9YsiQS8CAjn1B/97CH88H8eoKja4GYixNX3/NEF+OO3nc+wAA3eV9WsHoXVatJkXpEJUFiNjKzsGyislo2ON5JAwxNQxg4ju+0hqLkp17rGepcisep8x2/5wT3I7XqieJ8US2qerbG5q1zzyT31Bwz8/T8hN5lBV1sCXal4+WySSUjvfzekC88DZPe4rfmBncjtfqpUv3gKcXEQV+9SR7nZ7Q9BtMftkuIpJFafD7lrfvn15Z0kQAINQ6BcYVVauw5STy/UiXGoLzwXuT2x5QuRuDgGxF1iOfvllpoPtX2hlkJKHwSmDkcqO52QsaUHmFQmIt0nEve0rUdM6kBWGcbI1LbI91NYjYyMN5BA1Qls2boHf/2N/8BE2n2dF6bA3r5jsHj58ZAlGXt3v4SBI3vD3BY6zazZ87Bs1cla+n27XsJg//7Q94ZJ2D2rT8tflmLYu+vFquffM2cRFi9fD0mSK65/d1c7Pn/N+3Hcaud6NUxbmab5CFBYbb4+a6kaU1itXXdSWK0da5ZEArUmoKaHkdl6P9TMuGvRcs8SJFe/3vFbZvOvoIwdsfxdiJDxZacjNmeFa17q4BCGvnAT0gcOa8KqEFgjX0sXQ/7Y1cDSJZ632kVfI6HcNQ/JdW90tmXbg1CG3F8SpGQnkmsuhNTu4o0bufK8gQRIoN4Eogir0voTELv0MkhLlgLm2PSKAnX/Xij3/RrKk4+HalIkYVVOQVmwEWrPyUC8Q0iqhTJUIDcBaehZyIfuA5RgoSSqsNrX/los7DoP7YlFkFD6cKWoOUxk92H/6K8xPLUlVJsprIbCxEQkMG0ERscm8NWv34kduw6UXUY8kcSa9Wejrb1LyyMzlcbWlx5HJpMuO0/zjc2efyLZhjXHn41USozVwGR6DFtffhy5bKZsPmtXL8EXPvMBdHaEO2i67IJ4Y0MQoLDaEN0wcytBYbV2fU9htXasWRIJ1JpAoLDqIkaqkyO6GDs15qiuJq56eIZqiRUFE7d9DyO/uBftiZgmroY6zkqWIb3lEkiXvQVIJj0xeYmq4gYp1aWLpG2zLPe7icRGAgqrtbZIlkcC00sgrLAau+ydkC+4CEh4jzfI56A8+Vvk7/o+MDnpW/GwwqrauRLqMW+F2jbPJKjas1YhTR6BtP9/IY3v8C03rLAak1JYNvsy9LWLk6ljnnkqahaHxh/B3pG7AzuKwmogIiYggWkl8LNfPo7v/eBXFZWRauvA2uPPQTyR0vLJZafwykuPYWoyuhe8W0WYv5OKCAnwp++/BJe+4cyK+o43NwcBCqvN0U8tW0sKq7XrWgqrtWPNkkig1gQChdWOXiSPv9RRrcyWX0MZdd+SGiiuAsjv2IXhm74OjI5hthBX/dTVFcsgf+SDvl6qooJ+oqr4XZ61CMm1G51teeluKBODrugprNbaIlkeCUwvgTDCauxt74C88Y1WL1WvaikKlN/9FvnvbfKteChhNTUfyrJ3Q23Tt/4HXdLkQci7/8s3PEBYYXVlz/vQ13GqxUvVs8lqDofGH8TekV/6VpHCalAP8ncSmD4Cg0Nj+Mrf/jsOHOyvqBAKn/74povPooV9+MqffxC9PbqnMK/WJUBhtXX7tilaRmG1dt1EYbV2rFkSCdSaQJCwKrV1I7n2IgiB0XyJQ6+yO5/wDCEgxdsQX/4615imxXwUBZP/czfSP/5fdKt5yLJNXe3shPQn74a04SzPWKpGXrqo+iTUnLvXmPBWTaw6D3LHHEs7RAiEzCv3Qp0cdUVPYbXWFsnySGB6CQQJq/LJpyH2viuA7u7SUDU2hr0vv4ytr+7AiqVLsOLEExDrnoXiF6FsBvlf/AzKr37hWfkwwqqy8k+hdok41YWxUFUwMbQfzz37HBLJFNavPw4dPccAkrFFX4U0th3yjv/rWW4YYXVR14U4pvsNkCUjPIuKdGYYr+7YjN279mH16pVYsew4JOKleSCrjGHX0F0YnHzBs2wKq9Nry8ydBPwIVMNbVeQ/XcKhUXfm796Lwmv1E1dfhtdv0GPP8mpdAhRWW7dvm6Jle/YP4ukXvANnX3DWavTMam+KtjR6JYdG0njgt96HFrz2xCVYekxvozeD9SMBEnAhECSsQo4hsfR0xOatdtwd5CEqJdqRWHEm5NmLfdmro2NIf/c/EXvueSQyU5qIKp2/AdL73gV0BI/jyvA+XeTNusf78qtH/sg2ZPc8BSh51zpSWOVjQwKtRSBIWI195BOQTzpVF01VFYNbt+Jvv3UbduzZVwQxt28Obrj241iwbn1RXFX37kbu5r/zDAkQJKyqPSdBOeatQEwf88RHop//9Ef43n/+3NIBV135R3jjW94GKVaIvZdPQxYhAYbcD9QKElZFCIB1cz+OjoQxTqvYte9lfOWL/4CJ8dKHqvXHr8E1n/0oemcfU6iPisHJF7FtwFvUpbDaWs8OW9M8BNLpKfzVN/4D4uCqSi8Kn/4Ep5PPietX4s+vfT9SyTLOJKi043l/zQhQWK0ZahbkRiBIWF26qAdrVs5DR5tPbCyiDSQwMZnB1h1HsOfAkGdaCquBGJmABBqWQKCwWohN6ubtKRqVP/wKsvv+AOSz7sJkSHFVExKGRqA+/Qzkk18DzO0LxSzYc9Y75qsyMYDs9oddY8UahVNYDdUNTEQCTUPAT1iVlq9A7KqPQeqbq7UnNzSIm2/9Fn733IuO9q1Yuhh/+YXPom3+Av23dBr5H9wJ5aknXFkECavK4sugznmt7q2qKnjh6Ydw0998xzWvL/35n+E1Z5xX8GxVIQ08DXnfT1zTBgmrfe2nYvnsP0ZM1oXa0YkjuOmGr2PXTqfzwrnnvw5/9vGrkUzoW1On8oPYPvA9jGfdxRsKq03zWLCiLUZg66v78LWvfw8T6eAD7kTTu2f1YdmqkyFLMRw5tAOHD+6Eks9pVIKEQ1mWMXfBCsxbuAKqomDPjucxOmINP2DkL0HC4QOv4ujhXVAUpaz89+/ZgqEB62FcleQvPEPnLliOeQtWipUo/PIXfA4d2I6jh3aGr38sjvkLV2j5K2oeu7c/6+DjZX4d7Sn8xXVXYM2x/g4KLWa+M645FFZnXJc3VoODhNXGqm1r14bCamv3L1vX2gTCCKuCgNzZh8SaCyC2+Nuv3KGXkdv3rK/Xp+a5OmtRVWEq40eRffVRb2FUjiG++GTEF6x3lCu8wbJbH4Ay7h97jMJqVbuMmZFA3Qn4Cavy6Wci9t7LgXbda/TICy/g/3zlrz3r/NVrP441556r/y4OsvrVL5H/+f+4pg8UVld+CGrXsdq9SnYM3/7Wbbj/od+55nXh+Wfgox//MOSCwCmNvQp5x3dd0wYJq4u7L4EIBWAcWPXCy4/jpuu/6dnmf/zm9Vi8cJ3eZGUSu4Z/hP70713TU1itu7mzAjOUwC9+/QS++5/+MZANNPFEEmvWn4229lIsz3wui4P7t2kCojj13u3wqsxUWhMkFx6zuniwlchzMj2GrS8/jlw2oxURiyewZv1ZaO8oHRwqDsA6tH+7JrBGzX9qagJbX3oc2YzuUS/H4liz/kx0dPYUezts/n3zlmLh4jVaHYzLnr8bH5G/zmcXkql2Vz6ifkJwFnwEA+Oy8wky0Q/9yZvwZh5iFYSpqX+nsNrU3df8laew2jh9SGG1cfqCNSGBqATCCqva4rVzLhJrXu8qrmZ3P4X8kVe0rbNulxbj9NgNWh7VuEKJqsechPjC4x3F6aLqgxB5BF0UVoMI8XcSaC4CvsLq685G7D0fANr0l+zNDz6IL//Ttz0b+OkPvAcb3vYWIB6vqrCanxrGN77xLfzuqeddyz7j9NfgM5/5OGKp2drv1RJWVTWP+x+8G//2ze97tvmLf/lxnHyCLibn1SnsGvox+tNPu6ansNpczwZr2zoEbv7Wf+OxJ52e9m4tTCRSWHP82Ui1WWPpi7RCQBw4ug9z5i6BEBj1v2UwcHQv5sxdbBFUjbyFoPjKS48jMzWh/SmZbNfyFwKk/fLK/+jh3eibt8QieBr3CkFXCKuZjB7+qZz6++Ufpf4ibf+RvZg7f1loPvb6B1ndeWefhE999B1Byfh7ExOgsNrEndcKVaew2ji9SGG1cfqCNSGBqATUyRFktt7vux3enKfcswTJVeeXDm0x/RhKXHU5QCpqnQO38EsSYvPWIrHsdGfWqorM9oegDHnH6DbfJATh5JoLIbWVPC2i1pfpSYAEGoeAr7B66umIvf8KoEMXGI6+9BI+ecPXPCs/Iz1W//kGLF5wnMYkp0xg1/BdGEi7x3elsNo4ds+azBwC5cRXnbdgORYvPwFiW3xll4rDB3Zg3+6XLdksWrIW8xetgggbUMmlqioO7d+GA3tfsWQjPGcXLzu+4vxFKIBDB17F/t2bHfVfcMzqivl41d+PyXFrluKLn/kA2ttT/397dx5k2VXfB/z3epvR7Itmk0YajXaJTQIZsAQGC4xjvMhOgosqFlMSdmLHBSRxXBUHqATZrorjVGGccioOUmGDAzYVY+yERDYIEEhsQggCWmc0WmY0izT7Pr2l7ut+Pa+733q6+3X3O5/3j436nXvP7/PruX3f99177kzojF3AAoLVBdycHKYmWF04XRasLpxemAmBFIFzj/19jJx4oeWhdcPVFkLL8pWrMwhXm4aqxZW19cLfFuY3FaFnxYYYuPYtLdt4IwECC1ug4RqrGzdF76+/P0obNpaLGD5+LO7607vjS9+Yfkv+9vE1VpdU1lg9dTKGP/3JGPnegzUBmi4FUL3GaozGzh9+K37n3/9xzW195IP/PK65obhqtAhBZrbG6roLXh7bVv+T6OtZVt7XidNja6w+vWv6l09vuPXV8d5fuyMG+sbXWB16MZ44dHecGar990OwurD/LZhddwocPnIiPvT7d8WBF+o/H6NW5cVaqhddcl2sXrspIUAcjaOH95cD1bNnxq5Unfqa6+0Xt/Nv3XZ9rF67OWn+x468GM8/91icPnVs1udfBKqFz/PP1fep99u4ccOauPN37oi1a84v1dCdv7n5ViVYzbf3C6JyweqCaEN5EoLVhdMLMyGQIjC0++EY2v9I3dv4p22zuCL0wiuj/9Ifm37l6shQnHvq6zFy5PwTtKeOLy1ZGf1XvC56lq1ra7pjoerXY/Ts8brjGoWqg89+J4Zf3NFWnX2bro++rTe0NU9vJkBg4Qo0ClaLWfe+59ei51Xnj22n9+yO//wnH4//9/iTE0VduH5dfOQDvxHrr7124hg4uvvZGProH0ScGVv3b+qrWbA6uublMXLRz0X0jt0uOzp8Nr76xf8b//W//9WkTf3qe34p3vQzPxel3vE1AYdPR8/z/ytKR2pfNdpsjdXe0pK49sJfj2X9lYejjMae/Y/HB3/7P8Wpk+drecnLro73/+tfjdUrLhqfz2gcPP1wPHX4f9RttmB14f47MLPuFTh0+Hh88PfuihcPHk0qsggoL77k2li9bkvTK0BTAsN2AtDU7c/1/Nvb/r7Y/cwjE2vCttuUC9evjt/9d3fEurUr2x3q/YtEQLC6SBrVrdMUrC6czgpWF04vzIRAikA5sNzx1Rg9V/sqg5rbbHC7fXkN0ye+HMV2671KF6yO/u03txyulue464Eo1oSt92r0gK1myxTU2mZpYFn0X/mGlueYYm8MAQKdFWgWrJauf1n0vuNXorT6/INQRk+fjv1PPhkv7j8Qq9asjouvuy56V1RdPXTubAz/7V/HyFe+VLeYZsFqMXBk2ztidFVxm/347bijI3HqyPOxZ/dzMTo6Elsv2RbL1lwUUarcTjsapWOPR88zf1F3v82C1WLgpuWvi62rfiZ6SmNrKBZXwZ4+dzSeeXZHnDp5KtauWx2XXHR19I2HvsU7BoePxa4jn42jZyffMls9EcFqZ3+37Y1AITDTYLWiWKypumXrNVE84Gn6EgHFFZgHYs+zj9S9QrVZN8oB7qXXxZp1W6ZtvwhUjxx8PvY891hyIFnMf+ul18ea9RfV3v6hveUrbCsPwWo236k/rwTQc7X9yv4Eq+12ZvG9X7C6+HrWVTM+eepsfOmBJ2JkpKvKWnTFFEvlvOnmq2P5Muu+LLrmmTCBKoGh/Y/G0J7vR4wMt+5S6om+TddG39Ybp40Z3v9YDO7+XsRo/YN0oyC0eoNjD5v6SoycPFh/bqWe6N96Y/RuGntadfVraPf3Ymj/Yw3nMm1QT2/0XfyK6Nt0Xese3kmAwIIXaBasFgX0/vwvRc+tbymeitK8npGRGPnON2P4k3c3fG8rwWos2Rgjl74tRpdubr7fIn49sy96nv1sxNkDdd/fSrBaDN6+5u2xftmNUYrmayCOjA7GvhNfjT3H72k4T8FqS230JgKzKjBbwWoxqYu3XR8bN192/sueqpkePvh8PL3jezOa+9ZtL4kN5e1PfY3GgX1Px55nHpnR9uvPf663H/HCvqdj9zOtPUCsUZGC1Rn9CiyKwYLVRdGm7p7kw4/sjqd3H+7uIhd4dZdtXRs3XL91gc/S9AgQaEUg5arOqBNADr+4M4rtxchQ47Bh7SXRXzwMq8FrcOd9MXz4ucYl9PSVH1bVe+EVk96XFhg3ePhVK5DeQ4DAghVoJVgtJt/z5n8UvW95a8SysbVHa74Gz8XIA1+L4c9+umm9LQWrxbWiyy6J0S1vjdFlxa359R4kMxqlU3uitPcLUTrV+PBhAe4AACAASURBVNjYarBaFHDp6l+MDcteHT2l+oHy0Mjp2Hfi3th74itNaxasNiXyBgKzLpDy8Kpak1i1ZmNsv+qV0dPTW3OOxVWle575Ubyw/5mkGtZvvDQuueyldddDLbb/3NM/jIMHnk3a/toLL45tl7+i4fZnMv+53n6laA+vSmr/ohokWF1U7ereyT69+2D88Im9MTQ0uqCKLP4YDA+3ceVXg9n39vYmLMI9txx9faV46dVb4rKt6+d2R7ZOgEDnBBIe7lSeXE/f+NWd41eLtrOd3v7ov+y10bv20pp1Dh9+Ngaf/mbE8GBTh6nrqxZXqY5dhds43J264brrtDadgTcQILDQBVoNVos6SpddHj1vekv0XHNdxAXLxtZTHR2NOH06Rp/aEcNfuidGn3y8pZJbDVYrGxvd8PoYWfvKiIF152/9Hx2K0tlDUTr8UJRevL+l/bYTrBYbXL3kmti84g2xfOCSKNZfrTwgqwhUj53dEftP3hcnzrUWpAhWW2qRNxGYVYHh4ZH4w//yl/Hdh59I3u7SC1bGlde+Oorb3SuvocFz5SVJJv23oXOx87Fvx6mT7a3n2ur2i9v0dzz27Thzuv7a+rWKrLf9kZHhGFgyto518ZrN7RfbKhV3cvVXllRJ3351Ta+96fr4l7/xtvKfH6/uFBCsdmdfVTVLAl++/5F49LGnZ2Vr1117WfzkLdfPyrZshAABAo0EWrrtvtYGenqjd83W6Fl+YQwfejpGThbrq7b2hVfvum3Rf3nxhOvpr8Fd98fwwVaPpaXoWb4uetddFiMnX4zhI7vbW9qgyIiXr4/+q94Ypb7zHyb8xhAg0D0C7QSrs1l1u8HqbO273WB1tvZbbEewOpuatkWgdYG//NyX43/+7X2tD6h6Z09PT2y/6qZYtWbDxH8dHh6Kp3c8VP7fl135yujt7Zv42emTx2LH49+KInht5dXT21cObZevWNvS9ovQdsdj34rhoeZfsBcbrDX/IlDd9eRDMToyEtuvflVH53/yxOFyODwy3N6X/BWcX/7FN8Y/ve0NrdB6zyIVEKwu0saZdmcE/vp/fzv27XtxVna2efOF8Y9/9tWzsi0bIUCAQDOB5HC12Ybr/Ly0dGUMXP2mKA0sn/SO0aGzce7xf2j4wKrEXdYcJlSdTU3bIrAwBQSrneuLYLVz1vZEoFrgez/YEX/wsU9HcfVqu6/p65KOxoG9u8oPeipeG7dcHhdfWtyhVLmEsr31Smtuv2o91S1br47NF1+Zvv1Lr4uNW7bXHT8X89/z7GNxYO9TZZ/igVyN9t9OPwYG+uLffuAd8ZLraq1D286WvHchCwhWF3J3zG3eBT7zufvj0KH2bouoN+l161bH23/plnmvyQQIEMhHYOTUoRjc+bUYPXtizosu9Q5E/xWvj55Vkx/YMnLiQAzuuC+KgHWuX6UlK8bmsGzdXO/K9gkQmEcBwWrn8AWrnbO2JwLVAgcPHYsP//7d8cLB9j6L1lpX9ejh/eWrVUfGnxhdXBFaXLW6eu2miV0WS+A989T34/CLexo2Yibbb2W91eIq26lX1J44djB2Pv7tpvNvZb3VWuuqtuJTXDH7zM6H48ihfW39om7ftjk+9G/eHSuWn1++oK0NePOiEBCsLoo2meR8CXzhSz+Iw0dPzsru165eHm9908tnZVs2QoAAgVYFigdGDT3zrbkPNnv7Y6AcrG6ZNLWRY3vj3M6vtbS+aqs11XpfqW9J9G17TfSuvWQmmzGWAIFFICBY7VyTBKuds7YnAtUCxVLQf/qJv4sv3Td2+34rr96+/rjqutfGBctWTby93hqkxTqlV13345PWKz179lQ8+cg3yuuW1noVa48WY5ZesKLp9mutkXrm9Il48tFv1F1yoJ3tL1m6PK687jUxMHA+sEzZ/rmzp8tzKv5v9Stl/rXMbnvrLfGOt725lfZ5zyIWEKwu4uaZ+twKnDk7GF//zq44cWp2rrJasWxJvO7HtsfSJfWf0jq3Fdk6AQK5Cgy/uDOGnnsoRodbWzsryWkeg9Xiatm+S14ZvRdekTR1gwgQWFwCgtXO9Uuw2jlreyIwVeDJp/bE7/3hJ+PU6dY+j/b3L4mrrv/xKELH4lVZV/XYkRdq4k69OrQIVJ94pAgZT9V8fxFiFtuvPDyqsu7psSMHar5/zbrNse2KG6Knp7f883a33+wq2pluv12fcghb+JybHMLW+81dvWp5fPC33hXbLjl/ZbDf8u4UEKx2Z19VNQsCx0+ejfsffCrOnE1bpHrqFJYu6Ytbbro8Vi4vns7qRYAAgc4KDO1/NIb2fL/tB0G1OsviitH+K38ielZsnDRk5OTBGNzx1RgdbO0ktNX9Tbyvpzf6Ln5F9G26ru2hBhAgsDgFBKud65tgtXPW9kRgqkCxvuqf3PX5+No3ftAyzoWbtsXFl449MLlYM3Tv7scbji3WQ924ZeyL6QN7d8be3U80fH+72y/WK92weXsUIWkr82l3+1u2XlNeM3au6q3e/p5nH4kX9z/Tci9+6idvive+62ejVFnKtuWR3rjYBASri61j5tsxgaPHT8f9D+6Kc4PDs7LPgf7euOWm7bF6pfVVZgXURggQaFtg8NkHY/iFJyKK+8tm+VW6YHUMXPNTUQSs1a85fXhVqRS9G66O/ktvmuVqbI4AgYUsIFjtXHcEq52zticCtQSe33cw/sN//LM4fOQ4oEUksHHDmvjQb707Nm1cu4hmbaqpAoLVVDnjul5g974j8b0f7onh8UW+Z1pwb09P3PjSi2Pr5jUz3ZTxBAgQSBMYHY3Bp74Ww4d3R8TshqvFQ6sGrn5TzXmde+JLMXKsvcX+mxdYit61W6P/8teHSwGaa3kHgW4SEKx2rpuC1c5Z2xOBegJf+IdvxZ99+p7yVZ9eC1+gt7cnfv322+InbvZ8lYXfrdmZoWB1dhxtpQsFdj57MH74+N5Z+wNWKpXipddsiSsuXd+FWkoiQGDRCIyOxrmd98XIkSJcnb1X74Yro3/ba2pusHyl7IHGt6K1O5OeNVtj4IqfEKq2C+f9BLpAQLDauSYKVjtnbU8E6gkMDQ3Hf/vE38VX7/8+pEUg8IZbXhH/7D0/H319Y2vLenW/gGC1+3uswkSBJ3a9EI88ObtXWF1/1ea4evuGxBkZRoAAgdkRGB06E4NPfiWK9U9n5VXqib6tN0bfpmtrbm5o/2MxtPt7EaMjs7K7nuXro/+qN0apb+msbM9GCBBYXAKC1c71S7DaOWt7ItBI4OSpM/EHH/tMPPp462t8Eu28wHXXbIvfft/bY/ky56id15+/PQpW58/enhe4wHd/+Fw89/yRWZ3lJRetiVe99JJZ3aaNESBAIEVg5NShGNz5tRg9eyJl+OQxvf0xcPkt0bP64prbGjm6J849dX/E8OCM91VasiL6r3h99CxbN+Nt2QABAotTQLDaub4JVjtnbU8EmgkcP3E6/vCPPxOPPvFss7f6+TwIvOz67fGv/sUvC1XnwX6+dylYne8O2P+CFXjgu7viwMFZCByqKty4fkXc/KrtC7ZmEyNAIC+BkZMvxuBT9884XC0NLI+B4grSC2qvIT16+mice/LLMXru5IyAy6FqEeAuv3BG2zGYAIHFLSBY7Vz/BKuds7YnAq0InD5zLv70E38XD3z7R7O2ZF0r+/We+gLFkn83v/ol8Wvv+fm4YOkAqgwFBKsZNl3JEcUfpCd27YuTp87W5Th6/EwMDg7PKld/f2+sXln/toDVKy+Iyy/d6IA8q+o2RoBAI4Hhw8/F0DPfitGh+sfDZoI9y9bGwPVvbfi2c498IUZOHW62qbo/L/Utib5tr4neta76T0Y0kECXCAhWO9dIwWrnrO2JQKsCIyOj8cWvfjc++Zm/j7PnZn43UKv79b7pAksG+uNdb39LvPkNr4qenhKiTAUEq5k2Pueyzw0OxTce2hHHjp9ekAyrVl4QP/7KK2Ogv29Bzs+kCBDoPoGh3Q/H0P5HIhKfNlt+kNSVb2gIM7jzvihC3KRXqRR9m66Pvq03JA03iACB7hIQrHaun4LVzlnbE4F2BV44eDQ+8Rf/J777/SeiCFu9OidQhKivesXV8Z53/ExsWL+6czu2pwUpIFhdkG0xqbkUOHbidDlYPXduaC53k7ztgYG+crC6asUFydswkAABAu0IjBzbG+d2fi15DdS+zUXoeWPDXRYPrxra90g70zr/3mIN12Jd1VVb0sYbRYBAVwmc+pu/iZOf+1zHa1ryuhuj5+WHY3Q4/Qr/lEmXepfEIxuWxtHB/SnDZzRm88ob42UX/cqMtmEwAQJzK7DvwKH47N98Jb75nUdicGh277ic25kvvq339/XGa3/s+njbL74xNm+03v/i6+DczFiwOjeutrqABYoLsr7/6LOxe+/B1Iuz5rS6rVvWxQ3Xb4uSOwnm1NnGCRA4LzCjNVB7eqN/6yujd+PVDUmHDzwRg7sfihhp/4R/bA3Xn4zSBa4I8HtLgEDE6KlTcfzjH4+zDz2UfKV9u459l18eq3/zN2Pw2Dfi3P5vRox06Av6nv4Y2HJzHL9wWzy676/izNDsPli1vkMpVi29OF665V2xfGBTu1zeT4DAPAgMDQ3HD370VHzjOz+Kx554Nl44eMSVrDPsQ3Fl6ob1a+LlL7k8Xv2q6+Il114WfX29M9yq4d0mIFjtto6qp2WBM2cH4+wCu2p1yUBfLF3S33IN3kiAAIFZERgdjeJBVklBQaknepavj+hpsnzJyFCMnDwYMTrS/pR7+sYeWOUbp/btjCDQxQKjp0/H6Jkzc15haWAgSsuXT+xndPhcjJx4LkZTjmdtzLZUHF9XXBKl3vMPQzl25rkYHJ7ZgwBbmcKSvjWxYsnmVt7qPQQILGCBYomAY8dPCljb7FERqK5audy6qW265fp2wWqunVc3AQIECBAgQIAAAQIECBAgQIAAAQLJAoLVZDoDCRAgQIAAAQIECBAgQIAAAQIECBDIVUCwmmvn1U2AAAECBAgQIECAAAECBAgQIECAQLKAYDWZzkACBAgQIECAAAECBAgQIECAAAECBHIVEKzm2vlZr/tgfP59Px13Xnl3PPi+l0/f+sMfjZveuys+9IU/its2Ntr5D+KjN90V25u+b9YLmPEGD/7t++Onv3hr3POx22J9q1s78Pl4/1vvjPtv/tD0cWWziLsf/EBMFi2Mbo9PvbuOdav79j4CBLIQKB+bPnJ/zVpv+fA98Ue/0PIRKwsvRRIgsIgFKudVNUt4Z41zqkVcq6kTINBlAuOf8aZVdUsLn6HTKJI+v6btqqtHVc61x86r98RHPxbxgVqZSFcr5F2cYDXv/s9u9XWDwIgffOymuH1HjfBw2gxmM1gd++MUH38wPnDD7JZaa2tJf5iqPgBMCzjqeBaWd1028zBktrYz97L2QIDATATqHpvKx5hPxTsrx8jy8WhX3DHty5yZ7L39sUnH0vZ3YwQBAt0oUD6O3Ru31viCvnwu+udzF1DMG2eD8+95m5MdEyDQnkDlM2GNC2fGQruYk3C12TnXYvm82KyO9prR7rsPxuc/9vV43ftuiz3lvzNx/ty63U15/6IVEKwu2tYtxImPBZm7pl0B1U7AmWOwem/c+uHtcedHplzRW/NE+WAcPLA+1je86nch/m6YEwEC8yVQ/2SznWNz52Y/vyfHnavTnggQmAOBBsFqsbexcLXLrlwVrM7BL5JNEuikQJO7EZsc12Yy02455+qWOmbSS2PnV0CwOr/+Xbf3Wlemjn3Ltn389qvxJQMemFz6xBVTMTlYrXUL67T3fvzWuPe9d8bYja6Vk+XJt1KUrwa99JPlq7MmvapuwR872T7/08a3yE6p4+YPxd1vvjduLy8F8Lr4erEsQt0aq2ZQ9Ydy+2emXNU79US55u1tVR8OKlebfTzi9vE6y1YXjS83UOy26lvQ6m8gy85P3xF3x+0TBtX1N+5D1/0aK4hAVwnUO9mcfGyOiOorVsevZq13vJx4b9XxJhocT4vtnD+mTP87UDmuTz7WFMe3d8WuacfT6lBk/G/G+N+BsLRBV/3uKoZA2wJNAohJx70mx7mp54XV51DTj6uTv6iafl41dty6uGpplsl3C1TOYysVNz6/mzjeTqph7Grc8vlk1flsq8fftq0NIEBglgTqXZxUa/O1Pkunfx4cO5ZF3PLA/eOfpavP18a+jJq4U7LGMbP68+LYe++OW794e9wZ9Za5q/4sXjXvJsfjRp9Vp587fiBi2lxqfT5vsP/qZfpmMLeigz5Hz9I/kwW+GcHqAm/QopvetBPayWuv1rpSYPLtDVOC1QMHY/3GqvX/Jt2qOh6eTv0wP7HkQNVJ7ni4OPlD9/lvB++57K6q8DcimqwJO62OqrVSP3rlnfGBKVdD1L2Fo9orxgLQiTlOClZrfZM5blv5wzX1FpJp67dO/qM9LVj9yP1Tbgm+M7aP3yJ8sGEfFt1vqQkTyEqg0Rqr57+oqgpWv7A97qo+FpW1phyDpt2ydv5YP3Y8nXLLWtWyA7feN/lLpKkB7+TAYvpV+pWT67H1vKf/HciquYolQGCyQKvBapPj3PTj2ORzqJaC1arzqsnr762vOs+8I3a9deq6+U3O72LKcw2qzhfHgtv0469fJwIE5kOgvWB16t2Lk86L2vw8WDk2TZwPTlkmatLnxamfB6dcENVwuZXxeVV/Fp+4IOuDER9pct45bZ7j25v4rDrlWSfT59LgfPLtu8qfwSvbqpxblu/Cfe3XJ38+r3FO3HRuPkfPxz+qju9TsNpx8m7f4djJ3r1vHl8DdMoJbvkgF1MeujTpPbWWApi6kHdlfazpt7FOPtGdGqxOX3NrYj4/cW+dB0XV7letOir7LgerDWus2uYUn0kB7PPVD6+qfcvupHqnfZiYPqb6j+O0YHXSg7dq7a9eH7r9d1p9BBa3QP3bo6acyFe+uCoHDg2Ol0WgWSO8qBwXy4HEtAf5nT+mvOvZxg/6qznfqVcLTHyhtjCXM1jcvzFmT2ARC7QVrNY/ztU6jrVz3jTtODbtdv3K+e5YsDr1eQCNz+/GlzSonGtODVZncPxdxJ03dQKLWKCdYHW8zHrnRW1+Hmz2JdH0NVbr33VU83N+pSu1js1FDXdvj3vKwWrj885m85z687pzqem2PT5Z77ksdf6mVG+/2dzGCHyOXsT/QFuaumC1JSZvakeg+uAStb49ajlYrRyApt7eUDnwthusTr3NaryqidvjpxzwaiweXnFoGqxOuQVrbFyNBybUu8K3uAr19l3x0++N8SUU5jNYbdaHdn47vJcAgU4L1A9Wx29PqnwInxSsNjleNgtWPzK2OMvUV71bX6ctPVKZU+UEuOp4XPcLtA48pLDTvbM/AgTaFJjDYLV6Js0+SLcbrE5ZqGpsV5UvkBocb8tX7rcRrJYf5jplaanGS1+16e/tBAgkCDQLVqs+B8bYg0frLk0yZ8FqlC+euvOB6s+zkz+fth2sVqRmIbxsGqw2PZ+srMFdmdR4/jDleDmpuePnpo3/HvgcnfAPYlEOEawuyrYt9ElXDrL3xPa7q65erTw0oNVgtXxr/JRvr6Zd3Tr5W/52r1itSNb7Nm7iytsp5E2D1ak11mtZrT8klVslbr4l7n+gsjbtPAar5WUUGvVhof8+mh+BvAXSgtXaT9WekGwWrE67YqoycuxKh123PxjlD/jl1+TjW6Mv54p3C1bz/n1WPYGGAk2C1YmlnJpcmT/fV6xOqnHWgtWx8/JGx1+/XQQIzIdArSXfqufR+K6fmdzB2OxLovOfkfeUH1I9+er6GQarHbxitda58MR/Ky5mKq6c/dhtUVmAcOJnda6mre5OQ0Ofo+fjH9S87FOwOi/s3b/TsTVTbolbHtgedzz4gShWwit/fK7xNNZJt79vrFoKYOqao5U1pSa+KWv/itVaa6wWfyCmrvk3aW2VX6ha47VuHeN/EG/+UNRdY7VW0FDnA0BlrZZpD+OadBVtrTW4qsOQWVoKYNr6tJVbQGpcgdv9v9oqJLDoBOoHq7WOIbvijgZrD06cUDcLVmuu8VdcgT/+MKorq5aEabBOVvmuh+ptVa4csBTAovs9NGECHRFoEKxOWnNv2jnm+S95PvXuu6OlNVYnHsx6/uEkkx7EV33e12QpgGKfY+tGF6/Gy2pNnE/XWwqg7hqrY8HqnQ2Ovx3pkZ0QIDBdoHJ+U+uOyap1T8vLKTU6L0q5YrV6e3XXWB0LVquPVZUH/FWOe82vWK16lkglFyiejdLqGqsNlq1rdsXq5Lyh6sr94nyyfJforvLD/27bWJVZNJlb5Zy4ebBaXbfP0d36z1+w2q2dne+6alxuX32yeOcDkyd4/gEqVcFqcWCb9rTTD0f8bnEbQnF5/q1x75RvziYf2M6vAVO+zenST47dOlH1mrzf22PSTxssBVA56T1fxzvj7uLp2OVvu2o8dbD6yYLVE6j7AaAy96nLIDR7auwcBKvFVWUN+3A+OJ/vXzv7J0BgusD5L2pq6dR4kmzxZViNJ6BOf9DV5Ktaq0+oKyfb5/fY+Fg26VbUiX2PjSme7DrxhOviWDp+An5/+RgdNa6g8FtAgEC2Ao1u24yq41AB1ORJz9OOY1POC6t/fsuHx56EXbkatPWlAP4obhsPeasXUJl0TGx2xepEzWNfeG//TNUxc/wXYWJ7NXwsBZDtvxaFLziBqetwVp1FjT9QuPgvk45NU8+Lyg9iav3zYPlY9fT2eOeff2ric3D1MWHSXZ1Tjh/FeWH54qQ/rzr2NLprc9oxt+qY3OR43OzK2vPH86pzxylzaeR2d9x+/lyzzN54btXnxK3PrdhuYVWdZ/gcveD+GSZOS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bikhDgAAIABJREFU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sxzsPp8XLvh1VEq9eTbAZUTIECAAAECBAgQIECAAAECBAgQILCoBEZHR+KxF74dy89cFCtWrIhSqdT2/EuHDh0abXfU6OhonDhxIk727o+tF14RK5esa3cT3k+AAAECBAgQIECAAAECBAgQIECAAIF5ETh+9lDsfnFnLB/eND/B6ovHn4+VGwbiyg03uGp1Xn4F7JQAAQIECBAgQIAAAQIECBAgQIAAgXYEiqtVd7zwcBx/4VxcuHKerljdu3dv9K0ajFXrl8Xm1ZfFioE1AtZ2uui9BAgQIECAAAECBAgQIECAAAECBAh0RKAIVE+cOxL7jj4dxw6eiqFj/bFly5b5uWK1CFaLJQEuWN0bqzctjZ4lhUHbKwt0BM5OCBAgQIAAAQIECBAgQIAAAQIECBDIWaAUI2cjju4/E6ePDpcD1XkPVos1V70IECBAgAABAgQIECBAgAABAgQIECCwGASKh1XNW7B68uTJeP7558tXrApWF8OvizkSIECAAAECBAgQIECAAAECBAgQIFAIVILViy66KJYvX17+3+2+SocOHWr7ctMiSC2C1X379sXx48djZGSk3f16PwECBAgQIECAAAECBAgQIECAAAECBOZFoKenJ1auXBmbN2/ufLB65syZOHDgQBw9ejQGBwfnBcBOCRAgQIAAAQIECBAgQIAAAQIECBAg0K5Af39/rF69OjZu3BhLly7t3BWrxUSLMPXIkSNx6NChOHXqlKtW2+2e9xMgQIAAAQIECBAgQIAAAQIECBAg0HGB4mrVZcuWxbp162LNmjVRhKwpr6SlAIodFbf/nz17thyuHjt2rPz/Dw8PW281pQvGECBAgAABAgQIECBAgAABAgQIECAwpwLFOqq9vb2xZMmSWLVqVTlULf7/ImhNeSUHqyk7M4YAAQIECBAgQIAAAQIECBAgQIAAAQLdICBY7YYuqoEAAQIECBAgQIAAAQIECBAgQIAAgY4KCFY7ym1nBAgQIECAAAECBAgQIECAAAECBAh0g4BgtRu6qAYCBAgQIECAAAECBAgQIECAAAECBDoqIFjtKLedESBAgAABAgQIECBAgAABAgQIECDQDQKC1W7oohoIECBAgAABAgQIECBAgAABAgQIEOiogGC1o9x2RoAAAQIECBAgQIAAAQIECBAgQIBANwgIVruhi2ogQIAAAQIECBAgQIAAAQIECBAgQKCjAoLVjnLbGQECBAgQIECAAAECBAgQIECAAAEC3SAgWO2GLqqBAAECBAgQIECAAAECBAgQIECAAIGOCghWO8ptZwQIECBAgAABAgQIECBAgAABAgQIdIOAYLUbuqgGAgQIECBAgAABAgQIECBAgAABAgQ6KiBHC0QVAAABeklEQVRY7Si3nREgQIAAAQIECBAgQIAAAQIECBAg0A0CgtVu6KIaCBAgQIAAAQIECBAgQIAAAQIECBDoqIBgtaPcdkaAAAECBAgQIECAAAECBAgQIECAQDcICFa7oYtqIECAAAECBAgQIECAAAECBAgQIECgowKC1Y5y2xkBAgQIECBAgAABAgQIECBAgAABAt0gIFjthi6qgQABAgQIECBAgAABAgQIECBAgACBjgoIVjvKbWcECBAgQIAAAQIECBAgQIAAAQIECHSDgGC1G7qoBgIECBAgQIAAAQIECBAgQIAAAQIEOiogWO0ot50RIECAAAECBAgQIECAAAECBAgQINANAoLVbuiiGggQIECAAAECBAgQIECAAAECBAgQ6KiAYLWj3HZGgAABAgQIECBAgAABAgQIECBAgEA3CAhWu6GLaiBAgAABAgQIECBAgAABAgQIECBAoKMCgtWOctsZAQIECBAgQIAAAQIECBAgQIAAAQLdIPD/AeiJISXmPwr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2044464"/>
            <a:ext cx="8382127" cy="41419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el icono «Evaluaciones»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962754" y="3084766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046864" y="1504791"/>
            <a:ext cx="500442" cy="2003468"/>
            <a:chOff x="570624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890295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0624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45890" y="2108501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820310" y="1966080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" name="AutoShape 2" descr="data:image/png;base64,iVBORw0KGgoAAAANSUhEUgAABVYAAAKjCAYAAAD2wVQ2AAAgAElEQVR4Xuy9C7iUVdnHfYMHEEExFUFS2Gl4StRETAgxMklTSRE1A3xB9PP1bJepJVCJ5iE+j9nrqxxelfxMRUNNxIwUA00wFfNE2gYNQRRFRURF9nf918z9zHrWrOc0M3vPzN7/57q42MysZx1+a80w+zf3ule7pqamJuFFAiRAAiRAAiRAAiRAAiRAAiRAAiRAAiRAAiRAAiSQmkA7itXUrFiQBEiABEiABEiABEiABEiABEiABEiABEiABEiABAwBilUuBBIgARIgARIgARIgARIgARIgARIgARIgARIgARLISIBiNSMwFicBEiABEiABEiABEiABEiABEiABEiABEiABEiABilWuARIgARIgARIgARIgARIgARIgARIgARIgARIgARLISIBiNSMwFicBEiABEiABEiABEiABEiABEiABEmh9BO677z459thjW9/AOCISIIFmI0Cx2mxoWTEJkAAJkAAJkAAJkAAJkAAJkAAJkEC9EKBYrZeZYj9JoHYIUKzWzlywJyRAAiRAAiTQZgk89dRTstNOO8lXv/rVNsuAAycBEiABEiABEqguAYrV6vJn6yRQjwQoVutx1thnEiABEmgGArfeequceuqpzVAzqySBeAL33HOP3HzzzXL//ffLVlttRVwkQAIkQAIkQAIkUBUCFKtVwc5GSaCuCVCs1vX0sfMkQAIkUDkCFKuVY8mashGYM2eOHHTQQZSq2bCxNAmQAAmQAAmQQIUJVFusfvHFF/L555/Lhg0bzJ8vv/xSNm7cKE1NTWak7dq1k/bt28smm2xi/my22Way+eabm795kQAJVIcAxWp1uLNVEiABEqg5AlnFKrZujx8/Xp5//nkzlmHDhsl1110XyLHhw4fLzJkzzXMfffSRXHPNNXLHHXfImjVrpKGhQS666CIZMWKEIFrxrrvu8vI48cQTZa+99pIJEyZ4n0f9L7/8snn+8MMPl3HjxoXK/eQnP5Fly5YF/dAn0RfUO3ToUG+9Wqf95MCBA039GlEZ1e+9995bfvnLXxbVi8eOP/542XPPPc2YwQ/9sC+7DH5+8cUXi+pRpngC9995553S2NhomJ500kmCMevlqwP9QxkdB+apV69eRX2ZMmWKzJ49WyZNmmT6nIadcnv88cela9euMmrUqBALe3yoD+UnT54ss2bNCtbQBRdcELSn9U2fPj0kXcEPF9YPLxIgARIgARIgARKoFIFqiFWI1PXr15s/EKmlXJCsHTt2NH8gWnmRAAm0HAGK1ZZjzZZIgARIoKYJZBGrEKVDhgyRG2+80UQaqjiFCFTxt+2228rq1avNmCEA//Of/xjJBqEHqXj22Web+5FX86233jLlXGGmz0HgXnbZZUX80DbqGjlypGyzzTayaNGioAzaGzx4sBG52g88ib4ec8wxptxf/vIX75yoNLbbBB9IWt2urmNy5d7WW28dEpHaAAQmpCH6jHsvv/xyueqqq0Iy2C6DnyGLIYDtC/fjAssnn3xSbrvtNpOXFOM9+eSTZdCgQYHM9NWBcXz44YeheYIEfeKJJ0L5Tfv16ycffPCBzJgxw/Q5iR0k6OjRo824IKy1Pz/4wQ8C2WuPT+fnZz/7WcAAMveKK64I+oJ5OPLII420nzZtWoBBhbQtkWv6xcXOkQAJkAAJkAAJ1AWBlhSrn376qaxbt85EqLoXIlOTLo1idctBrHbq1Em22GKLpCr4PAmQQAUIUKxWACKrIAESIIHWQCCLWIXwQqShHT0JBhBeKrtssWoLNWWFOnCptNP78bctzKLasutBXyA9b7/99kBqQtJB9kE82mIVj0N+ol5EoNrRmG6d7vjGjh1rZCdkala554pViMV58+bJH//4x0BoumJVRay7vnDvD3/4Q5k7d24okhPSeL/99gvEpI876rLnBj9DyIKDRvyqJEUkq92HOHY2G+0v+jlx4sRAitr9wRzbbeo9Kqzxt8495PiFF14YRBhnZd8aXp8cAwmQAAmQAAmQQPMTaAmx+tlnn8natWtjhSqkKaJXNSWApgPQNACbbrppsP0fEtYnWZEeoEuXLtKhQ4eKgVv9wLlyqUyU64/eNqjT91jFGsxX1BJt+Pu8WK7rN1eGLDpP+lZ6UBWoLzuX2h5PBZBUpQqK1apgZ6MkQAIkUHsEsohVFXiIJER0oi8/phuxii3rp59+ugwYMMArM8sVq9jijshNlYMQfSeccILZHm+LVURiQkhC2iG3p7sdH/2Ikrko/4c//MGIwqxyzxWraAfRuwsWLPCKxygpivtUGvv6bgtLXx24FwdFaXQv5glzo+PS+iFFEYFsi9U4drvssos899xzsXlS7f6gvBsli7Y1kvWNN94I5gHpCBANqyI5K/vae7WxRyRAAiRAAq2ZAGTH0EtFJjx8vQzr1kpG+vx10m/cDBk5ZZGct28rGZNnGM0tVvEZ+pNPPgm1rNGpkKP4A4mKXKvvv/+++YPyiGrFc7rlHzu1unfvbrb+4zG9fIIV0asIKqjEVS2xWom+l1ZHbYvI7GK1NAq8K54AxSpXSM0TmPzn38lLK5ek7ufPDztLvr7DrpHl//XO6/LrR3+bur69uveRC753RuryLEgC9Uogi1jFGDU/JuQYIgohWe38mLZYRXnIsD/96U8mJ6svH6iWwd9uxCq2g7vXIYccYiJmVYJCviG9ALb3q/iFnLP7gbJIN6BiTkWhexJ9lFi1H9ft/G6/LrnkklD/9XmfWMU48fhpp51mBLUbsYpcpfb10EMPBakEXE5azpaOqM+tA9zsvKnKxxaj3/3ud02aBuSuVbGaxM6db9/rwB5fXHl9zuWNeUUKBIrVen2XYb9JgARIoD4JLL6hn4y9ParvA4sEalsXq4bX6xNkzg3DpBDXmDT3q2XWOUNlkmS9L6nebM83l1iFKEUqJvytlwpV/RvyFCJ15cqVsmrVKlNWZas7CtwDqdqnTx/p0aNHEL2qYtUVrIhwReqncg+5SharEJFjZYbp8EiZhkjPVbPk3MtEJgbrwZaVdnkRGT1NFp0jct05jdKw6ySZlF9HEkTKLrfqF5EBhfWCdTe195xQNC16kXs9zs8jzL1ev/30uXKHDJHGSydJ7pl8X93yo0fKyNtFhjzcIFPvEhny+iSZtCv62DO3XhfozETcL8XvDwIedzVKw+0z8pyk8IUFnjtC+yQycGJ+PPkvNkxrhlFfEeuxkVPmSMM0T39MW3a/paYjcLO9WmunNMVq7cwFexJBYMwd5wnkZhq52nWLLjKq/3HyzZ33ieT5jzdfkDueuVfWfPpxInNtd/qo6xLLsgAJ1DuBrGLVHi8k6913320Op9KoxShxBjmGyE9ETdr5N1GfT5ilTQUAyQpRiq31uEcPh7L7AZGJ7ffY4o4LkvfKK68sOgQpLmL1lltuMUI3q9yLEqv2tv4xY8YEIjMuYjWubc1jq9JWxahu77fTJYCB8kF5RB7jD9IMIKLV3bofx65SYhXrA+IdUcbuPED4Iu+tppFgjtV6f9dh/0mABEigPgjkxKpHkEheBi7wPVcfY2uOXlKshqniUCoEIajsdIUqSkO6IiAAn38gVJEGICqHqtaOerDNHwECX/nKV4xgxdZ/XD7BivKQqxCypV5JYtWWm2YdyDRZdGJjtFhdtVpWd9s2L+DxerpUZPwp0njEWBErOlrbPWXpUEue5l5/cw8tlqn2+FavWi3bdssrfsjIeUNkTu+pMvTShpz4FZFQX49olFPyj+ekbINMg1g9Yq4MyUehm8cfGxJ8eRDcf05f8bVnRKheRp4W6soJUslLaJuHCughMrffVGkwbedEtLJRLhPlUhm69JSccC0aj9WW1HYEbqnrstr3UaxWewbYfiIBiFVcv19WOJQm6qYf9+onZw8ekyhWb3xieur60BbFauI0sUArIJBFrELsafSgPfSoiERIN5xcb0eG+uRluWIVUhHpALC9HmkAEAWqwk+jWHEYk16QmhC87iFWUWLV3mZfKbGKvqCuf/7zn+ZDtYrQOLGqktQ+rEvHBLms8tStA0L76quvDg7gwj3KR9McIFWDHjSm9+MALeRujWOnqRfA3L4gQ/WALbs/vpysuA8RxbNnzzbpEdx50EPPEMGMtUSx2greeDgEEiABEqgDAtFiVcREnyHCTKPI6mA8zd1FitUCYRxQBamqly1V9eePP/5YXnvtNXn33Xe9eVeT5gupABCJCrG6++67J0avQq6WerBVklgNXg9WJKl5LDJiNT+6IFITX1JArIbzmtpide7BhXQUWbbCB5Hno6cZsRrKFZsXrpESGGLVGkM4CjY/Buc9wG6vSKwm8QiiUXORsD3zUbdBBGu+SVusZhpPjeaMTVrrtfo8xWqtzgz7FRCAWN15mx6yeOW/5E8rX/WSGdC1pzRs3cM8l0as/uSBX8uCNctll45byRvrPyqqE/Xhea03rVhFmoGPPwvnzNHoWfu5Lh22jExXYJfrsdUO0qNr96B/a9evlSWr3gj+3afbLtK5Y+ei/q9Ys1JWfPRO6PFSyqZtzzdubTxurL5+Lln5uhnzjlvvEJvSwR4c6nliyXz5aP1a8/Bu3XeVwX0GRr6K3HGhYBQfX9mP16+V11a+Lv165xJMxUVIR3UCzP762nw57eCTU7/aEW3tXouWPi87glfX7pFjSNtAFrGqeTAffPDBIF8qZN9RRx3ljVhVAWbnBMVjkGOQoXqVK1bRB6QDWLp0qfnWH5eKQ+QWVWFoM9Ft7/YhVj6xqifWa0RuJcUq+oN+oN+Ql4gajROrKI/nEXnrMsUhXnrolq8OCM1vfOMb3kPGkA6gd+/eJg0AeOj9L730UiI7lbYqUdFH9G3+/Pne/oDxyJEjxbeGlIFvHrBeEBl95plnUqymfXGzHAmQAAmQQFkEsorVqFQAroxxJUlBSDbIHcF2anS9eJuxL9epr92kNoOIvEWjpDG0tdmJwo3IserbZt1wlycVgL2VGSMqytXa+lIBIFL1gw8+CNaeT6riSUhVBCDgUKtyLuRR7du3r4lexWWnEXCjX5GjtZTI1USxqgOwv3CIiVgVTbNhROy35W9BxGqFxKq1td6sOSlErGYSkT6xakWIBvMW0V46sWq9BjUlgnNwlr7e9PVDsVrOK6Zy91KsVo4la2omAirtJj16o7y65m2vCIUg/c1h56aSSyrKZi1+RN78YIU3cvUH3XeXrh06y38dOCKT4Hto8RyZPG9aIG3P739CIM7w3NRn7jFjQF+P7BuO6lJ8KPfTR68344TYfWjc1ECeQiBe/dhNctOrf5VfH3iS/PiAY0PiVevQdAcohyupLNiqtP7ZvkfJ6d8+2dSL9m7+221yxfMPypm7f0cuPPRMb3s6NtSBufjWDn1Mu40frjDCO0pMo5929DAijtd8tjboy28PPjVRPKLtYx+YJJizw/sMkqeWPWfm9PbDzpcT+w/3rkqbIwrEjc1mgLK6NvDz0+8sMfOEMd989CWxMtftyPn3TjDz+PTom1KL2Vvm3SbXPvOHYG3olwngjC8CdK5LzQmcRayiLUQWXnzxxUbE4Ztvd1u9vTUc0aLY5o4y++67r0D+QQpOnz49FMUaJVZ9OVbRB+QcxTV58uRA3iFi8+CDDw6Eo/bDjuS058N3EBSEntumm0M2Kscq6rYPy9K2olIB6POQwoMGDTJjSiNWlamy9DH1iVWN3NWDo3ypEjQSVu+HrHZTCKDfLjtlgjyu6A8+4KukRXm3P7qGsCZwuWvIJ1bR/yFDhphDyRix2kz/8bJaEiABEmjDBFxxARSxYjUvDG1J6hOcuToKglQj+0RzKGo7rw+UgQsagq3IEqQbsPJVeiNki8Vkmja1rwMHiAwZXzhsq2jMHrFaPM7cVu65Ml/mW7lSi5h6mAXjbCU5VrGdH58Hfdv/IVhVsqIcPpPhgKqkrf9JL0uI0q9//euCL8pxuWLVrh/t4zNg1pyr7hZ4nbfcdnwxW/Mbx+YjSjHP0xpkzniRS33b6xedJ0asIl0AtrAHW+TjI1YLeVRTpAJwtt3rlv3YiFWrr8E2fZ9YdVIBmEjaHcPb/O0UAcH8RaYCyInVILWBpggwaQgK6QnsdAupUgEkRccmLSw+n0iAYjUREQvUCgFIpbPm3RrZnc/H/y1TV12pZ9+cJqVAVGPaT9ThCkU8B/GXFAGLKF1NfQDpd+1xk4LmIPp6/fY4SRovxvet28809yWV1TpR1hWSKnoXnnW3NzpWO+YbN/oAgf2rIy+KnBtfP1U6+hjaFUGSf2Xy942AfvysPwRP4f40uXaVTxq5ufll3zb122XR/oSHrjKCFHJ17rhpXvHsDt7m7c5v0iLWteFK57uemSmjH73W3H7f0RMixX1c/VnFqtal+S6xXdw9BMptDxGjb731lhFudoRo0rj5fDQBZbrTTjuZNAjVviA+EeGaZY51DUEo8yIBEiABEiCBahLIJlb14B1LmAaH30jhUKt8FFuDE6Xpik/dOlwUzRmSmprXNdxmkahN2aaO142eLarPFav5+m0xbOZNI/aCreB5Rt5t0vYYWlfE6nvvvRccVOVGqqpY3bhxo5GvCxcuLDtaFeghSXv27GnSN+HyiVVbruJAq+233z7jy03Xn3WbPbehw5cKUc+hyGY9EMpsR7cOrxowQSaYA6vGyPAFX8gPrO3qhUjZ8g6vGjlxgjmwqvuYgbJyp4mFg640FQBypNqHXdmHV4UEpcPBYmDfr+2Z176Rro1yipG0jdIgM2RG/vCr4DVv8xs9QSbkD8vK5YTNH8Blp1kIXpcxh1dRrGZc49mLU6xmZ8Y7qkSgrYlVjYYEbleiQfIlydIsYhVtqMx0JaUeHpYUBRknlOOWjK+fWleSdNR7EUV6/7gpQTN43E2j4OuDT5ZG9TWqrMpd3zxF1WVHnqLMsrPuTSVkUTZKrNrPuTzSvmRLFatp62c5EiABEiABEiABEqhHAkGuxIjOuyLUjeSMSg2gp3rr/UURptqeK0kjo0cLh/GkbTOyXF54NTqnkgdjjUgNUBR5GlXO87g3uq+FF8x9990nxx57bFmt4ktmRKDiipKqeHzDhg2yfPlyefHFF0vKrep2UvOsHnBAP7QsELcqV6PSAnTq1Ml8Gc6rBQkU5ZxtwbbZVLMQoFhtFqystDkItDWxelCv/eSVVa+baEhcdhRic4hV5Cj93t25yFKNytTIyjTizydWS+knROWRU04xW9uTIkmRJmKvW//L9BnRrWCGvKdR+VLddVkJsYo6VXYmRdhq+4f89gT51WHnyOkPXG629SNVQ5K41nvjxKr9GkkS777XKMVqc7xzsU4SIAESIAESIIG6IuCRHmlSAUhRxFohYjWtmI089Kko+tSNAs1Hz+2a31IdpC+IJm/naLRPRy/ckWsjSqxGC9l86oTXkTNzmIiJ/rOid7UBT8RraxCryJP6/vvvm1HGSdX27dvJF19sMPn1X3nllYqJ1R133FFyYhURq5JKriIna4cOHerqZVrXnaVYrevp83WeYrXVTWnrHVBbFKsn9R8uo2acZ3KOYqv5A6NuMAc6lSIs06wMCD8ITeRZxfZ9MIfctVMRRNUTNT9Jgs+OWIVgnPpCLmdm2m31x0wZ5z3ULM12+GqIVQhsCNVXLnhYJv/5d/Lzv99p5jYp1QLFapoVzDIkQAIkQAIkQAIkUCYBI/wK+QxRW6xY9TzvSsfISFSnq+nFalhebuvZ9p+2zcLhVdiWbV8tL1aznPBe5ixH3l5uxCq29n/++eeBWNVt//bfkKr4t4pV5NnXe8oZ1+abb27OMMjlrm8KolU3biz8bEewaluIdN1uu+3KaZr3kkCbJkCx2qanv/YGj3yef1nyN1m6ZoU55MmWa6WKVURA/uaxm8yJ8bYgrPUcq4i+xInxiMo8+o5zgkOSwKTSOVZ1Jdh5Ot+/4BETOYrIysF9BiYuFjdiVbfIZxGrL536f0EEatzhU25nICtfW/l6cHAVnoeshLyMuyotVtNEniLlAi7kgH17zUpz8BauNCIY5dJErLrpHBInL1+grUWs4kPshx9+aA6K4kUCJEACJEACJEAChoAeGGPld0wSq76Tuu0ozbjoTpt6FrGa62ejyeP67acRFVpIA4A607ZZqlh10xgUxuHkSs2QCqDexeqnn34qa9asMShskYp/t2/fPnhMxeqGDV+aswdeeOGFiohVPbwK5xjkBGouFYAtVpEeAJedGgD/xkG0W2yxBd8ESIAESiBAsVoCNN7SPASw7fz3C++T5R+u8B4GVIpYtaUkeo1cpdgq/s2d95F6Eavotx3VifyZiGDNIiyTyuqM2vlCsa0dp83bh0LFzXzU4VVgHXe5OVa1njSHQaG/jy+ZHzqoyU4PkDTuSohVm1lS6gJNrQC2eoExooTTytA0OVY14jjrK7UtiVUc+LTPPvvIVVddJePGjcuKiuVJgARIgARIgARaKwFLWA7rlhtkklh1ny+Smnm56B4Q5UrNTGI1yIE6TYY8NlYmWWkATKdTtlmyWNVDh5xDqUQfz3x4VW0sqHIiVpOiVSFXVaq2a9febNN/55135JlnnpH169eXDQD5UnGY7C677GLlVi3IVTvnKhqz5SqiXbfddtuy+8AKSKAtEqBYbYuzXkNjhmh6cPEcuXPxw4FcGtz7m3LAzvvKIX0Ghk6hzypWUfcZ946XD9Z/bOrWS/NgNrdY9W3vhhTTSNS4afCVQzSvRjfi3iRpmPXwKu3PLx66Sq54/kHzT/fQrLg+Rx1ehbH8/LCzTAoD3+X2086xmpSzVOdw+qjrgqpVXiaJSlvAJglRVB4lYZVX0kFbqAOMZi95MnTQlj2vafoRJVa1nixpBdz5aEti9ZprrhHIVfzNiwRIgARIgARIgASUgC/Ss9wcq8GBTgtGyjSNhI3KMZrPTRpSXJ6t/uivnbvVPUArbZuli1WNip0vhbZz0apzZaDMlyEmxyrG4Ub0+qWvE+lapSVZqljFVn6IVVy+7f94LCdVIVdz0au41q5dK3/5y18E0a7lXltuuaUJHOjdu3c+UhVS1S9WfSkBIFYhWHmRAAlkI0Cxmo0XS1eIAOTXzX+7zQg8CKnv9vm27L/zPrEno5ciVrt07BwchIR2cBAUxNP3e+9vtmLf+MR0+f2yRUWjgtA7e/AYE9ma9VKxh/sg907qe4SpAkLNTW/gq1uFcN/uX5efHnpmSC7b0jNOrEJO3vnMTDlr3q2miT8ff1Wq7fwoawvHNIdW6Rg0XygiaiccdrZ8vH6t2Z5/7TN/iNyS7/ZTxaJ9kFac3FUpizJH9R1qunL1YzeZeY4bM9qFiBz96LXmHqQdOLLv0BBre27sOUXZPt13Ndv4Z74w26wfrK1JR14Ueb9yPfWeSwRfHCB/rV523Vh3N464LLYezSmLqNRhfb9vOM9d8jfzWsJ6u3XE5ZESO2ktlyNWn3rqKXOiKLYexV3Yfv/II4+YIjvttJMMHTpUttpqq8hb4uqFGMX2KffCN/W+OlFX3KX3ab1x49G69B6c/vrSSy+ZKAG3bTw3Z86coK/f//73Yzm5jJCq4Ktf/WrS9EU+r30Db189mhLBrcCXIqEUNqgXvOz249IwuCzj2IIruOMCe/RZ+UetD3uc2qcoBklrWttw5z1praEP6Ks7NpeTOydRLCq9ZkpebLyRBEiABFoBgWixGj04V2pGbcN3D7FyI1izRayKSF64zg+iQ4v7mNRmOWLVtJaPjNWWwWLUm+fK0McKYjWq3HlIBRpc9S1W8X/0J598YkYTzqeak6h2pGoucrW9KfvFF1/In/70J1m3bl3Zrx5s5cdn8d13390Sq0gFkBOsmhJAI1fRoB21iohXfPbhRQIkkI0AxWo2XixdAQK6PR9y88JDz4yVqXZzWcUq7lVJCGE1dLdBRqRBrOIkdki85hCraBfC745n7pVHlj5r2sIF+XbGoJMTpRcE5Usrl5h7hu9zeGibOx7D8w+99kTsFn1IQ0g/+4qLGnWnFQK3S4cuqU+qB+dfP/rbyNVhR5TaheL6iT68+cEKUzyq7yro7371iYAzxO55B4+JFcm+/sbxsefE7v9e3fvIkN0GphLwiDTVy55X+3E8jzov+N4ZXpY+Xii48zY9TJQ35HA5V6liFXLrpJNOMk03NjZ6pSY+bI4ZM0Yef/xxk1AfeZyef/55c8+VV14pI0aMKOp6Ur2INr388su9Qz7kkENk+vTpob4kbW966KGHjOyy6/WNx+6X3gMhduSRR4r+Wzt1zz33yMUXX2z+iXEj7xbG7eufj9GyZcsM07PPPlt++ctfljS9uO/GG2807SMiwr2GDx9u5sV3ue2Wwgb1gv0ll1wiP/nJT0wz2uadd95p5Lp9uSx9bCESR48ebdiAJS5dTw8++KD5pSJufWh72qc4BlirM2bM8Obi/e53v2vadTklrTW0j6gWd2yoD5dvnvC4zqWuy+ZaMyUtNN5EAiRAAq2EQFF0ZSsZF4eRjkCpEaurVq2SL7/8MpCqaK2w9T+XAkAEgjUnVfEHUhOfB5544omKpALYdNNNpVu3bjJo0CDZZJNNzIAhUfVPLt9qLoLV/YOyuAf38yIBEshGgGI1Gy+WrgABPXkeh/WYXyCX/E2eW7nEbNe3oxN1S7jm+IREW/HRO5E98EWXQs5But189CXmJPbfHHauTH3mHunaobP8+qiL5dk3XzCRh7heWfW6bNWxs/Tcqrvs2LV7YgRtBVCwChKoKQKlilXIMghDfCj0SVLIn2OOOcaM9bbbbguiJvE4RBEee/LJJ4uiOJPqVXGm264UJsQnhBm+cb///vsDuerKvSj4Wi+Emm886NesWbPMmOPEKqTq6aefXpTHFTJt5MiRMnjwYJk2bVrQDUi1pUuXFkm8KVOmyEUXXVSyXO3Xr58cfPDBhjMOR3CjViEVcc2cOTPoC+bm7rvvlkYvbLgAACAASURBVCuuuEKGDRsWpEwohQ0qjRKrYPzcc8+FBHgasYo+QzrPnTs3uFclI0TnG2+8UTS9vnFqoajnEJF68sknm3lx69Q8vXh+3rx5smhR8e4H1B8l3X3P6ZrxzRPK61xqCovmWjM19cbEzpAACZBACxOgWG1h4DXWXCliFVGn7733XrC9XyNWdcu/pgDA45CX+jjue/XVV+WVV16pyOFVQImo1e985zsmiAHthcVqLmrVJ1d1GrbbbjvZbLPNamxW2B0SqG0CFKu1PT+tsnd7TD4iiC7EABFheELfw+Wj9WvNqe4a3YgT6nFh2/WsxY8EwhNReYg4xPW7J2+Ta4+bZCJEe2y1Qyj61d4mjhyu2IKNrdPfuv1ME61qi1jdYp+U07M1TggigcH96XeWyAOjbkiMqG2NDJLGpBGrYLTwrLtjt+on1VXLz5ciViGzGhoa5OabbzYCCULIjbZTMeiTRbh/v/32k1GjRoUiMtPUGyVWwRgRjfi23o6SzCpWIcwgT235ibpxIABkI0RlnFjVcr48rtp3jTxUoeYTzGhTy0cJt6h1pdG1uO+HP/yhiap1I1/jhKPOnRvNm4UN+uYTqxCjH3zwQZFgTiNWo+YS906ePFkmTZpUJOpLEavouzJ0o5HBEY/98Y9/NPnMfNG3uD+LWI16Pfj60Vxrppbfo9g3EiABEmgJAhSrLUG5dtsoRaxiG/+HH37oFat2XlWNVM2lBmhv0gBAqlZSrHbs2FH69+8vPXv2NBI3SazieVyIYMWFlErI1cqLBEggPQGK1fSsWLJCBCA8Fy19vigqVLc5Y0v2hQ9eaU6+17yodtOQn8hriS39u3fd0ZTT7f2adxTRrgf89njzfO+uPWTNpx8bYYto2Yate5it5Z07dDYiVqUqBO/hfQaZfqXdUq25OiGFT+o/vO6Emx54VG5uzgotjZqsRlNQYH387rjLUqeuqMnBJHSqFLEK8YaoRkTzqcx05SCi6vCtuR0RmcQnTb1xYhX1jx071kQ1qujNKlYhypDiwE4HoGPU56LEapSMixp3nPTDPSqabVGcxFAZ4G/IYZupfW9S2xDEKr6VeRY2aMsnVvH44YcfbqJxbSmZRqwichMXpGba/LOlitUogQkuP/vZz2TcuHFmrSlnd16yiFXci4hoXwSs+3jSvJW6ZtKsK5YhARIggdZMgGK1Nc9u8thKEauQqpCrGqmKVlyJqtGqKlVVrL7++uuyePFi+eyzz5I7l6IExCpSW/Xo0aNIrEblWmWe1RRgWYQEYghQrHJ51AQBRKBCpn6w/mOTEgDXrw88Saa+8JB8a4c+gUjVn3FwDw7rQRnkG92mYxcZ2OubQW5KPTn9pVP/T/762nwjPfWwIlfM4kCpXxx8iuzfax95dtkLpu0T++e2xiL9wIOL55ifTzv4ZPM3xLCmD/jpo9ebg7CQSxV16H01ATWhE5rr9vjdBxcdklUP/W+JPuohWnEHaLVEP1qqjVLEKqQpovU0KhPCy42KTCs07XGmqTdJrLrPox/Ixzlw4MAipDjESPO82vdBnv3ud78L8oAiSvHNN9+UU089NZRT1ZVnSX1zO5CGUZJIc+u0o34xNt267kZWJtVrP18KG/QrSqxCtqN+bN9HKglI0jRiFYL7qKOOMhHFyB2L6GT8EuHma7WZJIlV1HXZZZeFMOJgLHxxgNN17UhsOxIYfVb56svJm1Ws2vJex6NzedVVVxmR62Pqe59ImtuWem9hOyRAAiRAAiRQLwRKEatIS/X5559HHFqlh1e1N6LTFqsbNmyQ5cuXy9NPP12RHKtgjFQAGtSAtjSvqi9y1c65invx780339x8biv3Ml9QuAeYlVsp7yeBGiVAsVqjE9NWuoWIz988dpORpIg6RS7U7919kYlURd5VRJfi6rpFF3PSO0QqDnY6qNd+5rT5HTp2MVv8kUdVt2jr6fQoq4cAQYb++O6fmbpwmJSKWbSJ7e+4jr7jHCNxGz9cIQ+Nmyp3PjPTtKHiFG3hUvGrc4RIxr7dv153chJi9e0P34k95KmtrMOocYLRx599kupwqtbAKqtYVQFkb5GGeLvppptC+SjTSEObX9p6k+SlT6wibUGvXr2KpmvvvfcOtsjb9+lhS7Y4RoQlZJp9WFUtilWNULVzmEK0Ifesnd4gSb5FidW0bAA7TqxC+CLfLAQpRGsasYo6NQ/s7Nmzg8O3ovLionySWPUd4IX6kPYBQh1b4/RChCqiUzQKW7fwawSrvcCyilXc6+ZS9eVeTfO6Sprb1vC+xTGQAAmQAAmQQCUJlCJWcXAVxCVEJi5bnto/2wdXqfTE54k///nPJuK13At14vMKdgRBkOJSeYqDtXwRq5pvVcumPcBq8Q39ZOztVo9HT5NF5/TNP7BYrus3V4YsOk/0kaKxPX+d9Js3RBad01NmnXOpyPjrZVgznJuFfk7tPUeuPzosi4sfR5/Hyox8R0dOWSTn7StSNE48nx+rRrebW4Lxr5ZZ5wyVSQt0xCNlWp5DqLwUHs+VzN3XODbXrnkEcvrS+QG6XJ/C/Qxayfe33DXE+0sjQLFaGjfeVQECyKH6q3lTBRGTEKuICuzXe1+TA1WjSiEtsZUfh0qhzO2HnW/uwYVt/ohSXf7hCiNhcciVRhhiazvkaOeOnUVFK+5BvbhwirpGvJ4+aLSMmnGeaQf1XHDwWHPAFVIMoL0/LJ5tUgRAskK8Dt1tkIx+9NrQQVsuDmwfn73kSVOHXppqQCNfo0541xPjfSfR3zjisth0A+ffO8GkPdDLd8I8JDNy1j6x9B8hSYz+geePDzi2aLu7e3L9fx04witk3XI6FpcPhOWvH/1t7CpC3319wU2agmHOa0+aaGa9IMohwkf1P65Ihvp44j6khfj6DrsW9cUdixZASomkuUNZ3xh9bWHO8KXBsrPujUwzENWe3Wms6dO/fXJZqQqyilWINeQZ1VPZ0R899R45VzUC1N5KnuatI229SWIVMuyOO+4IJG8aEYX+2fUiMvGMM84IpTpAVCIiGePEquYm9UUw+hikYYToA0hhN+drFFPIOeQwhbDUC6kR0Cc7V2uSfLPbLYUN2o4Tq3heI0ARkbnXXnvFso0aL+q4+uqrTfSrL1dtklhFvSpK9dAqiNXp06eHpKpG/rqSHu1us802RYdYlSJW3fXjm/vmWDNpXp8sQwIkQAIkQAKtmUApYnXlytxhyJoKwD68SnOsarSqHbWqh0thV8y7775rcq5qztOsjCFtkQYAnxUPPPBAc7svWlUjV+1oVU0FgL/Rp+7du8c0nxeHMkHm3DBMcroyJ/saJxYLzMiKArEaqV6zIgiXR/3jcpp0oN0v7+OO1Fw1S849olFO8YjhxTecK40nXi/DxC5TuH/Um+fK0KWnBJI5iNwdL3KpXac1flugqtAVtw/m33NlyMOugF4s153TKKOCuSgPG+8ujQDFamnceFcZBCDFJjx0ldk+//vjrzD5ViEtEXG64sOVstet/2UiVs8YlNt6b0sv3Ltk1RvmoKq1n601z2G7Pi7kS4Wk0npxOJXmT8XzkKqQoipmEbkKAYtLo1Ah5hCZeuuIy434c3O5anqC3xx2bmQe1mOmjDNCFaLylP4jTM7Wua/NN2kNcL1ywcPmb/QbY0GErl4QuYP7DDRjgZhDGoOz5t0aej4q3YDmS9XCENXf2W1giJ8tmRG1O6TPt6VLx85B/8AEDNzxQcbe8cy9RgDi0khfV0ii3I1PTDfc/nz8VdKn2y5e0afz+JMHfh2wR396btXdHKSlshTzA2FuX5rCQOfv9P7HmwPOkJ5h5guzg3tR36+OLLB1eaLua47+uekjBLx7uWPGmlRhi7mDxIdg980dHtMxTnr0xkDSI3ev3Rbq6fXb40wVdoS12xe3PfA/v/8JphgOZtP16+OV5aWaVaxC7EDauVvrsdW8b9++gQB0c526fdLt9SoM09abJFZdGVWKWNUt2BgTBBnSAKCfSVGVvu3c9rhV3F144YVm+3oSI99W8Li51fZxyJSbg/Tyyy8Xe0t5nHB027WZp2WDfiaJVZQBA6QDuPLKK+X000+PPBgM0Zt33XWXN2dvXF7RLGIV/dEoVI2kVd4qPZHv1p1TfNHgSt1SxKqdxgEpDnyHY1V6zWR5r2BZEiABEiABEmitBEoRqytWrIiVqnakKn52I1rfeecdWbJkibz11lvy6aefloQWKQDwGXqPPfaQLl26hKRqWLAicrWp6Hk7zyrys0ZdUVv8CxGgy0ORnzJABWw4knPk6JEyQ5yI1bcLMlQGjJSR0igNJpLVidIM6sxFlPoiUrX/6O+lMrEoYjX8uBthi756omifv07OfXOUqStdvSICgTqtQeaMbZShJkI3L5I9YhljmXtwPmIVIvUykYkheT1VGhyxGojeZoj2LWkhttGbKFbb6MRXa9iaSxXt3zHyOnl8yXw59oFJsdGfpfYVEtHO0fr06JuMREOb+++8j6z46B0j4yA+IXeP6jvUPOYTbej3jIUzBYdU7dFt1yDfqts3lZsQX+7p8Rp1iIhH+8KBWirG9PAtfR5yDxG8esWJM80rq2Xfv+CRkMTTQ5jwPASuK2htYYkyyE9ri1ONBtb6IY4xh66URDuQo+44ffNo9xnzAxmOy2ZiPw7BOGTKWJPOIap9jQBFPa6stHlCtCf10Wbmy7OqEj2KKR7fY/IRJor22uMmFSGw6/etGfeGzS/7tnnI7rse1AYmuOIiX5NeS1nEqm9rstbvPqf/dk9VR3mVV9huDWmXpd44saoRkHbkbCliFX2EwELkIg4UgvBDjssksYr7EDGKqAHfoV3ad40c1frs/trzhSjeWbNmib2tP24+ow5Awj1ZDkGC9L7xxhuDCFeXeRo2aDONWNW1gPKIfE46GMzHKk5AZxWr6IcdSau5Td1t+vY8+J4rRazqPGF9IH8sWCxaVIjOx/OVXjNJ7w98ngRIgARIgATaAoHKitX2wSFWbhoAFayaEgCffRYuXGjkaikXdvzgi1hEreJSUWrnVg3nWW0y0bGaCgDl9b4kseoTldrnsOjMydS5h86RiXKpFcmZl6y7In2ApgI4RRqPsMShFaHZcJctTwt1utv7fdxSC1D75iKpiSfD8tVIUBkpM27PJw/Iy15xRa6K1bwgDaJTLTlss8skVps76reUhdhG76FYbaMTX61hq0iDLFuy8nUT8Wdv24/rFyQUIltVINllIdmuPuriIIJVI0Ehq9zyKNu1Q2eTtxXb5u2t5FonxNXZg8eEugPheuSUU4KDsobsNrBou7lKPZ+0g7ictfjRIO+rVm7LxSixCkYqX+87ekJRtKwKQ3u8dl12ZCTGf/+4KV7Utuhzx+BrA1GcrjCshFi1mdiC15amtnC1BwPR+JXJ3w8eskVjVrGKdBUaleoTq3aUsI+rPh/VV1sgo8O+ubXH5hOreN7m5Qr1LK/1LGIVkgofAO0DfbQtX9SgHlCEaEREaCL/E8TQ+PHjZenSpcHBRVnqVckH6WRfkGFIAaCyVp+D3EMEp6YocNngACtEd7ryELIXEZ72Fvo0YlXLoB8XXHCB7LnnnkYkI+IRUaNnn312kNcVfdEUCIiEhMQDI0S2Tpw40UhVVySin4hmxB/7UkE5atSoUP1aRmWhiktlbh/chDpQDhGYdrulsEG7acQqymnf8HOUWMVziEbGurHXE6J0wRSP+wR0KWIVbWkkLaJp8csOUkC4B4ApW00/YbdfqlhVFkg5cNJJJ5n14V5Z10yW9wOWJQESIAESIIG2SKAUsepLBbDJJjmp2q5dsVzViFU7dcDatWvl2WeflX/961+ZsaOeb33rWyZaVUWtLVbtiFXkWm1qglANi1U0qnI1LhVAlKjUToeiLvN5QiFiIVZDQrYoxyrEqp2XtRA1CrEaCEerzsqLVV+ag9zI3HGb3KuvF9IhmH/LNJnTe2rxOBGx6mzV93HMFrEaEVWbefXwhkoQoFitBEXWkZqAiiFbFLqRkVGV+fKWalnUt1/3PiZHqnu4VFzn7H7Y5SDJ7Pyo+hzEpV4Qtq4wi4rAjOtDGrEK4YbIXly+qFU7H6iKYlusJglC7Z8rJW1Jp1ISW/zt9AWucCxXrEJAIx0ELjcyU4Up5kFTKvjY2gLW7l9WsWqX94lVtI2IVJX37lpGPzT/r9tPjQBG9LDK26St/FFiVfuQdH/SCzWtWNUck/Z2crduyKjFixcHUXYQdZByiH60L+RnnTRpkpGOWetVyee2ja3bP/rRj4LT0/X5pBNOITQhqlx5qKIY9apITiNW0S7KQfZByuqF6NczzzzTK8r0wClIa70g1iBi3RPvoyJwNerXl2c0eC/bZZdAPEM4+g5ughA+4YQTQu2WwgZtphWrKIu1A5EcJ1YxJ5CYEL9R68ldF6WKVTslACKQ0bc33njD+3LSFAy2jC5VrKIBRMC6OXHdhrOsmaT3AD5PAiRAAiRAAm2dQCli1T68KrzVv51XrNrRqipXkQIA+dqRxz/rtemmm8qAAQOkT58+gRy1ZWoWsYq+desWva88KhWAisJTlg71StCaF6sm92qjTCjKYYrZKJaYPoGM3KpRYvW6XSfJIt3mjyoRFXtXg1wfHPiVS2uQOmLVG1WbdeWwfKUIUKxWiiTrSUVAxRAK+3J5xlWC6L/J86Z5xakKUgjR8w4eI6+tfD3ITQopudsOu8iFD14ZyFItHyVW8XjD1j0Ehy8hVQAupAuwD6SC9HMPk7IjPnGP1nNQr/1kt+67Rh745JOhuF/FHiSpHd1oRzZqNCqE5//9/Z4gAtcWq7ZoRDnkcY26orbh231xx2n3p1SxipyoXTp0CXLRIofoSf2HB6kGskhRu392rtUsddj88XOUWHXz1mpeV52XqChUzMnSNStM9HAUc3eOfGJV8whH5b1N9cLMF0orVrPU6SsL0YRLI0TLra8e7oc01q1dboSpr/8QdDglNo4ROOKPL5KxHphUoo+QnvoLSFtaT6WumUowZx0kQAIkQAIk0JoJlCJWV69ebQ6esiNRc1v/C2LVPbzKPegK97/44otGrmY9wAo5VfH5cueddzZT46YB8B1iZUet2odXbbbZZuYL8ejLF9VZ2J4PsVrIeRqVCiAnERHhWRupALDNvzh/acDAJzGdLf52xKr38CrkWLUiV325YYvEqn3YlXN4VVLkcGt+jdbi2ChWa3FWWnGf9GT2Uk4whxSzDzuyMWkk6bd26CM4sR5iFXk+sd0flx66hJ9R9hcHn2IOsfKlFUAZ3xb3NNPi5rt07/HlBU0TsQpJaked2pGcEGtPLP2HOeQpqq4skbRRZW2xinHZB4PZUq9UsaopGlQy6wFNpx2cO8QsixSNSmmQpQ63zSixaqdZsPOkauoKN9cu6nWlq93fuLVni1XIek2N4ZP8adarW6alxGopfeM9xQQgVPHHPZyKrEiABEiABEggPYH8oTCefH/p68iVbO5f9I24uN3Xq4ERUWZuWefkb/fpmJPAC0UT6vBCcw7esctUgHtwOE4pp4I7cki7Fsk6S38j6s66rlq6fCliFV+GI+LUJ1bbt9+kKM+qlsPYVLBCbiKdEb40X7duXephQ+Dutttu5uBYCFZc5YhVHIK19dZbJ7ZftEaCtRF10FQNH15lXvuTZH5o1Nb7SkQu0xCDiEO6REbKtEXnCY6s8pcvNOqNgr200KuRU/IHW+XrstMjJE4YCzQrAYrVZsXLyitNAFuecfmEqC1Xn35nSVEZFar2tmtf2gAIvlfXvC2QtJBXKvbSjgVyFdG1f3/zeW9qAvdApbRi1ZW2SEPQY6sdzKnyGhWZRqwm5fFMK1bRn1EzzguigFUq3vnMzLIOr4J0/NGMc4PIZI2wzSJFbVFp885SB+Y7TSoAlLOZ6cFgiEId3PubohGs9vpxpastZ1Eu6gAqW6z+/LCz5Og7zolMQ5B2vdrlKFZLoVa9exCtiTysvEiABEiABEigZAJGfjXKwAUiQ7xbYNPX3CJi1US45U/VznctJysK8iK6x6VI0fTjjy6ZE01iSZFc2byAGl08pkytNoPALEQT2qztA4fCc5CpvzVeuBSxChGKz2XliFXcu379epNj9emnn05FCVIVnwUPPfRQI0NRB65yxCrq69SpU6r2K10oNmKz0o2xPhKoIAGK1QrCZFXNT0BzVvqEKMTeDh27yDvrPw5kEyTpKf1HyNtrVsqdix9OlX/VTROQtHU+adQQkDc/ebv8/O93mqLuoVBpxSrudSMxEfmr0ap4PqouO7o0KvJSx2HnDLXTCbgRqygPIThkytgQ74G9vikvrVwi00ddl4Qm1F87X61vK78tOZNyrNr3q+hEZ5pLrGq+VLSB9fOrw84xeWij8ge7h1a5oKLmyE0FEBXFnAg+ogDFaqnkeB8JkAAJkAAJ1COBqO27ubHkJMc0kXFjxZx77UQrutFX0w6dK1Nlolz/rb/JuZeJnHLoXBl7qciE24fI3NHhaLCBE+eIHjwTnJKtCCOiIv2yT8REbI6TfFRYcXRoLsrLiZbDYzvO8vSzUU5BdJmpM3/at4gU+huWs+n6HiVW7e3QJp7NCNhCqyJBhFpUf+zHwW28yKVO5J3NOjSnELoHz5V+noN1oli7jxdHtlqCOyR8SxhblV5SpYhVbONHOoByxCqG+95775l0AFG53F0kaK9jx46yyy67mPyq22yzTejwKqQUwJ8sqQCQBgDpAKpyOZGjdoRmVfrDRkkgJQGK1ZSgWKz6BCDxfr/wPnnotSdiBalGnH6/9/4yqv9xQcfnvjZf5i/7h3yw/uPI+zXqFYIWh2EhhQBE2ZG7DZYDeu0Tm5sUDSFSFdeRfYcWAVOZVo5Y9aUasCNQo8Rq0un12tmog6PwvE+s4nH7Hq3HHWPU6omKjo3KkRp3UJTdxjFTxgWRtHb0Z5JYxRrD1SOfV9cWpklC2palWDPbdOxi8qe6l9aJedP8vSizZOXrwSFWUeLYl2PVHqstkUt5xVKslkKN95AACZAACZBAnRKwt76H5GRuPOFI0HC0Yk4oNgRbXM1BLEdMEoEwhVjVn49ebmRhoyVStWxDPoJz9arVsm23Qk5HX+7BoD9JEaurVsvqbttKUFtoe78TsWr3+ehtc4fJIKfhww0y9YhJov0L99cRq6n6njJiNbLvQ2SuHfGa73fQv0BgNsgdCayLonvjUgEUsS6IeEjxojWga0ZPSrfrLnVsVXhplSJW0c13333XSMyow6uScqwilQBy7OPPZ599lnrkaG/zzTeXPfbYwxwGi638pUasoq7tt98+ddssSAIkkCNAscqVUPMEIO5+/ehvg0OZ0GGIp6j8qDogPThK/9344YrEiFX3MCuNgrUjZJED84d9v++VrBCCuHzpA1SKufIrTcSqLQdt6Wjn9ES7UXX50gh8c+d9iubejmy1I0hRMEqs4jlb3OLf5YpVux/uwVhnzbvV9DsqF6ktet0ySWIV7fbcqnswfzbrJLEad6CXDVqjrpET172iDijTcj6x6kbyzh03LRDDWV/cFKtZibE8CZAACZAACdQvASPGlp6S31pfLP9cwWmXD9+bYxCUN2I1H/mZj8IMb4P3icZwRKl4tsdnyrEaivDUXIk+sar9zJ/SHYhV63FzIvhQaRxbiHzN/axzn9T3jDlWi/o+UeQybd+z3kJi1T2AJ8y6SFpnzLFaFGkcrJ9cv0Inxvvqzjq2Kry8ShWrSAUAORolVnOHWRX+2IdXYZjLly+XhQsXmsjXUi5Emh5wwAHSs2dPc7sdpWr//OWXX+bF60b58stCRCvugZRlmqlS6POetk6AYrWtr4AaH78dMQhZN3yfw822fhzagytJrmYZHqQqroate5i/cfDVhYeeaSQVIhmXrHpDFi57IYiYRfkLDh4bik6FNHtk6bPy++OvEFtc2ie3u4cZqSxDm+9f8Ih07tg56LaO35acdj5OV/bZ0YvuNnSbJYSs20d7W7mbBxYdUnHo9lE7G3VgVNwc+CJW7X4g+tiO+nTzurrjB5sz7h1volV9B4VFiVXct+Kjd8zhaNcc/fNg7qJytfrGhL59ZfL3zVOu8NbyOnc+viiDw900ZYRv7Hb9r1zwcNANW0S792V5DVCsZqHFsiRAAiRAAiRQzwQiZJ8lNLOK1SDHqkes2tvblVpum6/2o3BQjE/a4p7IVADWNARb84Nx2Kd9lypW7Xm260jb9+hUAKGaTRTwfClI5fBJ5ZEH3zSXWC2KWM2NQ6OPffMUJVal1LFV4SVWqlhFOoD3338/OIwKEart27eTdu3CQlXFq+ZDRZTr559/Ls8884y8+eabsmHDhpJGvemmm8rOO+8s/fv3N1v50Q4uN3o1J1YhVJtMhK2mCkDZr3zlK9VLA1DSqHkTCdQGAYrV2pgH9iKCgIq3n+17VOgQIIgk5Bb15VotFaZ9sn1SHYiKnLX4UZn6wkOye9cd5eqjLpav77Cr2IJLI2Y1Uhb/vnXE5aYcLkR5Tn3mnmDLOh6zZS0kG+qHPNZ0BBd87wxzL9q5+9UnRCUt+nPhg1cW1YUUBnoP7oNYhDxUbpBwXTt0Fu2jHvB1Yv/hIQSYBz0QzCeUtbCOH2V8EZl2pbbo9fGGfDx90OiQaEY5CMwJD11l0jTgQp9x0Biu3y9bZP7GevnpoWcW3WuL56g5Voltj1nLJkXi6vjd9arz/dNHrzfziT6fss+RobnBfLtpLjA/WFuvvfOGTJ43LbTeNX8w0k64Eclp+PvGn0WsTpmSS3Mwbtw4L8q45//zn//I3XffHfkyO/74481J9zgVFX9w8j0uve+ggw4S/HGve+65xzw0YsSI0FOIIEB/8A28r7+l1ou+oc1ly5aZ9g4//HBB3+1v+rVuHVPS2FGPjlfH7wMVxQBl0afZs2cLTqjFQQYDBgwo6lck/JRPgCnmEO3g6tWrtAdvXQAAIABJREFUl5kTl/0111xjHnfnK2lO7G5gS9wjjzwie+21lwwdWpxmBeN96623vD3faaedivqUcogsRgIkQAKtm4Bn6384V6kVgYpt8hqNmI9QLC9i1UIb2qqfezxtfk/fBBVFZJr65+YP5ipVrEZErCJHaxCZG9f3dGI1vu/h0YbKtphYDa+JLGJ1+Q39ZGrvQl7dXHoFnZeYsVXhVViqWEVXIVYhRjXXqhulqv/G8xCca9askVWrVsnbb79t/oZgLedCSoBu3brJjjvuaP7G50AIXhWo9t9uRCtkLMQqLxIggewEKFazM+MdLUhAxSpE0Ul9j5B+vfeVj9evNZGjiOzD4/ZhVaV0Tet4YNQNgfRMWw+E1p3PzBRsT9ct65Cczy57QT5avzaoZrfuuxalDtAoSbetHlvtYKJkUc/Hn30SPN2lw5ZB/3Dvs2++EETLoh+IqHUv+x77OUjN11a+Hiru66MWgJC1L+2jj5PW7UuHYJePGj/K+NIUuG3hfrRlc96qY2fDWXOkuve44/D1v0+3XYyQjSob1zcdk9YRN153btz51ntRF9Y8Imqj1goed+9Pw9CtL4tYnTNnjpx00kly1VVXFclKSMyLLrpI7rzzTq8IgzA88sgjZd9995WuXbsWjWvSpEkmRxSk3OWXXx5sidL7cM9zzz1XtFVp+PDcFwIzZ84M1QnxdvHFF5sPry+88IKRtvZVSr2Qn7fddpsMGzZMvvGNb5iTYO+44w5T7YMPPmj6j0vrfuihh4xcTBq73X8d/yGHHBLqL8bx/PPPm7anTZsWPIc+HHPMMea5k08+2Ywzql++tZ/2McjhwYMHmwMSMI8QyXgMPNAu+q0XtqVdcsklgSzWx5PmxO4LWM+aNcu0t2hR7ssT+8K8Y8xYT+619957yy9/+cu0Q2M5EiABEmgzBPx5TMM5NBMjVmNzrIZTAcywt/bbUtfNF6qH10SlAvDkWLUnzUhZzfEZ5IktJRVAihyrRqwWl5tf1Pf0YtXb9980yKSfNsqEh6+XYd0w2nDkqBHi5gCqdDlWQ4IzU47VsPTOkmMVYrWksVXhFVmOWF2/fr357FUQq8URqx9//LGRqIhOxWc6yE7IWN2iX86Q0S5EKqJXIXHxmRlRrMib2rlz53x6gC9NtKorViFhcRAWLxIggewEKFazM+MdLUgAsujUey6JjUzVLfxZo1ftrf+/PurikvNSAgeE2tWP3STf7fNt78FVLYiMTZFAyQSyiFU0MnbsWHniiSfMH5WVKt0g3mzpZ3fKlY1RHY4SqyjvSkU8FiVW8TgiKufNm2dksEaEarvan7T1QtRBotoCFffig/SQIUNMdMBf/vIXU32UWFXRGjdZ7vjtsj55rYLR1y8I16VLl3qFdNYFo6LTlduQpaeffnpIqEeJ1aQ50T6B6X777Sdnnnmmkew+blHznnVcLE8CJEACbYZATLSgvZXbjTJ0IxTDOU9HyoSJjTJXJuYPr3Jzl06S+QFg6+R4POaebD+2UYaOmyHuieBpUgFIPh/qpAW5xkZOmSMN04bKJJkgc24YJkbw3Y7HF8l5bsRp0WFehQQGhdyiTtRrqr6nE6txfb/r0LlyItIE6GXLW5XRAybInPEilx5hsxax86JmyrHqkdg5mSqB5C3Oe2vNbUjahvPQ2vMSO7YqvCjLEavo7gcffBCKWsVjEKcQqitXrjRRrfgZB1SVuu0/LRYI1g4dOkiXLl3MF9Tdu3c3ghXRqbg0DQDKMVo1LVWWI4FiAhSrXBV1QQDRg4uWPm/6uvyjlSZKcY9uuS31iLScu+RvJjUATmLXC3k27Qtbp19d87bskC+Dsqf0H1FREYp++qIV6wIyO9nmCWQVqyq9ECmoUaIq93wRpQq4XLEKqYoIRjci1ifYIHr32WcfI+TQLu5xox61P2nqxZgbGhq8UZgYHyJ5b7nlFpk+fbqJ5GwusYq2bGmZxFQ5+KJHsy58cEaEhcpj+353679PrKaZE61TI1uxnsaMGWMEuR0Ri3IUq1lnkOVJgARIgARIoAUIRETDtkDLZTVRrljFdn58TkIEKn5eu3at2X2FKFUI1UpEpmYdoEayQrAiehWfzyBYkToAEa6QrviZFwmQQGkEKFZL48a7apAAtsM/vmS+vPrOG/LSyiXm8CmVr6+sel3WfPqx7LxND/NY3HbxGhwau0QCLUIgq1hFp+woRfwbEaE333xzbF7LJAmog42KWIUknTx5stn+bQtcn2BDdCnKQ6aq0HOFrN2fpHp1vE8++WSw3T9ucppLrGq9ylqjaN94ozgliPYPEcbIB+sTolkWmM4LJK3mjo263ydW08yJ1vfd737XiHG0qewbGxtDaSAoVrPMHsuSAAmQAAmQQAsRaKNiFXQhUvGZa/ny5UayIkVArVyQrIhixQ6rnj17Su/evY1o5UUCJFA6AYrV0tnxThIgARJoVQRKEasAoFGq+NmOXo2Co1JQ84Da5WxRFydWcSgR0g240bKoy86x2q9fP5MHVPNs2qJO27XlZ1K9cdvzfePNmmP1xBNPDKS0LTDtuiGIEbGLD8L333+/kYxp5GLWvsctbvC88cYbTRFE8B588MEmn657uJRPrKaZE9TrinCNFnbFPcaOX14g9e2LB1e1qrcnDoYESIAESKCeCORTJNhpCOql++VGrOo4//jHP8q7775b08NG9OoPf/jDmu5jzXbu6cul3UHj5bKnmuSSb9VsL9mxFiJAsdpCoNlM2yDw3nvvmf9A8Z/UlltsIZ98+qn5e+mbb8qWnTpJpy23DJ7fbrvt5M1ly2T77bYLyoGSXVbrUHq4B23g8S223DK4H89rW/gb5V555RXTJq5XXn5Z9thzz6D93jvvHJR/97335JN160w57Tfqti/Upc+hf/gZF9r59JNPTJ/x2LpPPgnGg59Rr5ZFn9HWzr16hepGrspRo0YFj+n48ICW17GAn7Zhj1/HgHEpC5sVmPguzBUY6fiVC8ra84Y+Y670b5TXttA3RENiDNoO2q7Hq1SxqnlVMWY732oUg7gDnPTgKtwbJ1ZxEJRGMOoBWq5c1AO27AOrfFGPrvyMqzernIwSqz6pjDFjXPhjj18Pr9JDqyAykcsUEhpSFVdLi1W0iXl/5JFHZMGCBWbe0T+IbpW9KOOK1bRzgnvtyFZdS8jvivm0o26jDq/iwVX1+C7EPpMACZAACZBAdQlUSqwiavWBBx5o9jyqpdJCXtWjjz665GjVlf/fcOlx0n1O85fJgqZLJPdJthVd/7lThu/UKBcEY1spdx5/psg1M+Wk8Jm4rWjQHEoWAhSrWWixLAkkEMB/xO+tWiWr3n1XDh48WGbiMJczzpA3ly6VhYsWSbftt5dBgwfLzb/7nTk9W0/Rvul//kfO/O//lsfnzTNRaDhkBtfhhx9uBKlexx57rKCNPfbYw/w59+yzZfiIEXLA/vvL/3vNNab+7+Oel182ku+TTz6RZUuXyvgJE8x9L7/0khxx+OFG7uJ51IGfZ8+eLaNHj5bbb79dDkHk2eGHB23OmT3b/LzqvfeMREW02cOzZ8uee+0l6M8tN98cPIZyGDfqg7BEf8ACZSEbweP6fJSbNnDZpEmmf3pBYC569lnTd7SHnIraPv7GeIYfd1xo/IhW22uPPYzghHDFfaedfroZMwTpS6+8YrjiWrhwoRxwwAHmZ4wf/Xxk9mzZrls3w13L6c+YT8wZtoj/YuJEuXfmTNOWSlQ8j3vR35dfftnUDS71eJUqVjHWNGJPmVQiFYDKR/sArXPPPdc0oRGreA6Rnb5LZSye8/Unql6VrrasdetHZKUKz0qnAtD23ahNCEcczuXmj7X7FlfGPsBL78EvBFkuPVDr7LPPDiKEXbGadk7Q7i677GJkre+yUzFkWXtZxsOyJEACJEACJEACbY9ApcQqyL355psm/34tXthltHM+KCVr/56a1E4GTDxWfv9WWCyax1/8vay4+yTpnrXSuiq/Ulb+p7t0p1Stq1lrzs5SrDYnXdbd5gioWF27bp0RluvWrpV+/fsb0de4bJmRbioMUeall16SAw84QPDzssZG2b5bNyM4IRYhQSEQISlV9tliFXAhaDt17ixXXHGF/GPRIiMQETmp8hXtQt5CZiIyFOJv4vjxsvDZZ03kK6IuISJn3nuvafdXl14qnTt1MuUhPPEYpCPqxD0QmPgZz6lYVTGK+hc984wZQ+PSpdLQu7cRq7ggHjGed1etMkL5m/36BWvDFat4Qg+n0XGjnxgH6sYFLvb4VWaiLrSNC+IMogntIsJUZSr4P/744/KDH/zAlINchbzut//+RixjXLhw3+n//d9GikNW/X3hQtlrr71MBC6EN+qGVIVoxgXZ3Kt3b1P31KlT63Lt16NYtQ/QUugQq7ptHJLP3Z4OSW4fvuQTq1H16vb0qDyyeI0NGjQoyDNbabGKMeo2fFsuphG+WKvYsu8e/oQ6MV68H9mXymv7MR2Pm6dWy7iS0xarWeZEI1vB+atfDX9qHTlypHkf0vQOFKt1+XbDTpMACZAACZBATRKopFjFAP/973+Xnd++0qCQGutrX/taSdXmIlWlSKqayrA9/pqGnFjNb5W3Gylsm39KLm83V4Y8JTIgv51+yJ/bydzvLRA5aICMv3SBNE0QubzdABlvVRB3v70d342mLdyHSNMe8uN7rEpHqAh2n7Oib+2IVfPzj8WO1T32zhUy80c5lQy5HIwDDwT1l4SbN9UJAYrVOpkodrM+CEC2vfryy0ZWdttuOyMx/ud//1eOGz5cli5bZp5DJCUk5JZbbmkiGyEDEeUJCbpz795GpGK7Ox6D0IPI06hNyFBcKmePPe44eXbhQtn/gAPMPWgDbaIutIELMgWRsCoAUSfE4JNPPGGeh6C49777TBt77rlnUJ9uZ0cEKYQjpCHKYAy777mnEbO4ID1Rp0ZtYlx2H7XviPA8fOhQmT1nTiii0ydWwRGCF8K5d69eRu7iZ0SKInIWF8aIvqMshK8+D17bbb+9YaHl7NQGqO+JefPMWDAGjBNjwv2YJ7SFC2wxbpMCIT9X+KCl7MET9SpHRLUi+hV126kN6mPl5npZj2IV/VYJh5+xbR5iVaMn3YOO7PIqJqMiaH314n7N6Tl37tzQIUp4TiNd9VCt5hCrEJRDhgwxhw7YW+KxJvGYvRVf1x+iVfHlRFykbdq1ikhSXy5d7Zctb22xmmVO4g7acg/qolhNO3MsRwIkQAIkQAIkkESg0mIV7SFyFZ/ZNmzYkNR8sz6P7f+QqqVGqqJzRlrePzw+KjUvH79p5x81ovUfeSELsaoCNZc4IBcFa8vMlbLyq90Lka+h7fjF9wfgTLmZMlyjaa12G6a7EbV5mbr3Almx6+TQuELRt0HbQ2RuuwHyD0ukijPW8DgK9TdNaHUJEpp1rdZb5RSr9TZj7C8JtDICbo7VVja8uhpOvYpVFZrY9q9iFZKxb9++Mm3aNO8cQA4OGzbMRG/GpSbQretaLyrTnLLbbLONyXWKSGZIxVtuucVELNvRrFlzrKJ+PcArLp+r1nvJJZcIpCkuRMseddRRgn5ddNFFJtIzql/lLEyNjgUTHLaFdsAE40YKDTvPri1W084JxrPPPvuYqPNx48YVddWNCqZYLWc2eS8JkAAJkAAJkIBNoDnEKupHiiWz4y0fJNLS1BFMgi+/8dmsnCu9WLXkpvkAbQtPiNHJ0mClEoCQnLxrIfIz6GMo8lXTDxTfXxhT9HNGegqiYQuSM3jse3ML0bYuoJBYDfdbJCd5JS+R3XEYXq9fEGqzHP68tzYJUKzW5rywVyRAAiTQ4gTKEau6LVv/jus8xNiECRPEPqjKVx4C76677gpypsbdB4E4ZswYwYFFkHHIt3raaacVpQHQdiAt//nPfxrxmrZee2xoD//GB2RExeKCqD311FODw6fwmFu3/juOj3Jxx+/egzHMnz9fpk+fHkTOuv3q2rWrDB48uKhf5S4uiF2sF81hi3YwfkhRe+s+pCfkK9IKpJ2TE044wUjq66+/vigNgPYbwvsb3/iGaS/L2it33LyfBEiABEiABEigdRNoLrGq1PAZCp9BW/LCZyZfiqdS+hArVo0EFVnwVoNMdrbL59qKFqNeIYnDsUxaAIhQW5jGiVW042zrz9eRiyb1jFrbcLb5BykEKFZLWSpt6h6K1TY13RwsCZAACUQTKEeskisJkAAJkAAJkAAJkAAJ1DuB5har4PP222/Ls88+KytXrmxWXN27d5f9999fdtxxx4q1k5hjNRCrTsRqqAfJEatFEawJEa/RA8xJ1safNAnyuLoRq5H3FeVVbZQLmpAKgBGrFVtMragiitVWNJkcCgmQAAmUQ4BitRx6vJcESIAESIAESIAESKDeCbSEWFVGONgKh4dWWrBCqCJVVakHVCXNYS7yU6NPC6WD/KL5iFWxcpGGI13TidUBL+rBUpqDNTkVQE78flMWNF0iZsO/lQPViFU7j2uwjX+FNFzTQ368dyFNQKiejDlW7ZQGTAWQtJpax/MUq61jHjkKEiABEiibAMVq2QhZAQmQAAmQAAmQAAmQQB0TaEmxqphWrVolb7zxhslVv3bt2pLode7cWXr37i04R6Bbt24l1ZHlppx4vM+5xZKtodyoIjKiIEnD2/pzVRTnWA1v57/sqbz8FNTTIFOLIkddwVv497GB4HVSBIhIsN0/L1nHB7dZYymKXv2x2CMv1F88DorVLKuqfstSrNbv3LHnJEACJFBRAhSrFcXJykiABEiABEiABEiABOqMQDXEqo0Ih1y988475rCrNWvWGNG6fv162bBhgym26aabSseOHQUiFTnucRjVDjvsUPahVHU2TewuCdQUAYrVmpoOdoYESIAEqkeAYrV67NkyCZAACZAACZAACZBA9QlUW6xWnwB7QAIkkJUAxWpWYixPAiRAAiRAAiRAAiRAAiRAAiRAAiTQ6ghQrLa6KeWASKDZCVCsNjtiNkACJEACJEACJEACJEACJEACJEACJFDrBChWa32G2D8SqD0CFKu1NyfsEQmQAAmQAAmQAAmQAAmQAAmQAAmQQAsToFhtYeBsjgRaAQGK1VYwiRwCCZAACZAACZAACZAACZAACZAACZAACZAACZBAyxKgWG1Z3myNBEiABEiABEiABEiABEiABEiABEiABEiABEigFRCgWG0Fk8ghkAAJkAAJkAAJkAAJkAAJkAAJkAAJkAAJkAAJtCwBitWW5c3WSIAESIAESIAESIAESIAESIAESIAESIAESIAEWgEBitVWMIkcAgmQAAmQAAmQAAmQAAmQAAmQAAmQAAmQAAmQQMsSaLfuoR81tWyTbI0ESIAESIAESIAESKDVEWgnIsGnSvwj5kp4OnxncuF2yUVEJFWhQtORxTHI9lm7mCsfYlShFRD0M358YJT+Q78zvqiupkWatlzaRYOBpK3TW85/c7p15HYybUcS5ttUk6KuFEVMPRkYZRp3yWsYN0Z0PtWY0uHJ/KrKNPikOUw7kHw9sSytutJWm2Gtp+UUrrJC7+tp13piJ3WRt0v10kmsznmDzvaemfJ9Ie1cBtVlvsEzTM//WckwiktU7LVSiTGlfL8sZZwl3YP/M9P/D+tvopa4tLa+ZPgPsaT5F2n34RVlr4ASm+ZtJEACJEACJEACJEACrYZAls/hWcqmAJTp9720bactl+X3uyx1phi3KZKyznZpf+9LWw5tpyrbrshDpx1auJw10LSeILKcRxw3iRhGSVdRnSknIKles4hT1JWiSFBPqrIi8a8fp5KUdXqsTPSCSVtnUC5h4aWtD8RTvzCSJhCVbZKikFUksp/OIks7nqJyqCeiTynrrLpYTexn/nWTWC7N1DijTfX+FrWsIzqUts6guxUZWPGXgWlwuGXa11BfsvznFzvWSo0Jr7PWJFYrMZ7UHxISVmOa/5iTFnTaDw1J9UQ/3+6jyWWvgNJb550kQAIkQAIkQAIkQAL1TyCLbEr9+VYLxv/i09Qk0j7xc3e+rrRtx5ZzZEVZdaa9OWKJBLfH15OOUf73wvYxMsbuRqquN4k0ta+AWHUaS9W2jsdl5x9fNkZaZ9qOJLzEg8YTfslP1Vy2tR4/7hK5Fw034rWcajz5ylKudfObbeL7Qa7OpqYmaZ/85pHu/dmAzCBWE99j8oNIOx5vuYjXcso6w8USbkpZZ25+UhROUSQnstqLNFXiyxtntKn+X4l7j/F/eZN2beZXaPrFHLtKU76nx9WR+g0y6eVSgb4E4fjlStFUiyxpQPlFkOG1762xkn1J+QYYObJKzJF5h63A+q1EHZXqS/xSaNd0LcVqilcLi5AACZAACZAACZAACcQRyPI7TpayaahnqS9txFDs7ybWk1k+93v7maXzHhjB7Qn1pG3GlEsZrZKqzvYi7QCp3KvE9AtF8x3zS2NJayMVBDV5IhsjWJiw0RS/ECc2Zy3IxLL5OYkt5zyZts6i6c5HFrqPZ6kv7VpPO4/oS6Wi8Az2lK+bxN/znQGkZeQtFxOx2vSliGzM8MKs0HtMJrGa9N6RX1dpGcWOtsS17m07YhFm7meK94TEGayQKMu0NSSuU5UYU5YXeVJfktZYIuDoyPA0twZlMi+OiNorUU85c7RRZOO6NP+5pKRTifGYN/sKRBVHd7ndvmfvUomVlBIKi5EACZAACZAACZAACZBAWgKV+kCdtj2rXIs13TINpW4lbUH8BpG2bAn4i2+pVGP+jmcaTildQaqBzTeRzbt1kqYoudqyQAuISxlPRea01Eoq1+GKuaJMC6jUcZdyXxSrL+XzDjvJxk23yShX0/dBW/5oY3uzsjc0tZN1X+Ln9Ppho7SXz2SzFnplpO9XegqllqzcGs/1oJbGVioT3lfrBJqaNsqm7TvJJtudZcnVWu91ef3bctP20gHfH8u4vfkqK48l7yYBEiABEiABEiABEiABEqgbAlX49QdNdthUNtupizR9WYX262Zu6rijNTmt/k61a/pSvuj0dZHNuokIIldr9apJqLUKi/0igSoT2CibtOsknbpfLE0b11a5Ly3TPLJkmO/VNj3tG3y3ahnmbIUESIAESIAESIAESIAESKANEjD5PDtsKh16dolOB9AGuXDIVSLQtEE+22JX+XKz7aVdpnQAVeovmyUBEqh5Ak1NX8pm7beUTjtc2GbEqk4KxWrNL092kARIgARIgARIgARIgARIoJ4JUKzW8+y1wr5TrLbCSeWQSKC6BChWq8ufrZMACZAACZAACZAACZAACZBAqyVAsdpqp7Y+B0axWp/zxl6TQA0ToFit4clh10iABEiABEiABEiABEiABEignglQrNbz7LXCvlOstsJJ5ZBIoLoEKFary5+tkwAJkAAJkAAJkAAJkAAJkECrJUCx2mqntj4HRrFan/PGXpNADROgWK3hyWHXSIAESIAESIAESIAESIAESKCeCVCs1vPstcK+U6y2wknlkEigugQoVqvLn62TAAmQAAmQAAmQAAmQAAmQQKslQLHaaqe2PgdGsVqf88Zek0ANE6BYreHJYddIgARIgARIgARIgARIgARIoJ4JUKzW8+y1wr5TrLbCSeWQSKC6BChWq8ufrZMACZAACZAACZAACZAACZBAqyVAsdpqp7Y+B0axWp/zxl6TQA0ToFit4clh10iABEiABEiABEiABEiABEignglQrNbz7LXCvlOstsJJ5ZBIoLoEKFary5+tkwAJkAAJkAAJkAAJkAAJkECrJUCx2mqntj4HRrFan/PGXpNADROgWK3hyWHXSIAESIAESIAESIAESIAESKCeCVCs1vPstcK+U6y2wknlkEigugQoVqvLn62TAAmQAAmQAAmQAAmQAAmQQKslQLHaaqe2PgdGsVqf88Zek0ANE6BYreHJYddIgARIgARIgARIgARIgARIoJ4JUKzW8+y1wr5TrLbCSeWQSKC6BNq0WH3//febqoufrZMACZAACZAACZAACZAACZAACZAACZAACZAACZBAfRFoR7FaXxPG3pIACZAACZAACZAACZAACZAACZAACZAACZAACVSfAMVq9eeAPSABEiABEiABEiABEiABEiABEiABEiABEiABEqgzAhSrdTZh7C4JkAAJkAAJkAAJkAAJkAAJkAAJkAAJkAAJkED1CVCsVn8O2AMSIAESIAESIAESIAESIAESIAESIAESIAESIIE6I0CxWmcTxu6SAAmQAAmQAAmQAAmQAAmQAAmQAAmQAAmQAAlUnwDFavXngD0gARIgARIgARIgARIgARIgARIgARIgARIgARKoMwIUq3U2YewuCZAACZAACZAACZAACZAACZAACZAACZAACZBA9QlQrFZ/DtgDEiABEiABEiABEiABEiABEiABEiABEiABEiCBOiNAsVpnE8bukgAJkAAJkAAJkAAJkAAJkAAJkAAJkAAJkAAJVJ9ARcTq+o0fyadNH8rnG9dJkzRVf1TsAQmQAAmQAAmQAAmQAAmQAAmQAAmQAAmQAAmQAAlYBNpJO9m8fSfZot3W0rH9VmWzKVusfrxxlbyxeqlc++j98viri+TTLz4ru1OsgARIgARIgARIgARIgARIgARIgARIgARIgARIgAQqSWCLzTrIkD36y7nfGya7bNtburTvVlb1ZYlVRKq+uvpVGXbDJRSqZU0DbyYBEiABEiABEiABEiABEiABEiABEiABEiABEmgJAhCss865XHbfdveyIlfLEqsffPmWnHfX72T2i/NbYsxsgwRIgARIgARIgARIgARIgARIgARIgARIgARIgATKJvCDvoPkmhNOl2022ankusoSq+988Zr0v/QsRquWjJ83kgAJkAAJkAAJkAAJkAAJkAAJkAAJkAAJkAAJtDQBRK0+M/G3ssNmu5XcdFlideUXr0rfCaeV3DhvJAESIAESIAESIAEl6pwhAAAgAElEQVQSIAESIAESIAESIAESIAESIIFqEFg86RbpvtnuJTdNsVoyOt5IAiRAAiRAAiRAAiRAAiRAAiRAAiRAAiRAAiRQrwQoVut15thvEiABEiABEiABEiABEiABEiABEiABEiABEiCBqhGomljduHGjrPpyCVMBVG3q2TAJkAAJkAAJkAAJkAAJkAAJkAAJkAAJkAAJkECpBCBWu23SR9q3b19SFSWnAvjiiy9ktbxBsVoSdt5EAiRAAiRAAiRAAiRAAiRAAiRAAiRAAiRAAiRQTQIQq9vKLrLZZpuV1I2SxGpTU5OsX79ePtx0GcVqSdh5EwmQAAmQAAmQAAmQAAmQAAmQAAmQAAmQAAmQQDUJQKxuvaGXdOzYUdq1a5e5KyWL1U8++UTWdvgPxWpm5LyBBEiABEiABEiABEiABEiABEiABEiABEiABEig2gQgVjt/9lXZcsstKVarPRlsnwRIgARIgARIgARIgARIgARIgARIgARIgARIoD4IVE2srl27Vj7puLwCEau/khf/91jZ3eW97u9y4fnj5FrzeK6MLNhb9r6tPiYmXS/ra1zn/2SBXL3Ty9a85Ed58iz5YsDXZM1rk2X7ayo/QZHtpoPMUlUi4J+3/Os99PoupYP19dopZYRlrftDp8i7I/aU5+4ZIIc9ltz6Lb96UcbIfbLZL36RXLg5SmTsb3N0gXWSAAmQAAmQAAmQAAmQAAmQAAm0PQIQq1uu7ymdO3du2YjVyojVvGRZ6f5C7z6eRaKcLI9ee4Hs91bzSL7KLrEs46psy6lqc2RHtCj7nqxIKXBStesUKkswldIg76kIAd+8QeAd82ElXps1/tqpAMGy1n1GUZlJrJovUkSm/z/D5LSSx+m8T2fsb8nN8kYSIAESIAESIAESIAESIAESIAESsAi0CrHqi0TN9It+aElQrFbsFZJGdhx6spz/2G35yOKKtRyqqCzB1DxdYq0pCBTP28ly/qG3ybUpIihTVN/qi9Tsum8OsdrqZ5MDJAESIAESIAESIAESIAESIAESqEUCrUKsdk/cQm5Hp+XE6Xc6WdMRRLw6aQWiHhcJbVtXiTtdjpUx3VHvx/JXRGD2zG1xF/l3cXRWfvu7vSheTUhVYNox9Wsbf5YeI6wUB0ZkHihdrUoz1bnu7zL9rT1lzNZ/Drb0GjmzWxerRmssce0540M/pm3rpgIoTuNgpwMo5ioiSVvA3T6tvE8u/PB7VgqC+DbdF6nKqb9+dKB8J2Bvz6eurftEBhwruwf9SzG2oD606qyROLYp5rnkeYt4lwqvPbe/nnQcThR5/P0ikjhvIkV1WGtB58ms3/x6NWt/ub4m8q/JQMqGI1Yz909ECq+tuPcUF2iu3aL3LPN62T73vuERx5n756z7PfJb9VO/R4W+FHHWeH5IvteqSQVQ9N5WYB9el7nHlw7KpRHI9U3LephGvbaw1p7sGaQumN0X71nvOu+5+fo+yu9uKPP1VYv/mbNPJEACJEACJEACJEACJEACJEACLU+gzsWqhH6Jj5aIBYny1NdelDFbFedfLYgON2LVk24gLw60PZUegWhQsWDk0r9zIlesNj2RnDnh4MqAwoLItWHLt4J4sAWSWJI5V6ckyBqPKM1LseL7822asSyXsa4gcuVQbCqA9FyLBJbKEff1kpclNoNA8hgpk+vz7rb0c+bSK1Z362KJdJsBcviqVCyWrVHtmDUYmsu8NNR16RlHYS5yMj0k5hzuZc+bA8EXOWrWtJkHyeU4DonUsDyMv/8XgVSNnrdxYsRgiFl4/QTCTvuh4iwv46LuR7R7efORF4Ox7ylhoOa1HCrvzH8m/ln4WV8IZXqP8qzxPN+V+S+Dgh0CRnAeKPo4hlL03uZErOr7p/3+XbzjwBXSMakAJCfT7T6ouDeP5WW7/70y+fXV8v9Ns0USIAESIAESIAESIAESIAESIIFaJVD/YtUiG4rq8oieQKI4h6yE8zb6xWo4wswT7eYRK5qiINWW3IRt897UBrYUzMuCYpkQfQCNr077MZ/sLYwlJynDaRjAxcqXmkKsFt9fqDNSQEUdkuNlmCCDEw42i2dQEKtx6yO3RB2574whtEYcaWVuD8bmRCkHdRe4+9ZbpnlL8W4VX19yOo3i8brrNCywjRj1ycg8x+J5cvpQtP0863w4/bPWmkZc2gc3xeaCLVqn2fO9ls8v3GbRmvFErCa+B2IurMjRIPLW1LW93K85VX1i1Zlb3xIMv1/F51h139sSeWV4faV4ebAICZAACZAACZAACZAACZAACZBAGyHQqsRqYc6cbZ+OPLMFrEaZnn/oyXLtYziRPiJi1bMgQhGrIVGWIC3ydRVv13a3Kxca9YpVW8AFW57djmar0/QpnwqguH/5ur1bcgtbeIM8mJUQqx4JHnn6eIScLgjafMRqzFy6T8VLyoJYjRPEacRqqF3PNuXc88rY3npfzD1tn3cP1ZmUvzRqa7ZPsPvePWO2difOm0aseuq1o6t3elkuPB9zgqs8sVo8H9FiFQIx/j3F7XdS35qJX5b3KG8qgL1lb7xFmsvz5ZLWH1q/GsltrS+fWPV+WRKXYiLh8KpQGykOuvKMN9vro418YuAwSYAESIAESIAESIAESIAESIAEQgTqW6zGHYISei46IkzlYSFfYJqI1fAqitq2GhWxWhCW7jb8bNGlIbnhi1hNWOw+WVssVqPTE4SrV3FmidwaEatudGVyTt7CyNJKyuYQq6Ho48i5LOae3Ge7Ms+8hdqyhKgVBR4fseqrX0S894+TayPEqj0OX8Sq3UpUuoH93pos219zWz5liH0SfXzEalaxWtSXUPqI4skrGltUFHZeEJuc0OXyaymxGhquJ41AolgtCNXIPK6uOI+LAjbvjdZ7q2+9Re4YSHp98BMFCZAACZAACZAACZAACZAACZBAWybQxsRq7oChsATL5wAMot1SiFXnl/CsYtW3xb2w1Tvm8BpXvngiVkMyLuH07VJSAQT3/Htf+WKALarwMoqPDAvLL5/sjomCy79KvZG7+gpOjHz05IVNSMGQNhVAuWI1MRWAzuUCkTEJ3GPF6vPby9VJ8+YRY66MTp8K4Gvew5oSt2ZLOO9osVgNr7VKi9XE/sVuHXffU3z/xdgHQlnpM4qK+g+7Suyfj18LiNXwQXE6GOe1niRWfakwdDzBGJKjUPVLoqI+xYnVpe/Kd3onvK+15U8MHDsJkAAJkAAJkAAJkAAJkAAJkECIQCsQq1+zTucujC182JNzqnUo/6p7GFFEKgDrBHJXjJYkVn0H8QRbvYtXadrDq7oGY3PTIaSoU7fwhg6v6lLgawsPwSnmDvv888GhMCkiVuMOkkoSv0Ujcts3rjfXT7EPr4qZS7fOqIjmwmFk0YK43MOrvHNphHY891yf7UPLrDVuxGrCvHnEqm8sIaaRh1flxGr0/RqxeqAkH15lRUP7DuwqJxVAmYeJhQ/vct9T/P/rBOkDrPVYXDL6kLcc/wz8WkqsugfmuQfEpRSrxYdLdbGidpPFqn5ZJeu6yMrnrTQGnveJ4DVjxGqW1wc/UZAACZAACZAACZAACZAACZAACbRlAvUtVoMTp7t45rD4lHYTVejNRWqX1VOs7V/inVx/jgjJKlbR2dBBW4L275PeOGm9U0JO1O6Fob66wInAdXNzhmRXgtzB0+v+Ln/96ED5jiVg3Dyr9snd3hysPmndSYycnbbtArk6JL+KcyhGb/3N9T82YhUFXAbr/i7T39pTxgTtxs+lV6zu9HKOS8A+Ym0F+SdRS4qxWXMpZg0Mk9O0AzFzmczdWsPBgAr1p7k/zMEZC+Y4f/p7V1tY2zd5RGsuZ2V+S3vo/oIc7KpliubNfc2EXyflRKwib2j49YhOJMyH5Na0yTnqzYnr3O97+eWFo73m/a/SJP7J/EzEbwuIVRzgVcxSJDxGHU9uDn2Hf7lMzf2rj819SeJ88WP+7Ts0K0ij4JkLz5zpfGZ/fbTljxAcOwmQAAmQAAmQAAmQAAmQAAm0bQJ1L1bb9vRVevTJUa6VbrHW6/Ntq6/1PrN/dULAyL3t5X5bqNdJ19lNEiABEiABEiABEiABEiABEiABEiABEYrVtrwKnO3Uum3ejkpty3gwdorVtr4Cmm/8idHXzdc0ayYBEiABEiABEiABEiABEiABEiABEqgAAYrVCkCs5yritvrX87gq1XeK1UqRZD0BAc3766YbICISIAESIAESIAESIAESIAESIAESIIG6IkCxWlfTxc6SAAmQAAmQAAmQAAmQAAmQAAmQAAmQAAmQAAnUAgGK1VqYBfaBBEiABEiABEiABEiABEiABEiABEiABEiABEigrghQrNbVdLGzJEACJEACJEACJEACJEACJEACJEACJEACJEACtUCAYrUWZoF9IAESIAESIAESIAESIAESIAESIAESIAESIAESqCsCFKt1NV3sLAmQAAmQAAmQAAmQAAmQAAmQAAmQAAmQAAmQQC0QoFithVlgH0iABEiABEiABEiABEiABEiABEiABEiABEiABOqKAMVqXU0XO0sCJEACJEACJEACJEACJEACJEACJEACJEACJFALBChWa2EW2AcSIAESIAESIAESIAESIAESIAESIAESIAESIIG6IkCxWlfTxc6SAAmQAAmQAAmQAAmQAAmQAAmQAAmQAAmQAAnUAgGK1VqYBfaBBEiABEiABEiABEiABEiABEiABEiABEiABEigrghUXazWFS12lgRIgARIgARIgARIgARIgARIgARIgARIgARIgATyBLZc31M6d+4s7dq1y8yk3fvvv9+U9a6mpiZZu3atfNJxuezR7aCst7M8CZAACZAACZAACZAACZAACZAACZAACZAACZAACVSVwCurnhKK1apOARsnARIgARIgARIgARIgARIgARIgARIgARIgARKoNwIUq/U2Y+wvCZAACZAACZAACZAACZAACZAACZAACZAACZBA1QlQrFZ9CtgBEiABEiABEiABEiABEiABEiABEiABEiABEiCBeiNAsVpvM8b+kgAJkAAJkAAJkAAJkAAJkAAJkAAJkAAJkAAJVJ0AxWrVp4AdIAESIAESIAESIAESIAESIAESIAESIAESIAESqDcCFKv1NmPsLwmQAAmQAAmQAAmQAAmQAAmQAAmQAAmQAAmQQNUJUKxWfQrYARIgARIgARIgARIgARIgARIgARIgARIgARIggXojQLFabzPG/pIACZAACZAACZAACZAACZAACZAACZAACZAACVSdAMVq1aeAHSABEiABEiABEiABEiABEiABEiABEiABEiABEqg3AhSr9TZj7C8JkAAJkAAJkAAJkAAJkAAJkAAJkAAJkAAJkEDVCVCsVn0K2AESIAESIAESIAESIAESIAESIAESIAESIAESIIF6I0CxWm8zxv6SAAmQAAmQAAmQAAmQAAmQAAmQAAmQAAmQAAlUnQDFatWngB0gARIgARIgARIgARIgARIgARIgARIgARIgARKoNwIUq/U2Y+wvCZAACZAACZAACZAACZAACZAACZAACZAACZBA1QlQrFZ9CtgBEiABEiABEiABEiABEiABEiABEiABEiABEiCBeiNAsVpvM8b+kgAJkAAJkAAJkAAJkAAJkAAJkAAJkAAJkAAJVJ0AxWrVp4AdIAESIAESIAESIAESIAESIAESIAESIAESIAESqDcCFKv1NmPsLwmQAAmQAAmQAAmQAAmQAAmQAAmQAAmQAAmQQNUJUKxWfQrYARIgARIgARIgARIgARIgARIgARIgARIgARIggXojUMdidbFc12+szIghPnLKIjlvX5HFN/STqb3nyPVHb1tv81OZ/j5/nfQbJzJt0XnStzI1emtZ/cC5MvTS+TJwYh2yXjVLzj1ikkjF+r5aZp0zVCYtGNky3B8bInNuGCa5FZ5/bYyeJovOac4Zr/RiysishdZ1pUdZH/XFv7/W5Wu8IuB1jXoqs19vZm02yoSHr5dh3cJl8f/R2NsHep8LSpr7ZzjvpW19TjD+qdLgYVqRqS2qJMdb8p8jmqeN2q019/+5xK/T2u1+5p4133hz7xlzD83+ucj0aekpLfL/uGkr9DkijzD/XiR193ki8xJokzdEznsSDfOZuVFOaebfK5K6UTvPl/f/ReQ85H83me8ZqP6OWxkG5f/eoL8D+vqT6TOjs7Zyn5ma/3epynCsZi3lrcFq9rx5225GLvw9NGcd2rpnsxZw3YvVNL/0lDrhqe+r9RdWyf3L8otsM75xVfgdt/iXldwvPo1jcyK+Ipf+MiLS7KLZ/UCWet0mDLQlf6kzXcnKrMXWdRqZU/ovzzoNzTWPpa3ndK/nFl8j3sFkeZ8qjYbeFfkB3/1iJkqs2r8kRYoKW97av0ykm5PyRlj5u0NrpOTXrPnoVidiNUs/05Yt//0lbmaLXsetTZo4667o/8hmHW/pc9eS76+F/38a5I7gC4zS+16Zd5Jqt1+ZUdRyLfUnVtO+Z1aYeuJ7RHn/P/vnIVp2ul8Elfu5v9z7QTvpy5nUIthmjffuaQ1W4EiF5zVUXZa1VYvvTeWtweYkW926LS47VvgLobI+01aXSmzrGcdVifePGqaRqWsUq5lwRRTOuAAr0WSmOlqkf/X8hr5aVq/aVrZ1IssyMXYKGwEj02SajJWxr09o1g8F4Q8zlR9LORyy3JuZWYus67QjKP9DVsm/4KTtYqZy9fx6zjTQTIV1jRZHgjvzHyFWdY6nHTpXxl7a4I9mN79UzJUhU4bI3HGTpCGImGwFc1LWazbLLz2ZpjWicC3xLv/9JRORVatldbdt8zsgMt1Zm4WT1l2zjrf0ufv/2XvveEmqMv//U9Xpxpl7505kMhOYASQJEgYQBhTFwLrmFVgFdQ1fBX+i+9IVdEE3uiuw7rqrMO4X2f2qu+iqK4pKToKAkmeYGSbnuTn0vR2qfq9T1dVdOXT37XQ/9Q/M7VMnvM9T55z61HOeUx9h1dj5okklZXvbVscQ6l1+dVrRyLmUve4IFBobudXTUbfK5gs/YdXVgchYJ1RlB0d13hu8bSkiG5NtLT7cj775jbjbtBHHpoicp+MxaMg8p5FL0NqiIXmEqFTEdlFYLTGd4cKqc1un+Yua2VB0T6USuOK2BpOXHSC2d94AfFVsAbcabinfwsth4aVZbO/Q89pXCm1wjlmIc9n+afnd+YBY63o5Nt0GXKWFArgCO7Tt6V51s+dlfpF11hswvKmsddTas+x72lZWy2Wqt/HCoAmPhS0e0FzJN2Hjb67S61hIv6/I3rx91p+Lvb/M29icHlRh66m3JnhLi/3r2H3YaFr8+NXN7LVpsLOWZ7PZc66HJtKILXxfAm689CZYtwzZPd5ux8qQtufPyZSv5Rko1DrARl2strTtVvuiaGUm0nvb9bWIbjuGF6qfXWullrzkoIeLKPE1GNj6RPNEhH5fgbUWYsLlmTD61rqFSs9Xb9M9uAE34hK7CFdcVAeNN2bShXqutoaIiLygN2VpthHrM+18Vty2iTnHW9PzD6D4u2M7nH0sKPSno49EPUy2aizYtTHxTi3/jQ9Zx3a/Z1xvg4cgakbtKqyaF+L6eO/2wmTuD23sg9Ff5S0O9X7ZiOu33VQc+0tjintoA6/5SrPjsx7Rt4AWGGqEhfirPbeF58PkjVu0kfPvM80Jev+t/H549naP1SB7so4xIeZR2zh2+W2bgA/rfXTFbn1Ltj5flWxqcSH8TZGBtuPBKgDr6wgPu67m+GJeQxiNN43DYedERzrbnOffnnLHm8J9lue8sHYxvJUC5pnwazTd7ozwUNVrr1sbxHpB73stFEDAusg+L5rHV/96+q9lnfOtzzriVsNj1Ta3iGf6fTtsc2Dl46u3PbnMq0Hl223EZx3iPy4aWxsLzy2uD15fOewz/BrJ03Yd6x77vFrFfg9cP9qsyCKshhhf7esGl/BVxnwYdsw897cu83HotZF17ee6RjPbj11I9pkvroUeysd8hV7HF0N6ibvd12zO59m6Fde5FtNt0XW+cg014P/eYFlT+far/qNj3RRUpoW1eUehbmc7bCHbSh+8xbrbFiIw4L3TGiwt7NztMjZZ1jcFKLbxx/ycG/OCsVPS+U7s9r5uC4fgY4NB61q/McduX/rzeD1W3nhTMfyi99o8eE6w7wytrr1adz/qa7PSWk5fpxZCmJTx7lpdfcX6DmB5F7O9q2h94jOf+faRMY6E1KXwwXfi0X+/q2AGhXet/f5jGoXV0lPT9MKqZ4xV2wuFW4xV7QExeRPaB3/DUBzChv2l2aTsCzHEHgvGumWjsAAp1s9YkNhEGkP8cPGk8DNg+/aQYrxNXI6/uPJOfM0Wp8aZ3jyk2oXVq3Cn/UWtyM8uJtrjlRbaWXjhNl6K7cKKOfagMYAZaSz948NF7y9zbDjrZFx8WSks0q1xVQPqWVgQlLzIXJY4li891q+aXv1jLBT6HV9nnRO9xb6MBco5H8I7H/su7rJsLy5M/uKlQFusRbM9P07FZ6ewGPdj6LYIdPzNh1lpYebs0zsLopn+3JXENl/bsQgfdiYFAddi10K0uxo7LjUv6OwLXvvXa2e+QX1rFzhLz7lThDMWkuYPE8YC0feZdmyr8gqD4fKi5CLWOITVGx91iKHGs+Jov2scLZNgWhxndfZ32sW6osBpPCPOdMUXE+MZMJ4XyzhkiyNZWGx5b1uzsXHb0u8mrNo8TEovA+alvZvnqxEfO1yfuIoz5n4xtU9ffFsX6/7zFQAbw+K/bXNacUwzx4k0Pef6S14U9taxMMieLByC5lGXGNvmMUQTVk0MjfnL+oHViKnrNma72bWIv2u13dILY/TxBVWYE+9ZcXtgn+hcvNpjs77Q4424zzr3Fv8t7CpgntHrbfrg4bNGE0+bdW3nb4OR2usS37xoK9d+Brj5G7Y47vY2W/kZ42tQv2jPsc9a1u1F2X0dIdYKXqEACh///dYYZYyv/nydH6PM84BlfC/YiN3D3y7CGCwca1DbuG+tl1s/mdZXLvYZdo3kZ7u6cOhtn9Xr9zDrRx9hNWh8td1qX+sYz7pZWPUeY5zvJeYPlOHXRrY1mmNtbxPxzOuVoPniGLuXZdh1vMfuNoeA5gxbZn4vtNu293wVYs3keG+wr5FLnev2sdP41fqx1rqec1+nGfF7rWtUh+2Y11Vw7rTw4+J8N4kyd5vGJu1jc5h33tKz7NVHJU5OL2LzettYd5nfvYw1yzs/tAF3fdd73NDXMz7zpQ2MfYwurRFD2I99vejyQlhVew14NovC6t0rcXtAn7mvpd3fQ8vTV4KE1ZvwaHG+9f/I4t1HhgNDxHW+zWM16P2VwmoLCauVxFh1Tu7Wx6hoKJqXgc/hT3ZhtehhVMjP8kJtEiA17xbndgLL4FnIwjFhecTnc21ToX7ag+9bN8fy2xTTzl5vezwdu7Dq4XFYKN+tnnahwX0CtQbLd+OiLVRthzA4JldxIIQmrEatp5OD7VXIsXXO3A64HBDhHJC8vRDcxBg9/7WasNpuO2jFyjCa7VmFVRsn44VZe6HwZxgsrHo8A6Y+9LNrw7uz5NnnEuvJ4V1h9lj1mdyKIqzuveN9AIm7sOocn7z71ltY7dO9dV08F7UXq7KfaUMkczuAIsjO9V51CKs+Xij6HXZx0CaGm9tSHDf1xZuFpWt/uqSzx/2yiZvuc0C4thftuvjS4y82OZ5dt602jr+Z6xKxXua5w6Nfgu3HpUzHFkRnGtfxVhykZxdWHYfl+LXR+tITZE9u447nPOpoU8lWix6r5rq69pPNC76wS8HR7471gLivWuOL4R1k2rdw5SaEnRPd0rmKHq7PqfOgNkdcXLvXl6WTfNYYQfOM5i0Ubo3mEFYDbNC//9zWTHZP9MLc8DohrD5p2b2iWZllbLetJgofJYL6RXtRdjt4ymPy9V5HiEMw/YVV+5xmGUPLGF/9+QZ7+ZfKF/UOf9hcKHEvYLdAMQ83+wy7RvKx3aD5qXr9Hmb96COsVvyeYn32w42Z+nhT/trIPt4EzK8OYdW+7nVfX5t3CJoPVLav24LeR830DQHN7MHmmHNDzVch1kyFNZv5ufeqq3cbzCK1+24d5zjiLqzqgmKJvVuZXvN8MGMXYdVzrrMLq5W9S3rWzcsL32fNkhbC6hbzgcbW9YzuUR3+QGvv5zGE/bjW02Weq5a9BqzlrMJqtHfX6usrQcKqy25X+/teAaXfmKntDIukSxlev3Yb8dcmZvQh8SaTbnqP1UqEVY2DbUuCebuGVfCyCQKOE6B1A9Q959xWs8ZLdxni1o2PWrafBy7E7Qtss7DqW7fmEVaNLS32/hKDh/tLSKltvoKh7UUnaPHt6GmbPZV+1/tf80DwfAEyBi1nyAPLl3zbAGkWVg3nfUu9bJ5kpWfGX9QP4lR6fqJNTlGZicVz/YVVfRFvXbCZ+ylIWA3uWz9h1SxInRTpQ45zLPIUvQJEDk+hqnBqtf+zYoyf9m35JduJungr1cdYDBe+nrtV1HgGQizK7UKShzbh+LOl/g6PVbugXLrd6bXvUmIxvER44cDIxa9f3LaL6fd5zVfGnGl+5isQVm90O+vYFALCYZPWDyKGx7rm8+uzgDeeW7f5QouXW3dhtdLxpTQ2VTInBgl4YgtfNKHRfYuqM0ax7cXPOETSIk7Zw9wUjKO4Fgu3RquvsPoNW6geextcXjh3Xu2xprE9dz5rWcfKzkXMtQqUxnPm4jEadXwNeMajCquuu9Q8Q154nyQetLbzEuzM21h9hVWDk+eaECiFqHK33SBhVatLVfpdF1b914+2jjcJjX7rcbdnPRp7+9hu+8Bm/sjl2D0Y5V1MT1sULbV/uYQReupanOQ7X9yDlZtEyLVy1vF2Mcxv9eEUow1hw8HX80NgCGGsKsKqeQ3v/gEktLBqcbmdP60AACAASURBVEaCxZElaJ6fXmHVf35ylh3giWsIqvadWsb7YyXCajFkkSlsgudhqn5zfgj7mQZh1XcOqKewGllfaRZhNfj9lR6rpbF6Bgurbltg3Seqq3deUozHpaPz3q6pCaseXxQK07Yttp6/uOUmolYkrPrWzbH8bliPVTfOBpew3jnT4bHqPnGXXPj96+b2JTfgS37RI8/d48Dao2WI+l6evWG9MYRoEXAFMRML87oLq3dsxH1X2jw7fcMXhPGGsKbxFVYLY46IxyTEMEt8wEgeq4WXlK8CN9x6Lh759I3Al7w8zYJFvKL47tpHpva5xc21LYAiCasRPFYt5leRsOrmMVnK3VdYdfNONV7i3MKpGMKSyN4WEiHMx0RzmwOF1UjzVZWF1Qheds54x7YPOj4L+MB5tN7CasXji7vnY9Q5cTqEVU34CRxv3IXVUMKVaWv/LW83DjnxC6lhCwVQZ49Vv+nRGF/9+0UXcoxYfe7rTNtKoAJh1Xf8CTW+BtTFkkewx2oxN0fYCZ9Tyl1PMPdba7l7M/raZ8Aayai384W01GYtrJWnfVaz38OsH72FVb/1+LQLq1HWRpYm2Po0yH5Ce6ya4jkW5/Gw63ibsOpSJ9OKw/Iu2dgeq9UUVgtrIhF7W/MUL63Lg+b56RVWnQ4mYddh4gOJvW5udXWKz+5e00Eeq+Z3CFdNw/aoR1qbB+wSc5vvKv0Q4LfGd8yHRoxVLRRANKcgv/dQ1x3Bvu++Pjt0ROg+lzWpn/YzvR6rbvOf94edoHf+Vv99xgurN5kPcil8+TViNBkTlRBWrSe7m7c19Fm2N3rGWC0ujqKJW/rXU5cg+H6hACwxmYwvDT4xVj1fbs1CQsAgYP6qWTjEJDB2qct2/bDbuR2cTV/3nPHIrP1l9cQMERcncHuzMUw4RfLiL4VDb75xww58xjP+qzOGmfH13LKFyBITseDp4BNjtbR9PZrt+XHS6iUEoYpjrAYzKwXdN8e2Kdl1TUIBaMKH+YR2e0D+II/VQj+Znlt73/oLq8a2+5W4/I4dWGneZhwpbrLxYehG4KqNuG+TEFjNp0AXX/c8D1dyLBbDeKw6xgTnF9CgxVslMVaLz4Dbi3/oOJ+2cd+yOrDFP7J5rHouiMzptODwbtuzjHJvxsobr3U98CpQnDG30RRL0DPGqud8VWVh1ZW91xY103xUOKSsNMe4fVG3id5+82hh7jfPWYb3ixh7HVtuqx0KoOLxxfC0cl8rhJ0Tg2J5luOxqn+IDhpvSsJq6Tkv9Knp4CC3NYUQ+uyxJg2v82J8TVt/GWs7Zzz20sEXntt2fT1wnOO8cSDlBp8Yq15ipUVY9RynCh5yPmtZ+/jgWFda4ihGj7EafXwtPeORPVZdYryWDgYz4hwXXqdt5yg45i6PcdFp5y79ahwI4mGfYdZIQbbrb5/V7HfvGKue4Y9MQqPfetxTWDXFeDSPtcFjjPMDp/6chFwbec1tjl0mtliiDmHV+u5QaoMurJrXK+HX8bYYqy51Ktqwx/uq+LgUVajyjFtsOpuhslAAprFcCzVSfozVklB2O3AlcCeuhmFjQe/L0yusur9LGtx0+zC9w5jWYZ7Cqjm94Zlu2X3lboNBMVYD50s3YdW0fiq1JWyM1Yiic4CHtZu9Wucgr2fTOGR1B66uSozVSvUV87kdxrt8YQwoR1h17aPwMVYt6xBLHwS/v9JjtfTQNL2w6nl4lelEac8Od9mi4x4KoCB4mQcb8+KumI/Y+uFySrflJLdo4lYxqLdxmpsot3D6oNfp9NatLBtwvXYyufiq53LKoO/p7WUKq+IrrT0ujGBnP52xAmH1JPspdzYumhhudst3O6W6GPPPZkW+9XT3XNBMI+QiyLH91tWWdGMrnVpubCuyxzgxnZzscqqr1Uai2Z7ZG9HZn+FPvPXlEpJZcbFd7FOzXRdCcJg87xwLKFcPR+PwmDAxVgthHCzbGs1bvUxbyLy2bdvGG0ffFk9d1NmKlxVrzBqflzvP0x7dJTe3LVPWlD52bkoY2mPVMSaYx8pSey3e/uaFRUFIK20ct2+zK2xddaQTp3Lfg6Inm9dixbaFx2tstW+7tDAzj6Vmuy7Uyf3AO0M0/T42/uZ9sHzoM2Wuv6TrL7/2OMpBX3/1Z2ElLseduLNgJ6X2OWMmWU8edbEDB0NnGof3TEF8L/HT+0+L/WRh77111xGv0zLHOO3J6itva6fbPGqbs8yn9k67sGqEialkfKnSnGhdP+jW5RlCQfwYdqufLaSRq91axsgNuFy8OG8reHG5rCkcB6KEWqPpdmfx+vd5/v2FP5dW2NeVV26COGRQK0+L129db3gfkmeNYe3bLwFrWWctfdYRnjFW+xzbzu224WYLznpbn/EgvsX7xTNbOHDUHEDEYZshxxP/cdFr+6t9u6/fOsh/jRTWdmvW74HrR5sVWdZUIcZXV7HGGF82YeNvrip6XfvbhFNYdR58J/KNPrf52qqlvc53HMsp74UPyYadRlrH2z50G2s1t/HSK3RdeGH1FlzmsmayhECIGgrAI/SHM6yCz7PkYltWj3zDscF2QFPAHOjuAW4ma7WtSGNT4b3cnJt9bLfY15WX4/I77ix+KHcTfS3pTYc4Fg808lmzuIV5KtlL4V3Ca750e1ah19eYvYptc5l7nH1dLWHV3V4d63UfLsUYqyKkR4BO4fbMVU9fsYdxMb3Ll+2x6tFHbmOhSSNzDX9m0bWc3O1jmnlNFfRO0uq/N7Gw2updw/aRQOsQ6P/pzXjkrGu1OKW8GoCA/SWhAarEKkwPgWAvjekpl7mSQJFAmeON5eMecZJAFQlwXKwiTGZFAiQQkYDbB4KIWdQoueeOqxqVz2KCCbCPghnVKgWF1VqRZjkkMFMJ+MaJmqlQ6ttuTsL15V/L0ikg1JI2y3IjEHa8sabzC71BziRQGQGOi5Xx490kQAIRCLiGoVqp7U4LPokiQjnTkDTs/D0NRTPLkATYRyFB1SAZhdUaQGYRJEACJNAQBIrbO/y2XDdETVmJKhGggFAlkMwmOoHI441ti6LPScXRK8M7SKBEgOMirYEESKCWBKxhHayhxGpZj6hlUbSLSqz26dlHtWfuVSKF1cbpC9aEBEiABEiABEiABEiABEiABEiABEiABEiABEigSQhQWG2SjmI1SYAESIAESIAESIAESIAESIAESIAESIAESIAEGocAhdXG6QvWhARIgARIgARIgARIgARIgARIgARIgARIgARIoEkIUFhtko5iNUmABEiABEiABEiABEiABEiABEiABEiABEiABBqHAIXVxukL1oQESIAESIAESIAESIAESIAESIAESIAESIAESKBJCFBYbZKOYjVJgARIgARIgARIgARIgARIgARIgARIgARIgAQahwCF1cbpC9aEBEiABEiABEiABEiABEiABEiABEiABEiABEigSQhQWDV1VP9Pr8ElNz6KDTfcg1ve3jd9XfiHm3H6h4FNT12LkyoupR8/+fQluO/iaa6zo57P4ebTb8fKu2/BZfMrbkRLZPDcrafjqjvcmzLtNjUNBLXn4Tcbcc+tlyHK06Ddt/NqPPXpyq278mYJO70Kd165KUR99LS47Slce4p/yY3VxsopVZKDsPvbV9R6/Amo8eGf4JpLd+DqqoyxldBpgXurOl81Ho+GtN/Gw8QakQAJkAAJkAAJkAAJkAAJeBCY0cKqVRyxiirTKpxU9UW1EYTVWoistSijsnFCE1bhIuBpIs9NeDSUuBemDrXp81YQVqOJJjNLWK3WGBeNcRj7rkKacoXV0PeFt5UqtKa+WVRlvqrNmFUOqNrbbxXnstD2Gkym3PE+OGemIAESIAESIAESIAESIIHWJjCjhVVr19bwRbkqL6pG7ev1wlrFl8MWecY8hVXRvoK4iqp4Q9emz8t90a6WYFe5WfSj/3Af+kJ7VIcfAxqnjZVTqjSH2gtTIWpcRcHJvbTwthKito2dpCrzVW3GrHJANqT9ltOQCu8pd7yvsFjeTgIkQAIkQAIkQAIkQAJNT6DJhVXny63l5cB4ub4NuOrDd+qddc71xa3NJXEE+nbhQneKbds34MbSdmbtxdL4VSS63LSNv7DV2GwKpjLEn61bxC/HJq0+IhTAFdjx6Utw02NWO7rcbyuy4f1YrOsmbPzNVXoogGXfs9XT2l6HtTraBUsYBP2F83qsvPGmIptS3czCqvn/9Rdoc5vM2+CNcAvmuhTztLUN2IDri6EGTGWg4AFqaZCpTwL6HS7tNtuFfUt/2G38vsIqdDvZoQmrcDDSrKrY74W23rYR9334JjyqtdNon42v8IJ93w5923PBzkU+Gx9yhiXwb4ct33Oux6aL78NVIhTAl4AbhcetF2+bYVlExyqyNvLdhKsKIRd0JosLITwsDB22ZH9uAbsdXH7bJuDDeiiAK3bbwyB4e7S7hYAosXY+D77PN6zp9ToZITcCxrsA1vbn39xPTrbmscD/mTYLU05xplRnjemNK60hULR+ug8b774B+GqEsTCof/2EVTsn83htvs8znXXM1/o6YOyNZLsAfMdJe0f6tSeiTVQ0Xzn6xGfM+vRilzHQNIZXMOf627JzzVay34Bx2bN9LutA37S2j5KWtIX1waaVhXVKyDWOCHkR0Nd+XKz2JvohYG3i277CeIHSWqvpV8psAAmQAAmQAAmQAAmQAAn4EJgBwqp5C3Zhwb9a364dKhSAJlrdBLOnoSakbCu8NBzuR//8PksMSofQcCNsAqEQcS/HX1x5J752h1mkNV6ozenNveeMF1mMC3vtZ4Cbv2GpJwpinld8yf7D/eibb46eaX3h0wWjkripl2XUzV1YXfl9cY9d5LwJKwuioaPMopCxEffZYmHq5RlCjFHe1dhxqT1mpu1FzrH13tTvLv1p5nTPitut4o/2srrD1H/eT1NYYfXqnZdYGRWFFDPbq3CnSfCx2FxBfCvG1bW119pPhfoWXrq9RD29r5399ug5H8I7H/su7rKEMfB/cS4+V1Vmbdi60Yai7RtewMW+Cm8jjuf6Dl3gDius6vZie15NrDWB2xgriv1sExdNJmXvB+sz6COyFMRvq0e0f3xZh7B646Mlcb9gU+K51UV672c6rLB67SlOL3er2BN2LHRrl9sY4BJj1dQuPY6u+YNHX8GzfAeuvnslbr+0NG450hXu0+LxHqN/6PFjH9529ZjV3uOkLS63X3vOeiSwXq5ie1nzlf7M6R+OxJxinWuNf5digTu9yf3Gjehzrrstu8VONuzXf1wOap9znvZmYZ87zfNZwbaLY39IYbVgr1Fs0NhFUZybTTG199nnA8scFYUF198kQAIkQAIkQAIkQAIk0PoEZoCwKryhSgcsmcWv8MKqNQ/N063oUaIbicPDqCBEuW6vK2yt1IRVe0zOogeX26FQbttPC1ssXyeE1SctbdVkA6+4n0Xb9vaoc9xrqZuPsGppk57/jqvMBwLZvXyFeKu/rFkODrJ4nVmFVfsBQ05PZY9+18Q+W3+aOZ1/X9kHi0USVn37PeBl2lVYLbXJfUun/9Zlt7rr+azVhNV2mxe137ZRq0BSPdaOMh1blCuzEUM8i+KxqgmrjgO+bF6aEQ4AC37mrM9IkYkmrPqwdjlIzCGsWupZaoMmrPo80+GFVX08Kh10VRobnGUY4TOcbTL3k1koc44BbodX+T8Hutgk7tM/9HgfZGbKRxNW/dmHt13zuO82TtrnBZ/2eMwlfuNU+fOV7nHsfYiiRygAN29bN1uuaM4NHvuETWrCque4HNQ+82IxKOyBU1g125m1D6IIqxFt0Pxx4JTCGqYwBmjCalVYtP4imi0kARIgARIgARIgARIgAQqrxdPLrS8wQeKQYToOrzmbmFn+i2o5wuo3bNu1C7V0PTTJEFTt2+1LYkKwyGPeoqz/v+ax6naAk1YVQyiwe7+JF0IXYdXyfFYmmhXbUvCitG5rt3OyCRohD52KJKze4Tb4GH3ReMLqXW7VtYW8sDwT4rkKErE1sS886/DilLstBYnv0yGsasKfI3yH4dXnhBr8zPkJq/ZwDX7Pf0FIKYx/znHKT1i11juKsGr5KGX6cALNQ87vmTD/ZhccTb8ZNhkQY9URnkVspRbZ2O7zTOfiseo3poS3XTHu+42TbvOCS7gZ0R7XcAkhbML+IcD8ITCgj6wfGM1zi01sNARV09ga9JGg/Dm3GsJqwZPYFHbEGqrGabveLPyFVeuH2yjCqv/z7/eMi3HK/Lvuser/PHq3jwtrEiABEiABEiABEiABEphZBCisliOsmrxn3Dw7HF6xfi+q0+yx6m3Obi+b1r8FizxhhFWTx6qbZ1fRq6q+HqsGJ6tHnfhrkPdRibCvsFoQOcRWTVfPKIeI7CGg3XoZ+hrAY9VvmAz6KGFwErFSS96LwazDi1ONIqzeg5Wb3L21vTwhg5+5aB6rofrJCItSA49V/Xm6EfjSLTj3t9fgRtygbR0P9qx3Cqve3qROgbR4t5fno9F2c3xmt10JRUbBHqvmGoe33VtwmRZD2uZ96LWTwa89Hl7MgTYRZb4yMnMTsi0e5dZx1O2Do6+wWtGcWwVh9Y6NuO9Kmwe016FegSxq57Hqa4NRPVZD9/XMWkSztSRAAiRAAiRAAiRAAiTQEsJqKZZZwdPH4rVUjVAA3jFWHbHIbJ44uleHOQaj4SlanRirxgE8G3xirLoLEAVWJo8hwzvLiGFpj/dobYv95dDkseoVj9ERi9DsNeuMi6mXV26MVb9QAO7xEAUne0xMZ2xFH6naK+yCLQaqI56pEUrCTbTR4kBavYlCCas+cT+94gxa4mganqQ+MVa9tv1ahVXv2JPaIVSm+KNBrMOLU+XFWDU8sIoxVk0HLZl/K3p37bwa/jFWdWH1pkJMZ60jHTExrfYUJsaq63jnE2PVS4CMFAogSoxVH26GLd+Iq7HxN7drAquIKRr8TDiFVWvsaNsHEC+PVZeYydb4nYVQANpBcNbYypZ0IWOsGuzD264hrJqfG7fdBQUefu0p1yaizlemA+6MeJ3FMatoCy7CqrkcY4wUc7dLvc3sQ825Hh8Jyo6xqgmr5pi7Rvgfl3jJLs+4+1xm8k4uzsP2+NX6PO2/xinFBHaLseppg0HCqlv891B9zYU1CZAACZAACZAACZAACcwsAk0urNq32dpO1HXx8okcY1VsV/Y9odjllHYtTuedME4Gt24n3YDrtdPehfdLwMm7brZo39555SYUPf9cTqb2PYHcllfpNHl9C6e+rf9yXH7HnbizUBfHyfVa/FqzyOp/griVpSjHOA38cmwqHMBR2lJrD1NQ8JDVPLp8TqkP6Hdnf+oHFpkPszHaqzXbHArA5xAoaz9bO690SrwmOThPxLZsqw8KBWDa+ivq5rLl3q0u1jrYjcteJ9OzVBA6zFud/fIyC3ZurGE7mMWTta2K5YhT1u3Z1sOR7HXbcMMmbPzNVcV4wGaG9t/MbfRl7bIdO0o/bLjycuCOHaXYyZb8bOOdy6ngfs9/WGH12lP8n2m7l7cfN7O4/KjF5oOeCZsxBHH1CQXg7C97aBLdM9EZnsBsP6X6av0ZMPZGst35sM05tnHSCFtQQOLbnog2IbKMNF+Z+tC6NVzkZB6/bWPWp0+ylmMSVB8VY1phDi31ujv74vhsmnNvwI22uMfhPFZveTuc4zJKc0NQ+8wW6p/WPF/a1zAbcPmVwJ3bNuIebXdCmDVOwZM2oK+DQgGUxkPB2mVtErqv/Q83nFlLbLaWBEiABEiABEiABEhgJhBofmF1JvRSndoYbXtunSrJYkmglQn4HmbXrA13O9CuWdvCepNAdQlYPkxVN2vmRgIkQAIkQAIkQAIkQAIkMA0EKKxOA9RWyZLCaqv0JNvRtARaUVj1ik3ZtJ3EipNA+QSs86x963/5+fJOEiABEiABEiABEiABEiCB2hCgsFobzk1ZCoXVpuw2VrqVCLSUsFraPu8boqSV+o9tIYFAAoV450Y6c+iZwHuZgARIgARIgARIgARIgARIoN4EKKzWuwdYPgmQAAmQAAmQAAmQAAmQAAmQAAmQAAmQAAmQQNMRoLDadF3GCpMACZAACZAACZAACZAACZAACZAACZAACZAACdSbAIXVevcAyycBEiABEiABEiABEiABEiABEiABEiABEiABEmg6AhRWm67LWGESIAESIAESIAESIAESIAESIAESIAESIAESIIF6E6CwWu8eYPkkQAIkQAIkQAIkQAIkQAIkQAIkQAIkQAIkQAJNR4DCatN1GStMAiRAAiRAAiRAAiRAAiRAAiRAAiRAAiRAAiRQbwIUVuvdAyyfBEiABEiABEiABEiABEiABEiABEiABEiABEig6QhQWG26LmOFSYAESIAESIAESIAESIAESIAESIAESIAESIAE6k2Awmq9e4DlkwAJkAAJkAAJkAAJkAAJkAAJkAAJkAAJkAAJNB0BCqtN12WsMAmQAAmQAAmQAAmQAAmQAAmQAAmQAAmQAAmQQL0JUFitdw+wfBIgARIgARIgARIgARIgARIgARIgARIgARIggaYjQGG16bqMFSYBEiABEiABEiABEiABEiABEiABEiABEiABEqg3AQqr9e4Blk8CJEACJEACJEACJEACJEACJEACJEACJEACJNB0BCisNl2XscIkQAIkQAIkQAIkQAIkQAIkQAIkQAIkQAIkQAL1JkBhtd49wPJJgARIgARIgARIgARIgARIgARIgARIgARIgASajgCF1abrMlaYBEiABEiABEiABEiABEiABEiABEiABEiABEig3gQorNa7B1g+CZAACZAACZAACZAACZAACZAACZAACZAACZBA0xGgsNp0XcYKkwAJkAAJkAAJkAAJkAAJkAAJkAAJkAAJkAAJ1JsAhdV69wDLJwESIAESIAESIAESIAESIAESIAESIAESIAESaDoCFFabrstYYRIgARIgARIgARIgARIgARIgARIgARIgARIggXoToLBa7x5g+SRAAiRAAiRAAiRAAiRAAiRAAiRAAiRAAiRAAk1HgMJq03UZK0wCJEACJEACJEACJEACJEACJEACJEACJEACJFBvAhRW690DLL8uBJR8FumJQeRzU3UpP0yh8UQb2jv7IElymORMQwIkQAJlE1AnR5DZ/jDUzHjkPCQ5jviSUxHrW+l7b35wD3J7noKaz0YvI9mJ5KrzILXNinwvbyABEmhBAoqC9H33If2rX0HNRh9TyiGSOuMMdL7rXcgNv4DM7l9DzaXLySbyPVK8Hcllb0CuZzleOvh9jEzuiZxHOTdIUgxzO9dj/YJ3IyanysmC95AACZBAkUAul8dzL76Khx9/Dltf3Yt8XtF+SybiWLt6KS449xQct3op4vEYqZFA0xGgsNp0XcYKV4NAemIAmcnRamQ1jXlISLV1o62jdxrLYNYkQAIkACgjB5EVwmo+Ex2HJCG+8ATEF5/se29u37PIHXwRUNXIZUixJBKrzoM8a2Hke3kDCZBA6xGYfOQRjN52W1njSSU02i7eAGndYajZsUqyiXyvlOjClnkdGJjaHfneym6QsKTnHE1c5UUCJEAC5RBQFBUPPfYs7vj+rzA27v9BqquzHVe+7404/5yTIctSOcXxHhKoCwEKq3XBzkLrTWB89BBy2cl6VyOw/GSqS/Na5UUCJEAC00kgd/AlCOETqu49EPWK9a1AYuUG39uyOx5Fvn9n1Kz19JKsCbfxhceXdz/vIgESaCkCI//yL5h64omatym+chHiF8WAWL6mZU8mZGzukTCpRN9VUGlFu1NLcNaK6yrNhveTAAnMQAKDQ6O4+V/vwstbdkVq/WtPXotPfPiP0N3VHuk+JiaBehGgsFov8iy3rgQorNYVPwsnARJoIAJqbhKZLfdCTQ+VXSu5sw/J9W/yvT+z+VdQxo6UXYaU6tK9VjvmlJ0HbyQBEmgNAvUSVmPLFyJxcQyIl/cRqlz66YSMLT3ApDJRbhZl30dhtWx0vJEEZjSBQ0cG8Tc3/yf27T9aFoe1q5fgs598D3p7usu6nzeRQC0JUFitJW2W1TAE7MLq5NgQBvZuhqLU1gPBDESWY5izZB3aunqKf6bHasOYDCtCAi1JQIiq2a0PQhkvb9FrQBGiZ3LNhZ4xULUYrlvvhzpV2fZZIeAm1lwAKd7Wkv3BRpEACYQjQGE1HKdqpKKwWg2KzIMEZhaB8YlJ/N2t33d4qqaSCZx3zkl444WnY1Z3pwbl0OEB3Pfw7/Hb372EqYw1ZvYJ61bg859+H9rbGed5ZllQ87WWwmrz9RlrXAUCFFarAJFZkAAJNDcBVUVm+0NQhvZW3I6gGKgVxXC11U7uWYzksecCcrziejMDEiCB5iRAYbV2/UZhtXasWRIJtAIBEUr/zh/+Gj/75WOW5pzymtX4+FVv9/RAPdI/jG9+58cWMVaSJPzp+y/BpW84sxXQsA0tTIDCagt3LpvmTaDawurj+TxeyCt4bSyG02JyWejpsVoWNt5EAiRQJoHs7qeQP/JKdQ5/kWQklpyK2IJ1rrXJH34F2b3PAFXaFSD3LEFy1fmAxIMNyux+3kYCTU2Awmrtuo/Cau1YsyQSaAUC+w/24y//9v9CxFc1rrPPOB4fu+oytLclfZuYnszgXzf9BI//7qViukUL+/CVP/8genu6WgEP29CiBCistmjHsln+BKotrP44m8MBVcVxsoyL4jGt8CFVxc9yeQiZ9e3xGLoDBAAKq7RaEiCBWhHI7f09coc2l31YlVs94wvWI770NNcm5PY8g9yhl6vXPElCbN5aJJadXr08mRMJkEDTEKCwWruuorBaO9YsiQRagcDPfvk4vveDX1mE0euvuwJz+2aHat6hw4O46et34PARPfa/8Fr9xNWX4fUbTg51PxORQD0IUFitB3WWWXcC1RBWjb1CwQAAIABJREFUJ1TgWSWPnYqqiaiqGPgBdEoSFkgSlssSHsvpMVvfnohjLoXVuvc7K0ACJABN4Mzte7Zq3qMGU3n2YiTXXOCKOLPtwaqEHLBkLscQX3wyhKDLiwRIYGYRoLBau/6msFo71iyJBJqdQCaTw9/d+v/w3IuvFptyxXvfiLe96exITbOLs+edfRI+9dF3RMqDiUmglgQorNaSNsvyJNA/OIbntuzF0PAERFyW6b5OXTcLc2YlisVEObxqEsCjuTy2KQqCjroS3qqilMvKFFb3H5nCyzsqO+zFi6XQeXtmd+Ck45agr5dbK6bb5pg/CTQCgfzgHuR2PQE1N1X16kgdvUitf7Nze76qYurlX0CdGKx6mYglkFh8CmLz11Y/b+ZIAiTQsAQorNauayis1o41SyKBZicwODSG6//q9qK3aWdnG66/7kocu2JRpKZtfXUfvvb172Eira9Xj1uzFF/8zAd4iFUkikxcSwIUVmtJm2W5Eti5tx9PPbcDubxSM0KvO6EXfT2lGC9hhdVRVcXPc3kMFNTfXknC8bKMVxQFR1QVK2UZ62QJLyoK9ioqRIuEF+sb4jGslv1jr7qFAth7KI3nt41MK5d4TMbpJ63EiiV901oOMycBEqgvAWV4H7I7n4CaTU9LRaRkp+axKrX3WPJX00PIbH0AamZ8esqNpxBffiZivUunJX9mSgIk0HgEKKzWrk8orNaONUsigWYnMDA4ii997XYc7R/WmiK2/3/1L67GnN7uSE2z5zN/Xg9u+uLVjLMaiSIT15IAhdVa0mZZDgKZbA73P74Zg8MTNaVTjrAqHGl/nstht6JqXqivi8VwUkzWhFO3GKsv5hU8lNd9WhtZWBX1653dgQvPXodkgqds19QQWRgJ1IiAMjGA7PaHoU5Njwe81oxYAslV50GeZfVKUEYOILP9YSCfnbbWSqkuJETZHXOmrQxmTAIk0DgEKKzWri8orNaONUsigWYnMF3CarkCbbPzZP2bhwCF1ebpq5asqRBUH/jtZkxlcjVtXznC6mFVxf9mcxChAE6NyTg7ph9SJS43YfWoquKnWb1d5cZYrYXHqqhfKhnHBWet0wRWXiRAAq1FQM1NIrv1ASjj/dPbsDoKq6JhcmcfEseeCyGy8iIBEmhtAm7C6shrzkD/uW+E0tZeceOlXBY9Tz+KOY/9xpJXbPlCJC6OAfHSLquc1I7dqbcgLS+ouFyRQbtyCMumfo64WtpdkE7I2NIDTCpWR4RU9lwkc68FUPmHcVWaxFT8YWTjz1naQWG1Kt3KTEhgRhCgsDojupmNdCFAYZVmUVcCzSSsblUU3J/LQ8ipb0vEMd90GBWF1bqaEQsnARLwIKCJqtsfhjJ6ePoZ1VlYLYqrIhxBvG3628sSSIAE6kbATVg9+I4rMb6ievGWU/2HseSOWwOF1YH4iTiYPA8q/EM+hYUlQcHCzMOYk3uheIuXsNo19UFISvVCOeVjOzCR/BGF1bCdxXQkQAIWAhRWaRAzlQCF1Zna8w3S7lYWVsdVFT/L6aEA3haPodMkxLrhr1eMVVEXeqw2yAPBapBANQmoKjLbH4IytLeauXrmJTxFk2suhNQ2y5JGnRxBZuv90xuGwFSi3LMEyVXnOw/RqgkFFkICJFALAm7C6qFPfAFjqc6qFZ9Sc1hy81cChdX+7jfhkLKqaoeviuXiAnk7+kZ/GSiszsldi2y2tIOq0sYn29Lol/6FwmqlIHk/CcxQAhRWZ2jHs9mgsEojqCuBZhJWo4YCiAqWwmpUYkxPAiTgRyC7+ynkj7yCaG/7EqS2bkixBNSpcQiP17CXiK2aXLvRNXnmlfsgYq2GvYTHqZTqhJrPQp0cBSCiXIe8JAmxeWuRWHZ6yBuYjARIoNkIuAqr134ZY5KIgl+dKyUDS/7hS5bM3EIBHO19Fw5nFkItHGxaaemSJGF+8iDmDv53MSsvj9W+/GeRyVRaYun+tvYcjuAWS4YMBVA9vsyJBFqdAIXVVu9hts+LAIVV2kZdCQQJq7O627F+1SL0zO7QDomq1iXlhwG1tBKdHBvCwN7NUBTdw9TtEq/19+TyeFVRQh1eFbWubsIq5DaocrRTFO3linoPDU/g5e0HMDLqfho4PVaj9hbTk0BjE8jt/T1yhzYDaikOYGCNbYJkpNiscgyJpacjNm+1azH5I9uQ3fMU4DPGGjdqsVJN2/nLEoglGbF5ayiuBnY6E5BAcxKgsKr3G4XV5rRf1poEWpUAhdVW7Vm2K4gAhdUgQvx9WgkECasXbViPeXMqExbdGjA+egi5bMkTK4ywKvIZVVVNXBXeq+LqliQcL8ua2HpEVXGcLOOieHlbstyE1WSqC+2d1YmddWRgFPc++rJrf1JYnVYzZ+YkUFMCuUMvI7fv2VAiZrFiQlTtOxaJ5WdattDnD21Gdu/vAwVauWsekse9wXv7vQhLsOXXUMaO+LOQZCSWnIrYgnWldKqK7K4nkO9/NZr3rRxDfPHJiC9YX1P+LIwESGD6CVBYpbA6/VbGEkiABKISoLAalRjTtwoBCqut0pNN2o4gYfXSC14D4bVa7atcYVXUIwvg4Vwe4jArN//WJIBFsoTXxmJYGBBX1dyu6RZWhbfq3Q88T2G12sbE/EiggQjkB/cgt+sJqLmpSLXyikuaP7odwmMUSs4zP7FtP7HqXMjd/idiK8P7kN3xuH/d5LjmZRqbu8paXpnxYqV4CvHlZyLWuzQSDyYmARJobAIUVimsNraFsnYkMDMITA29hMHN34aa13dFKiowNilDVfS9ppKsoqtNgRxx62lQPlKsHb3rPopUz/EzAzRb2fAEKKw2fBe1dgWbUVg1emRCBZ5V8tipqBhSVUcEQDF/LJElXBSLoyPEZEJhtbVtna0jgekmILbuZ7bcCzU9FKkouWcxkseeC8hxx33ZnU8gf3Sbj6iaQlwIoXNWhCozjPCr1WfV653er0oOmVcfgTK0L1RZRiKpvQfJ4y6CEIB5kQAJtAYBCqsUVlvDktkKEmhuAlODz2PgpW9CyU3UtCFyvANzjv8/SPW+pqblsjAS8CJAYZW2UVcCzSysmsH9OJvDAVXFWlnGKlnC7/MKDhXE1l5JwlvjMS1sgN9FYbWupsjCSaDpCeQOvqSHAIgQV9Uez9QMQeQlwgp4xUXVvEEjiKpG3vmBncjtfsrbc9Xn8KlIcV+LyqqshwRYSK+GpjdyNoAECgTchNXxa76Aqd55VWMUT49j1t9eb8nP7fCq8blvxUhiHdQqnQYgQcWs7GZ0Hv3fYtleh1cta7sOUKq3s0uVB7Bn8p8tbebhVVUzKWZEAi1HgMJqy3UpG1QmAQqrZYLjbdUh0GrCqjnG6mZF0UIGiNABy2QJb4nHfZfcFFarY1PMhQRmKoHMK/dCGTkYuvm+ompAnFYplkR86WnOLfshSxchBnJ7noGa9zjOWsRHXbBeE0TtVzniqjxrIZJrLwpZOyYjARJodAJuwmr8U5+FdFz1YiqrB/cj99UbAoVVZcFFUOedB0jlxdh3DnJ5SEcehnzo3kBh9cT516E97h+GJUpfjkxtxZb+b1NYjQKNaUlgBhOgsDqDO59NtxCgsEqDqCuBVhZWBdgn83k8nVeQAvDWRBzzfbxWKazW1RRZOAk0NQERU1UcDqWmh0O1Q0p163FRO+Y40gd6lMYSSCw+BbH5a0OV5ZUof/gVZPf9AciLz08ul8/hU8rEALLbH4E6NRqqDlL7bO1wLeFly4sESKD5CVBY1fuQwmrz2zJbQALNTIDCajP3HuteTQIUVqtJk3lFJtBswqqIpfqTXB4iouql8ZJQaoQCMHusChiHVRU/y+a0Q64ujMewRpY9GVFYjWw+vIEESKBAQAiqma33Q82MBzKRUl1IrDrPXVQNOvxKjuvb6hesCywnTIIgcdXv8CldXH0Y6tRYYFFSshPJNRdCCKy8SIAEmp8AhVUKq81vxWwBCTQ/AQqrzd+HbEF1CFBYrQ5H5lImgWYTVo+qKn6azUGcj20WSr2E1X2Kil/kclAorJZpIbyNBEggDIGwwqqUaEdixZmQZy92ZBsoVFZZVDUqkDu0WY8Nq4iR1Xn5iqvD+yAO2FKz+mm0XheF1TBWxDQk0DwEKKxSWG0ea2VNSaB1CVBYbd2+ZcuiEaCwGo0XU1eZQDMKqz8pCKsbTR6oXsLqvbk8tigKOiTgsngc4iArr4seq1U2LmZHAjOIQBhhNdj702drvc+2/GpgFodk6eKq8O93EVcr8bIFQGG1Gr3EPEigcQiEEVYnp7JIT+agqGpgxcXyrC0ZR0d7spi23Bir+byC8XQG2Zz4rB58JeIyOtuTiMUKu5rU8mOsTqQzmMzkEKLJkCUJ7W1xtKUSxUoyxmpwfzEFCZBAiQCFVVoDCegEKKzSEupKoNmE1ZcVBQ9ooQCAE2Myzo/pBxXYhVWxlH4sn8cLeUXzVl0nyxBCrN9FYbWupsjCSaCpCQQKq5KE2Ly1SCw73dHOwMOgpllUNSoULK56x4UVomzu4IvwUhMorDa1ebPyJOAgECSsZrJ5DI2moSjBoqqRufj03dWZ0kROcZUrrA4MT0CUH+VKJmKYM7tDv6VMYVWIuWPjU9oaNewlxNXZ3W1IJePaLRRWw5JjOhIgAUGAwirtgAR0AhRWaQl1JdBswuouRcHdBWFVLMDnSZIWN1V4pYowActkGbMlYFtegbExdbEsafFYS/4A7sgprNbVFFk4CTQ1gSBhVQsBsPr1kDv7LO3URNXtD0MZPewxMMUQP+YkxBceXxM+uYMvIbf/OU/PVVH/xJoLIMXbrO0IiDFLYbUm3cdCSKBmBIKE1fRkFiNCZAzjummqtRBVuzv1Q+7KEVbzioKB4TSE12qUS3irzpndjpiIxV+msDo6PqV5yka5JEnCrM4U2tv0VSqF1Sj0mJYESIDCKm2ABHQCFFZpCXUl0GzCqhBPRSgAY9nq5xUg/B2EV+vrYjF4H1lVwk9hta6myMJJoKkJBAqrHb1IrX8zYAtHIuKT5o9u8xZVF6zXDquq5aV5nx562VNcjc1ZgcSxGxxVyrx0N5SJQdeqUlitZQ+yLBKYfgJBwqqowdDoJDJiW3zI6ogt+bO62hAvbMkvR1gVRaWnshibyIT2lhVeo50dSXQUxM1yhdVcXsHI2GToEATCQSCZjKOnu/ShisJqSGNhMhIgAY0AhVUaAglQWKUNNACBZhRWjcOrzozFMAEV+xUVR1RV2/IvNlIJD9XVsqx5soYRVI1uoLDaAAbJKpBAkxIIElaFp2dy/ZssrVMz48i8ci/UyVFnqyUZ8QXrEF9yal2I+ImrUls3kmsv0uKmmq/My7+EMt5PYbUuPcZCSaC2BMIIq5XWqFxhtdJyyxVWKy6XHqvVQMg8SGBGEaCwOqO6m431IUCPVZpHXQk0m7A6rqr4RS4PES314ngM3QXvL6/Dq6LApbAahRbTkgAJmAkECqs9S5Bc/XqrsJqbQmbLryHutVySjNi8Na7xWGtJPbf398gd2gyo1i21csccXSS2ed9mtj0IZWgvhdVadhLLIoE6EaCwqoM/cf51aI8vqFov0GO1aiiZEQnMCAIUVmdEN7ORIQhQWA0BiUmmj0CzCateJJ7LK/iDouAUWcZJxqmuEbFRWI0IjMlJgASKBISnZnbbg1CzRnRnKxzZRVgVKfRDn14qiZceh1ypk5NQDh4GFAVSRzvkBfMdwmbk7hifADKFwCqdnUDSGYk6u/sp5I9sNdVP1uK9uoUn8BVWPWLMRq4zbyABEmgIAhRWKaw2hCGyEiQwwwlQWJ3hBsDmFwlQWKUx1JVAqwir1YBIYbUaFJkHCcxMAsrIAWS2Pwzks64AYvOP8/RAzfe/ivzRVzXxUu5dpoUAEJdydADj/3wbJp57CflcHiIOYEcqjo5kDHIiAWndWkjveCuwelV4kfVoP9S7fgL1d8+URFWjxr09kM46A9Kb3gD09hTbUawfgNjcYxHrO9a1jbk9z+ixWd2uWALJVedBnrVoZhoIW00CLUYgjLAqDq+anMoizPlVerzRGGZ1tkGWxb/KO7xK3JfJ5jA6noGIeRrmisUkdHekkEqKgFKi4DykIw9DPnRv8fZ0QsaWHmBSmbBkafZYVRRVO7BLlB+qzRLQlkpoh1cZFz1Ww/QY05AACRgEKKzSFkhAJ0BhlZZQVwKNIqxOjQ9jYP9WqPlc3XhIsTjmHLMGqc7ZxTokU11ot53iXW4FR0bTuPuB511vF4v5C85ah97ZHeVmz/tIgATqSCBIWI2LQ6iWnhaqhsI7dexvb8XY718onqidiMno7UgWBYdiRpIE6dSTIX34T4Eua8xTS2G5HNSf3wP1Jz8HcgHjrCxDOn8DpPe9C+hoD1VnkYjCamhUTEgCTU8gSFidnMpheGyyOIaFbXBXRxJdHbrQWE6MVUVVMTA8gVwunKhq1CselzFndof2AatcYXVsYko7NCvKJUmSJqy2Fw7OorAahR7TkgAJUFilDZCAToDCKi2hrgQaRVitKwSfwimsNmrPsF4k0FgEfIVVcRDVMa9BfNGJgZUW2/0HPvdlZEbGimmTcRk9QlS1xTS1ZLZ8GeRrPwH0zXGWIUTVTd+D+sjjgeVbEixcAPlTHwOWLg51X+7AC8jtf94Rk1W7mR6roRgyEQk0C4EgYXUqk8Pw6CSE0BnlEqKqEFfFVY6wKu7rH5pANpePUiwS8Rj6egoft8v0WBWiqhBXo1xCWJ3d1Ya2lO4tS2E1Cj2mJQESoLBKGyABnQCFVVpCXQlQWPXHT2G1rubJwkmgaQgECauJJaciVtji79UoTVS97gZkRseLScSW2DmdKcQLW2N9gRy3BvJnPgl0mDzf83mo370T6kOPlsdyVjfkaz8JrHbf/m/ONH9oM7J7f09htTzSvIsEmopAkLAqGjOezkB4roa9kokYuk3b4ssVVoW36ujEFMTW/DCXGGdFKADhtapdZQqr4tZRLRRAeFFXCKqd7bqQLC4Kq2F6jGlIgAQMAhRWaQskoBOgsEpLqCsBCqv++Cms1tU8WTgJNA0BX2FVjmvxVWNzV3m2Rx0YRP81X7R4qorEs9oSWlzVsJd06RshvfedxZir6u+ehvqt24O3//sVsGA+5M9dA8yf51uN/NHtEIddQXERUuixGrYLmY4EmoJAGGG10oaUK6xWWm4lwmqlZVNYrZQg7yeBmUWAwurM6m+21psAhVVaR10JUFilsFpXA2ThJNAiBHyF1SBRUVEwetPXMfqMNQazFle1MyAEgJ1fRzvkz10LrFoJDI9A+et/APYfqJiytP44SMJztb3NM6+KGFRcQ2ZAAiRQSwIUVnXa5sOrqsGfwmo1KDIPEpg5BCiszpy+Zkv9CVBYpYXUlUCjCKvp0QGIA6yAcNu2BLRkexc6Zs3TPLOUXBZjQwe1/3pdwekl7eCq9u5SjEJ6rNbVPFk4CTQNgUpExewDj6L/ln9zbFvtbkugM4K3qgFLuuBcSB+6Auqjv4X6nX9HqOOpg0iLQ7L+5D2QLrmIwmoQK/5OAjOAAIVVCqszwMzZRBJoeAIUVhu+i1jBGhGgsFoj0CzGnUAjCKtCUO3fuxlKPnwcLtEaSZIxe+EKdPUuwpGdz2NqYsS3m83pRXnpkX5HejkWR9+SdZrAqom3qS60d/ZVxXxGRtO4+wGrR5qRcSoZxwVnrUPvbFNsxKqUykxIgARqQcBPWJWSnUiuuRBSuz6umC81k8HQNV9Eev8hy99jhdiq4r+Rr7l9kD9/LdQ7/h/UF16KfLvnDccsgvyFzwKzZ7kmUdPDyGy9H2qmFCO2mDDIa7d6tWROJEACNSAQJKyK+KaDI+lIh0jFYjJ6utu0g6TEVW4oAHGAlIjvGvbcLHEuoIhzKg7O0gvOQzryMORD9xZJphMytvQAk8qEha7ZY1UcmCUO7MrlldA9INraO6sdIs6ruOixGhodE5IACQCgsEozIAGdAIVVWkJdCTSCsCq8TAf2b0UmPRres0qSkGjrRO/CVYin2jE+eBCj/ft8PVbjqQ70LjoWibYu9/SShGR7N+YcswZyPKH1C4XVuponCyeBpiFQrrCafexJ9P/9Nx3eqqlEDL2Fk7EjQ4jFIF3xPqg/vRsYGIx8u+cNwmv1Ix+EdO7ZrkkorFYPNXMigUYnECSspiezGBmfghpW3Sw0WAicxgFW5QireUXBwHAa+QjipihaiLpzZrcjJstlC6vi4Coh6Ea5hKjb3dmGjjZ93UlhNQo9piUBEqCwShsgAQqrtIEGINAIwmoDYPCsAoXVRu4d1o0EGoeAr7Da0YvU+jcXD5Qy13rsb27ByONPORoyqz2BjmT4Q6vsGUinvAbqlq1AerKqkKTTT4P0yY8IFcKZr6pi6uVfQJ1wEXPpsVrVfmBmJFBvAkHCajabx+Bo2vHRyK/eusiYQkdbUktWjrAq7hsaSWMyE20XlNg5JDxH9YLL81idmMxAiKtRtGThqdrT3Y5kQh9TKazW27JZPgk0FwEKq83VX6zt9BGgx+r0sWXOIQg0irCaSY9ZQgFImvdoFyQ5BlXJQ/wexeshkWpHLKFv6cpOTSCfDedBIEIBiHKNi8JqCCNiEhIgAfgJq3JHL5LHX+qgpI6NY+CTn8fUkDWMiRAXejtSSMbl8snO6a2ut6pRk3lzIV//50CPM6yBSJJ56W4oFFbL7zfeSQJNQiBIWBXNEFvi01NZqCF2xotxry0ZR6IgMGr65sH9yH31BguR2PKFSFwcA+KlTJUFF0Gddx4gFUIIqComp3LI5kIUDCARl9GWikOsPbWrTGFVW3Nm85qoG0ZclWSgPZVAPFYa6ymsNskDwGqSAAmQAAk0FAEKqw3VHTOvMo0grHrFWO3uW4zZC1Zg6OCrGBuIdqp1ItWBuctPQG4qHSl+K2OszrxngC0mgWoQUEYOIrv9Yah550ccedZCJNc6D33K79yNo9d9Gfms1bNKliT0daVQVnzVajTGL4/2NsifuxZYfaxrqsy2B6EM7XX8JsWSSKw6D4IFLxIggeYnEEZYrbSV5QqrlZZbibBaadkUVislyPtJgARIgARmIgEKqzOx1xuozY0grLrFWI0l2zRRta2zB5Njgxg6tANKSK9TSZbR0bMAs+cv12Kuho7fyhirDWSZrAoJNBkBVUVm+0NOUVGOIbHkVMTmH+doUPbhx9H/j99ybJWt6OCqGmCTPvUxSGec5lpS/ug2ZHc/DSg2sXjWIu0ALxgeYTWoJ4sgARKYPgIUVnW25sOrqkGbwmo1KDIPEiABEiCBmUaAwupM6/EGa28jCKsNhsRSHYYCaOTeYd1IoLEIqLlJ5HY9ifzQPoi9r1I8hdiC4xBf9BrXimbuexj9t37HEeYkIQ5R6UyWtqU2VjMhvfsdkN72Zs9a5Q5tRv7AC1BzU5qQKnctQGLVBkjxtgZrCatDAiRQLgE3YTX/6c8jv2R5uVk67pOH+hH/q+BQAJn5b8Rk9+kAKgifYildQdvoU0ge/lXxr+mEjC09wKQyYUm5tuc6xNFTtTZPKXuxfeRfLfl1p5bgrBXXVa0MZkQCJEACJEACrUaAwmqr9WiTtadRhNWJ4SPIpEcj0Yun2tHVs1B7cRdb/seHD2vxWL2uWDyJrjmLtLituewkJgYPQbGlT7Z3o2P2vGIWFFYjdQkTkwAJRCDgJawmYzJ6O1NlO3ce7pbwr+cm8Z5nslh3KFyMwQjVhvTHb4f0R2+NcgvTkgAJtBgBN2H10LVfxpikn25fjSslA0v+4UuWrNxirB7tfRcOZxZGisXvVz8Ra3V+8iDmDv53MZmXsNqX/ywy4cL4h0LS1p7DEdxiSUthNRQ6JiIBEiABEpjBBCiszuDOb4SmN4Kw6hVjNYiPJMmYvXAFunoX4cjO5zE1YT0Axn6/ln7BcnTNOUaLu5oe6XcUwRirQdT5OwmQQLUITIewOhUH/uqNKTx/jIzFQyquv2cK80fValVZy4fCalVxMjMSaEoCFFb1bqOw2pTmy0qTAAmQAAm0GAEKqy3Woc3WnEYQVkUc1MGD25HPTkXCF0uk0LtwFeR4AhPDhzE2eEjbfut1CdFUxF1NtHV5po8n29GzYKWWp7josRqpS5iYBEggAgEvYTVMjNXRWQo6xmXEbE76Pzgtjv8+JYF8YUfsWTvz+Ny9GUg2bXUspqJDkSCXoblKn/gIpLPOiNBSJiUBEmg1AhRWKay2mk2zPSRAAiRAAs1LgMJq8/ZdS9S82sLq4OAw7r7nYWzbvtuXzzvfdiaWLpnb8AxffHkPfv3Ac456rl61DJdech56e2eHbsPIaBp3P/C8a/pUMo4LzlqH3tkdofNjQhIggeYmkN+5G0ev+zLyWdtBT5KEvq4UhMDqdk10KvjBn45iaE4evf0xHP9cCqf+LoX9XTHc9KYkBjpK9yXywNWPZ/GGzTlsb8/h+wsm8UjPFBQJuHXLbKybiEeDmExA+uynIa13HsYVLSOmJgESaGYCjLGq9x5jrDazFbPuJEACJEACrUKAwmqr9GSTtqOawmp//xD+9bYf4OjRwUAaV75/I45dsSAwXb0TPPPsdvz07iddqzF3bi8+9uH3oq8v3KEFFFbr3ZssnwQai4A6No6BT34eU0PWMCaSBPR2pJCMux/EMtat4IdXjmKwr+SumshKGNjeh+dmpRyNPKY/j6FtR7A9lS3+1pWXcPMrs3HCeERhdW4f5C99Dpgzp7FgsjYkQAI1JeAmrMY/9VlIx62vWj3Ug/uR+2rw4VXKgougzjsPkGLVKVvNQzryMORD9xbz84qxeuL869Aer956dmRqK7b0f9vSDsZYrU63MhcSIAESIIHWJUBhtXX7tilaVk1h9Yd3/RKP//YPodrdCsKqaOjZZ52C97zzTaHaTGE1FCYmIoEZRWDsb27ByONPOdo8qz2BjqS76Ok3kUoQAAAgAElEQVQmrGbyMbzQPxfpnPMeVVExuLMfUyPpioVV6fTTIH3yI0CsSgLGjOptNpYEWocAhVW9Lymsto5NsyUkQAIkQALNS4DCavP2XUvUvFrC6uTkFL59+39hx869obi0irC6csUSfPTqd6OtzeklZgdBYTWUaTARCTQvAVVF7uCLyB/ZBuSzkDp6kVj6Wu2/Xlf2sSfR//ffhKJYg52mEjH0diRdb3MTVoenUnh5cA7yiruX68j+IYwfHq1MWI3FIH36Y5BOPdm3j9SJQWT3PA3xX8QSiM1bjfjCEwDhisuLBEigJQiEEVYnp3KYmMxADRHLWQwPIixSZ3tp3CvXYzWfVzCeziCb8467b+6ERFzWyo3FCuNnBR6rotypTC50mzvakmhLlT6I0WO1JR4PNoIESIAESKDGBCis1hg4i7MSoLDqbxF+oQDEnRRW+USRAAkYBLK7n0L+yCswv1FLiTYkVpwFefZiV1BqJoPBT34ek4f7Lb/7HWClSsD/+9AIDiwpxWYdnGzDFiGsih9drtEDwxg7VAo5MD8j49ube7Ag4y7EumaycjnkP/8M0OEdC1oZPYTsq49CzZa8Y4WgGpu3Follp9NYSIAEWoRAkLCayeYxNJp2fDTya74Yvbo6U0VxtVxhdWB4AqL8KFcyEcMcI859mcLqRDqD0YmpUKKqUTdZltDT3Q5RvrgorEbpNaYlARIgARIgAZ0AhVVaQl0JTKewqih5TIyPQ3VxVbjq8oswb253se2Gs5b9rBbh5CC2sUqyBLtcILIVeYtFqf0S+Ym/2h2kjPxc71H09OZ7Xt15GP/1P49p2UuShPaOTsRMW2AprNbVfFk4CTQMAWW8H9ltD1oFxULtYn0rkFi5wbOumfseRv+t33GMlbPbk2hPlrbcZ7syOHraQQyu68cf+ubgQKI0hooQACIUgAgJYL/EGDq8ZwDpwYniT70TCs7dkcO52S6clu9ElxqwtV94q/7ZVZDOOsOXeXbHo8j373SkkRLtSKx+PeTOvobpM1aEBEigfAJBwmp6MouRcSEyhnBXNVVDeI52d+q7gMoRVvOKgoHhNITXapRLeKvOmd2OmCwDZQqro+NTmqdslEusLWd1ptDeltBuo7AahR7TkgAJkAAJkIBOgMIqLaGuBKZLWM3ncti9czvSE+Ou7fvC567ACcevrGvbwxT+wEO/x23f/VkxaVt7B5atWIV4Ql8AU1gNQ5FpSKD1CSgjB5DZ/rAWAsB+yR29SB5/qTcERcHQ//clTOzYY0kjDq8Sh1gdPeMA9p+3GxOLxqDGdJHiSKYPr6aXQTF9cnqxfy6GppxhSXJTOQxsO4y8yYNrYmAEY0eHtbzikHBxdjb+LLMAJ+Y74ObDKr3mBEjXfBxIuocnMCqeeeluKCIEgP2KJZBcdR7kWYta3xjYQhKYAQSChFWBQHisinAAYa94XMbsrjYk4vqHnnKEVXHfxGQWYxNTob1lxcf2ro4UOgriZrnCajaXx/DYJHIhQxCIuoowAMJj1bgorIa1FqYjARIgARIggRIBCqu0hroSmC5hdXIyjV2vboUQWN2uZhVWJUnG8mNXo6OzS2sWhdW6mi8LJ4GGIVCRsApA2b0XR6+7AbkpqzDbvQDY9vHnML6kFB9VNDqvytg8sQojuZLX6sBkG15xCQcgQgCIUADGlc/mMLT3CMR/zdfJ+Q7cPrEKvartAKyuTsjXXQMcuyKQN4XVQERMQAItQSCMsFppQ8sVVistt1xhteJy6bFaDYTMgwRIgARIYAYSoLA6Azu9kZo8XcKqoijYv2cnRoaHWkpYnTW7B8csXQFZbBWjsNpIpsy6kEBdCfgJq1KyE8k1F0Jqn+1bx8yvH8DAv2yyeFklYzLUs4ex/d0vI9dpFV2nlKQmrk7kS95OmwfmoH+y9O9sOouB7YehFDyolHwew/uOIjtp3a7arsqaqHpmXv9oVLwkCdI7L4P0dh+P20JiNT2MzNb7oWZcdirQY7Wu9snCSaDaBCis6kRPnH8d2uMLqoaXHqtVQ8mMSIAESIAEZhABCqszqLMbsanTJawabRUeqyqc8bVWLpuHbtPWp0ZkI+p0tH8U+w/q21pFlNdY3OrJRY/VRu051osEakugGsKqqPHE7Xdi+Gf3WA4/mdWWwOF3v4oD5+2BKlvHU+G5umtyCY5k50BRZUzlYxAhAUTMVRFbdWhnPyZH9IOkJkcnMHZkCErOeqhLDBK+NLkYV2TmOWJZS+eeDemqKwDb2OdGl8JqbW2OpZFAPQm4CauxD3wQ8pnnAIWPzxXVT1WhvPAc8v/2T5ZsYssXInFxDIiXYqiqXcdCWfLHQML/41Xo+mSHIe/9EaSxV4u3pBMytvQAk0opVrX4cc2cD6Gnbb22Sqz0UqGgf+Jp7Bj6oSWr7tQSnLXiukqz5/0kQAI1IpBOT2Hz1j34wwvb8MrWPRgaGatRya1ZTM+sLqxdsxSnnLga69YsRXu7M+xVa7acrYpCgMJqFFpMW3UC0y2sVr3CDZYhhdUG6xBWhwTqRMBXWI2nkFh9PuSu+cG1UxSM3vR1jD7zfDGtiP/X253ErvduxpHTDzjEVZEwp8ZxYGoejmbn4PBkN146PAdDh8cwsncQ6eExpIfGoHgc5vLBzDx8YXKxFmvVch23BvJnPgl0dATXW4QzGDuM7LaHoOamnOnpsRqKIRORQLMQcBNWRd2lE0+C1NFZeTMyGSibXwQmJy15uQmrWoLUfKjtCwHXKNFRqqNASh8Epg5bbvISVmNSCrNSayFL/vGnw9Qgr05gaPJlR1IKq2HoMQ0J1JdALpfH0394Bf9z9yPYsetA6BjP9a1185Uu1sQrly/CH116Ll57ylrECzG5m68lrHG1CVBYrTZR5heJQLWE1ampDL6z6b+w/VXr4SuRKtOEiVcduxQfuerdSKWCF9Qjo2nc/UBJLDE3N5WM44Kz1qF3djgBowlRscok0NIE/IRVRBQV1clJDH32eqT3Hiwya0vEMKsrgd1v3YqDG/ZCMXlr2cFK4204+sQS/OJB4F55CGLfgNslPFU/PrUAn5pa6BRVF8yH/LlrgPnzQvdbNRmELpQJSYAE6kLAS1id7sp4CqvTXLCXsDrNxWrZU1itBWWWQQLlEVAUFQ899iz+479+g+ER90Oby8uZdwURmD2rEx9498U4/5yTIQRXXjObAIXVmd3/dW99tYRV0ZD/vfsB3Hv/b+veplpW4KILz8JbL70gVJEUVkNhYiISaEoCQaJiYvmZiM1ZHrpt6vgEhj73ZaT3lcTV2R1JtCdiGDquH3sv3onxY0aRT+Ug52XExxPo2j0b83+3CHNeLImhY1Iev42N4ZeJITwZG8NBOYseNYazct34s8x8HJ/vcG5gnTMH8jUfB1aGr69oWH5gF7K7ngDy1liwWqMjisuhQTEhCZBAXQhQWK0ddgqrtWPNkkggCoFdew7hX27/ieahyqt+BIQH6yeuvgzLl1Yv3nX9WsOSyyVAYbVccryvKgSqKaym05O4/d/vmjFeq8Jb9eoPvhPt7W2h+oLCaihMTEQCTUnAV1iVZCSWnIrYgnWR2qaOjmHo819Bev8h7T5ZktDbmUQiph+eNy1XmaKqqEv+0GZk9/4eUEuxD4t1pLA6Ld3FTEmgXgQorNaOPIXV2rFmSSQQhoCqAvc99Az+/T9/iamMy8fkMJkwTVUJpJIJfPBP3oSN558Gic6rVWXbLJlRWG2WnmrRelZTWBWIMtks/vCHl7Ft++4WJaY3a/WqZTjllPVIJhKh20lhNTQqJiSBpiMwHcKqgCDCAoz8xVcxvm2XxiQZl9HTkdRE1qpf8+ZCvvaTwNLFZWVNYbUsbLyJBJqSAIXV2nUbhdXasWZJJBBEQMRS/cGP78dPf/EYVKGw8moYApIk4e1vPgfvfceFjL3aML1Su4pQWK0da5bkQqDawiohexOgsErrIIHWJeArrAKIL1iP+NLTygOQy2H0a/9YPNCqPRnDrPZkFc6gNlVn9bGQP/UxoLenvDqKA7T2PIPcIefBK1qG9FgtmytvJIFGJEBhtXa9QmG1dqxZEgn4ERCi6h3f/xXuue93FFUb1FQorjZox9SgWhRWawCZRXgToLBaO+ugsFo71iyJBGpNoBJhVZ0cRr5/p64/9q2A1DbbWX1FQfrOH2LoR3dri/mOZBzd7YnKxVVJgnTWGZA+dDnQ5h7WJFT9KKzW2uRYHgnUlQCF1drhp7BaO9YsiQS8CAjn1B/97CH88H8eoKja4GYixNX3/NEF+OO3nc+wAA3eV9WsHoXVatJkXpEJUFiNjKzsGyislo2ON5JAwxNQxg4ju+0hqLkp17rGepcisep8x2/5wT3I7XqieJ8US2qerbG5q1zzyT31Bwz8/T8hN5lBV1sCXal4+WySSUjvfzekC88DZPe4rfmBncjtfqpUv3gKcXEQV+9SR7nZ7Q9BtMftkuIpJFafD7lrfvn15Z0kQAINQ6BcYVVauw5STy/UiXGoLzwXuT2x5QuRuDgGxF1iOfvllpoPtX2hlkJKHwSmDkcqO52QsaUHmFQmIt0nEve0rUdM6kBWGcbI1LbI91NYjYyMN5BA1Qls2boHf/2N/8BE2n2dF6bA3r5jsHj58ZAlGXt3v4SBI3vD3BY6zazZ87Bs1cla+n27XsJg//7Q94ZJ2D2rT8tflmLYu+vFquffM2cRFi9fD0mSK65/d1c7Pn/N+3Hcaud6NUxbmab5CFBYbb4+a6kaU1itXXdSWK0da5ZEArUmoKaHkdl6P9TMuGvRcs8SJFe/3vFbZvOvoIwdsfxdiJDxZacjNmeFa17q4BCGvnAT0gcOa8KqEFgjX0sXQ/7Y1cDSJZ632kVfI6HcNQ/JdW90tmXbg1CG3F8SpGQnkmsuhNTu4o0bufK8gQRIoN4Eogir0voTELv0MkhLlgLm2PSKAnX/Xij3/RrKk4+HalIkYVVOQVmwEWrPyUC8Q0iqhTJUIDcBaehZyIfuA5RgoSSqsNrX/los7DoP7YlFkFD6cKWoOUxk92H/6K8xPLUlVJsprIbCxEQkMG0ERscm8NWv34kduw6UXUY8kcSa9Wejrb1LyyMzlcbWlx5HJpMuO0/zjc2efyLZhjXHn41USozVwGR6DFtffhy5bKZsPmtXL8EXPvMBdHaEO2i67IJ4Y0MQoLDaEN0wcytBYbV2fU9htXasWRIJ1JpAoLDqIkaqkyO6GDs15qiuJq56eIZqiRUFE7d9DyO/uBftiZgmroY6zkqWIb3lEkiXvQVIJj0xeYmq4gYp1aWLpG2zLPe7icRGAgqrtbZIlkcC00sgrLAau+ydkC+4CEh4jzfI56A8+Vvk7/o+MDnpW/GwwqrauRLqMW+F2jbPJKjas1YhTR6BtP9/IY3v8C03rLAak1JYNvsy9LWLk6ljnnkqahaHxh/B3pG7AzuKwmogIiYggWkl8LNfPo7v/eBXFZWRauvA2uPPQTyR0vLJZafwykuPYWoyuhe8W0WYv5OKCAnwp++/BJe+4cyK+o43NwcBCqvN0U8tW0sKq7XrWgqrtWPNkkig1gQChdWOXiSPv9RRrcyWX0MZdd+SGiiuAsjv2IXhm74OjI5hthBX/dTVFcsgf+SDvl6qooJ+oqr4XZ61CMm1G51teeluKBODrugprNbaIlkeCUwvgTDCauxt74C88Y1WL1WvaikKlN/9FvnvbfKteChhNTUfyrJ3Q23Tt/4HXdLkQci7/8s3PEBYYXVlz/vQ13GqxUvVs8lqDofGH8TekV/6VpHCalAP8ncSmD4Cg0Nj+Mrf/jsOHOyvqBAKn/74povPooV9+MqffxC9PbqnMK/WJUBhtXX7tilaRmG1dt1EYbV2rFkSCdSaQJCwKrV1I7n2IgiB0XyJQ6+yO5/wDCEgxdsQX/4615imxXwUBZP/czfSP/5fdKt5yLJNXe3shPQn74a04SzPWKpGXrqo+iTUnLvXmPBWTaw6D3LHHEs7RAiEzCv3Qp0cdUVPYbXWFsnySGB6CQQJq/LJpyH2viuA7u7SUDU2hr0vv4ytr+7AiqVLsOLEExDrnoXiF6FsBvlf/AzKr37hWfkwwqqy8k+hdok41YWxUFUwMbQfzz37HBLJFNavPw4dPccAkrFFX4U0th3yjv/rWW4YYXVR14U4pvsNkCUjPIuKdGYYr+7YjN279mH16pVYsew4JOKleSCrjGHX0F0YnHzBs2wKq9Nry8ydBPwIVMNbVeQ/XcKhUXfm796Lwmv1E1dfhtdv0GPP8mpdAhRWW7dvm6Jle/YP4ukXvANnX3DWavTMam+KtjR6JYdG0njgt96HFrz2xCVYekxvozeD9SMBEnAhECSsQo4hsfR0xOatdtwd5CEqJdqRWHEm5NmLfdmro2NIf/c/EXvueSQyU5qIKp2/AdL73gV0BI/jyvA+XeTNusf78qtH/sg2ZPc8BSh51zpSWOVjQwKtRSBIWI195BOQTzpVF01VFYNbt+Jvv3UbduzZVwQxt28Obrj241iwbn1RXFX37kbu5r/zDAkQJKyqPSdBOeatQEwf88RHop//9Ef43n/+3NIBV135R3jjW94GKVaIvZdPQxYhAYbcD9QKElZFCIB1cz+OjoQxTqvYte9lfOWL/4CJ8dKHqvXHr8E1n/0oemcfU6iPisHJF7FtwFvUpbDaWs8OW9M8BNLpKfzVN/4D4uCqSi8Kn/4Ep5PPietX4s+vfT9SyTLOJKi043l/zQhQWK0ZahbkRiBIWF26qAdrVs5DR5tPbCyiDSQwMZnB1h1HsOfAkGdaCquBGJmABBqWQKCwWohN6ubtKRqVP/wKsvv+AOSz7sJkSHFVExKGRqA+/Qzkk18DzO0LxSzYc9Y75qsyMYDs9oddY8UahVNYDdUNTEQCTUPAT1iVlq9A7KqPQeqbq7UnNzSIm2/9Fn733IuO9q1Yuhh/+YXPom3+Av23dBr5H9wJ5aknXFkECavK4sugznmt7q2qKnjh6Ydw0998xzWvL/35n+E1Z5xX8GxVIQ08DXnfT1zTBgmrfe2nYvnsP0ZM1oXa0YkjuOmGr2PXTqfzwrnnvw5/9vGrkUzoW1On8oPYPvA9jGfdxRsKq03zWLCiLUZg66v78LWvfw8T6eAD7kTTu2f1YdmqkyFLMRw5tAOHD+6Eks9pVIKEQ1mWMXfBCsxbuAKqomDPjucxOmINP2DkL0HC4QOv4ujhXVAUpaz89+/ZgqEB62FcleQvPEPnLliOeQtWipUo/PIXfA4d2I6jh3aGr38sjvkLV2j5K2oeu7c/6+DjZX4d7Sn8xXVXYM2x/g4KLWa+M645FFZnXJc3VoODhNXGqm1r14bCamv3L1vX2gTCCKuCgNzZh8SaCyC2+Nuv3KGXkdv3rK/Xp+a5OmtRVWEq40eRffVRb2FUjiG++GTEF6x3lCu8wbJbH4Ay7h97jMJqVbuMmZFA3Qn4Cavy6Wci9t7LgXbda/TICy/g/3zlrz3r/NVrP441556r/y4OsvrVL5H/+f+4pg8UVld+CGrXsdq9SnYM3/7Wbbj/od+55nXh+Wfgox//MOSCwCmNvQp5x3dd0wYJq4u7L4EIBWAcWPXCy4/jpuu/6dnmf/zm9Vi8cJ3eZGUSu4Z/hP70713TU1itu7mzAjOUwC9+/QS++5/+MZANNPFEEmvWn4229lIsz3wui4P7t2kCojj13u3wqsxUWhMkFx6zuniwlchzMj2GrS8/jlw2oxURiyewZv1ZaO8oHRwqDsA6tH+7JrBGzX9qagJbX3oc2YzuUS/H4liz/kx0dPYUezts/n3zlmLh4jVaHYzLnr8bH5G/zmcXkql2Vz6ifkJwFnwEA+Oy8wky0Q/9yZvwZh5iFYSpqX+nsNrU3df8laew2jh9SGG1cfqCNSGBqATCCqva4rVzLhJrXu8qrmZ3P4X8kVe0rbNulxbj9NgNWh7VuEKJqsechPjC4x3F6aLqgxB5BF0UVoMI8XcSaC4CvsLq685G7D0fANr0l+zNDz6IL//Ttz0b+OkPvAcb3vYWIB6vqrCanxrGN77xLfzuqeddyz7j9NfgM5/5OGKp2drv1RJWVTWP+x+8G//2ze97tvmLf/lxnHyCLibn1SnsGvox+tNPu6ansNpczwZr2zoEbv7Wf+OxJ52e9m4tTCRSWHP82Ui1WWPpi7RCQBw4ug9z5i6BEBj1v2UwcHQv5sxdbBFUjbyFoPjKS48jMzWh/SmZbNfyFwKk/fLK/+jh3eibt8QieBr3CkFXCKuZjB7+qZz6++Ufpf4ibf+RvZg7f1loPvb6B1ndeWefhE999B1Byfh7ExOgsNrEndcKVaew2ji9SGG1cfqCNSGBqATUyRFktt7vux3enKfcswTJVeeXDm0x/RhKXHU5QCpqnQO38EsSYvPWIrHsdGfWqorM9oegDHnH6DbfJATh5JoLIbWVPC2i1pfpSYAEGoeAr7B66umIvf8KoEMXGI6+9BI+ecPXPCs/Iz1W//kGLF5wnMYkp0xg1/BdGEi7x3elsNo4ds+azBwC5cRXnbdgORYvPwFiW3xll4rDB3Zg3+6XLdksWrIW8xetgggbUMmlqioO7d+GA3tfsWQjPGcXLzu+4vxFKIBDB17F/t2bHfVfcMzqivl41d+PyXFrluKLn/kA2ttT/397dx5k2VXfB/z3epvR7Itmk0YajXaJTQIZsAQGC4xjvMhOgosqFlMSdmLHBSRxXBUHqATZrorjVGGccioOUmGDAzYVY+yERDYIEEhsQggCWmc0WmY0izT7Pr2l7ut+Pa+733q6+3X3O5/3j436nXvP7/PruX3f99177kzojF3AAoLVBdycHKYmWF04XRasLpxemAmBFIFzj/19jJx4oeWhdcPVFkLL8pWrMwhXm4aqxZW19cLfFuY3FaFnxYYYuPYtLdt4IwECC1ug4RqrGzdF76+/P0obNpaLGD5+LO7607vjS9+Yfkv+9vE1VpdU1lg9dTKGP/3JGPnegzUBmi4FUL3GaozGzh9+K37n3/9xzW195IP/PK65obhqtAhBZrbG6roLXh7bVv+T6OtZVt7XidNja6w+vWv6l09vuPXV8d5fuyMG+sbXWB16MZ44dHecGar990OwurD/LZhddwocPnIiPvT7d8WBF+o/H6NW5cVaqhddcl2sXrspIUAcjaOH95cD1bNnxq5Unfqa6+0Xt/Nv3XZ9rF67OWn+x468GM8/91icPnVs1udfBKqFz/PP1fep99u4ccOauPN37oi1a84v1dCdv7n5ViVYzbf3C6JyweqCaEN5EoLVhdMLMyGQIjC0++EY2v9I3dv4p22zuCL0wiuj/9Ifm37l6shQnHvq6zFy5PwTtKeOLy1ZGf1XvC56lq1ra7pjoerXY/Ts8brjGoWqg89+J4Zf3NFWnX2bro++rTe0NU9vJkBg4Qo0ClaLWfe+59ei51Xnj22n9+yO//wnH4//9/iTE0VduH5dfOQDvxHrr7124hg4uvvZGProH0ScGVv3b+qrWbA6uublMXLRz0X0jt0uOzp8Nr76xf8b//W//9WkTf3qe34p3vQzPxel3vE1AYdPR8/z/ytKR2pfNdpsjdXe0pK49sJfj2X9lYejjMae/Y/HB3/7P8Wpk+drecnLro73/+tfjdUrLhqfz2gcPP1wPHX4f9RttmB14f47MLPuFTh0+Hh88PfuihcPHk0qsggoL77k2li9bkvTK0BTAsN2AtDU7c/1/Nvb/r7Y/cwjE2vCttuUC9evjt/9d3fEurUr2x3q/YtEQLC6SBrVrdMUrC6czgpWF04vzIRAikA5sNzx1Rg9V/sqg5rbbHC7fXkN0ye+HMV2671KF6yO/u03txyulue464Eo1oSt92r0gK1myxTU2mZpYFn0X/mGlueYYm8MAQKdFWgWrJauf1n0vuNXorT6/INQRk+fjv1PPhkv7j8Qq9asjouvuy56V1RdPXTubAz/7V/HyFe+VLeYZsFqMXBk2ztidFVxm/347bijI3HqyPOxZ/dzMTo6Elsv2RbL1lwUUarcTjsapWOPR88zf1F3v82C1WLgpuWvi62rfiZ6SmNrKBZXwZ4+dzSeeXZHnDp5KtauWx2XXHR19I2HvsU7BoePxa4jn42jZyffMls9EcFqZ3+37Y1AITDTYLWiWKypumXrNVE84Gn6EgHFFZgHYs+zj9S9QrVZN8oB7qXXxZp1W6ZtvwhUjxx8PvY891hyIFnMf+ul18ea9RfV3v6hveUrbCsPwWo236k/rwTQc7X9yv4Eq+12ZvG9X7C6+HrWVTM+eepsfOmBJ2JkpKvKWnTFFEvlvOnmq2P5Muu+LLrmmTCBKoGh/Y/G0J7vR4wMt+5S6om+TddG39Ybp40Z3v9YDO7+XsRo/YN0oyC0eoNjD5v6SoycPFh/bqWe6N96Y/RuGntadfVraPf3Ymj/Yw3nMm1QT2/0XfyK6Nt0Xese3kmAwIIXaBasFgX0/vwvRc+tbymeitK8npGRGPnON2P4k3c3fG8rwWos2Rgjl74tRpdubr7fIn49sy96nv1sxNkDdd/fSrBaDN6+5u2xftmNUYrmayCOjA7GvhNfjT3H72k4T8FqS230JgKzKjBbwWoxqYu3XR8bN192/sueqpkePvh8PL3jezOa+9ZtL4kN5e1PfY3GgX1Px55nHpnR9uvPf663H/HCvqdj9zOtPUCsUZGC1Rn9CiyKwYLVRdGm7p7kw4/sjqd3H+7uIhd4dZdtXRs3XL91gc/S9AgQaEUg5arOqBNADr+4M4rtxchQ47Bh7SXRXzwMq8FrcOd9MXz4ucYl9PSVH1bVe+EVk96XFhg3ePhVK5DeQ4DAghVoJVgtJt/z5n8UvW95a8SysbVHa74Gz8XIA1+L4c9+umm9LQWrxbWiyy6J0S1vjdFlxa359R4kMxqlU3uitPcLUTrV+PBhAe4AACAASURBVNjYarBaFHDp6l+MDcteHT2l+oHy0Mjp2Hfi3th74itNaxasNiXyBgKzLpDy8Kpak1i1ZmNsv+qV0dPTW3OOxVWle575Ubyw/5mkGtZvvDQuueyldddDLbb/3NM/jIMHnk3a/toLL45tl7+i4fZnMv+53n6laA+vSmr/ohokWF1U7ereyT69+2D88Im9MTQ0uqCKLP4YDA+3ceVXg9n39vYmLMI9txx9faV46dVb4rKt6+d2R7ZOgEDnBBIe7lSeXE/f+NWd41eLtrOd3v7ov+y10bv20pp1Dh9+Ngaf/mbE8GBTh6nrqxZXqY5dhds43J264brrtDadgTcQILDQBVoNVos6SpddHj1vekv0XHNdxAXLxtZTHR2NOH06Rp/aEcNfuidGn3y8pZJbDVYrGxvd8PoYWfvKiIF152/9Hx2K0tlDUTr8UJRevL+l/bYTrBYbXL3kmti84g2xfOCSKNZfrTwgqwhUj53dEftP3hcnzrUWpAhWW2qRNxGYVYHh4ZH4w//yl/Hdh59I3u7SC1bGlde+Oorb3SuvocFz5SVJJv23oXOx87Fvx6mT7a3n2ur2i9v0dzz27Thzuv7a+rWKrLf9kZHhGFgyto518ZrN7RfbKhV3cvVXllRJ3351Ta+96fr4l7/xtvKfH6/uFBCsdmdfVTVLAl++/5F49LGnZ2Vr1117WfzkLdfPyrZshAABAo0EWrrtvtYGenqjd83W6Fl+YQwfejpGThbrq7b2hVfvum3Rf3nxhOvpr8Fd98fwwVaPpaXoWb4uetddFiMnX4zhI7vbW9qgyIiXr4/+q94Ypb7zHyb8xhAg0D0C7QSrs1l1u8HqbO273WB1tvZbbEewOpuatkWgdYG//NyX43/+7X2tD6h6Z09PT2y/6qZYtWbDxH8dHh6Kp3c8VP7fl135yujt7Zv42emTx2LH49+KInht5dXT21cObZevWNvS9ovQdsdj34rhoeZfsBcbrDX/IlDd9eRDMToyEtuvflVH53/yxOFyODwy3N6X/BWcX/7FN8Y/ve0NrdB6zyIVEKwu0saZdmcE/vp/fzv27XtxVna2efOF8Y9/9tWzsi0bIUCAQDOB5HC12Ybr/Ly0dGUMXP2mKA0sn/SO0aGzce7xf2j4wKrEXdYcJlSdTU3bIrAwBQSrneuLYLVz1vZEoFrgez/YEX/wsU9HcfVqu6/p65KOxoG9u8oPeipeG7dcHhdfWtyhVLmEsr31Smtuv2o91S1br47NF1+Zvv1Lr4uNW7bXHT8X89/z7GNxYO9TZZ/igVyN9t9OPwYG+uLffuAd8ZLraq1D286WvHchCwhWF3J3zG3eBT7zufvj0KH2bouoN+l161bH23/plnmvyQQIEMhHYOTUoRjc+bUYPXtizosu9Q5E/xWvj55Vkx/YMnLiQAzuuC+KgHWuX6UlK8bmsGzdXO/K9gkQmEcBwWrn8AWrnbO2JwLVAgcPHYsP//7d8cLB9j6L1lpX9ejh/eWrVUfGnxhdXBFaXLW6eu2miV0WS+A989T34/CLexo2Yibbb2W91eIq26lX1J44djB2Pv7tpvNvZb3VWuuqtuJTXDH7zM6H48ihfW39om7ftjk+9G/eHSuWn1++oK0NePOiEBCsLoo2meR8CXzhSz+Iw0dPzsru165eHm9908tnZVs2QoAAgVYFigdGDT3zrbkPNnv7Y6AcrG6ZNLWRY3vj3M6vtbS+aqs11XpfqW9J9G17TfSuvWQmmzGWAIFFICBY7VyTBKuds7YnAtUCxVLQf/qJv4sv3Td2+34rr96+/rjqutfGBctWTby93hqkxTqlV13345PWKz179lQ8+cg3yuuW1noVa48WY5ZesKLp9mutkXrm9Il48tFv1F1yoJ3tL1m6PK687jUxMHA+sEzZ/rmzp8tzKv5v9Stl/rXMbnvrLfGOt725lfZ5zyIWEKwu4uaZ+twKnDk7GF//zq44cWp2rrJasWxJvO7HtsfSJfWf0jq3Fdk6AQK5Cgy/uDOGnnsoRodbWzsryWkeg9Xiatm+S14ZvRdekTR1gwgQWFwCgtXO9Uuw2jlreyIwVeDJp/bE7/3hJ+PU6dY+j/b3L4mrrv/xKELH4lVZV/XYkRdq4k69OrQIVJ94pAgZT9V8fxFiFtuvPDyqsu7psSMHar5/zbrNse2KG6Knp7f883a33+wq2pluv12fcghb+JybHMLW+81dvWp5fPC33hXbLjl/ZbDf8u4UEKx2Z19VNQsCx0+ejfsffCrOnE1bpHrqFJYu6Ytbbro8Vi4vns7qRYAAgc4KDO1/NIb2fL/tB0G1OsviitH+K38ielZsnDRk5OTBGNzx1RgdbO0ktNX9Tbyvpzf6Ln5F9G26ru2hBhAgsDgFBKud65tgtXPW9kRgqkCxvuqf3PX5+No3ftAyzoWbtsXFl449MLlYM3Tv7scbji3WQ924ZeyL6QN7d8be3U80fH+72y/WK92weXsUIWkr82l3+1u2XlNeM3au6q3e/p5nH4kX9z/Tci9+6idvive+62ejVFnKtuWR3rjYBASri61j5tsxgaPHT8f9D+6Kc4PDs7LPgf7euOWm7bF6pfVVZgXURggQaFtg8NkHY/iFJyKK+8tm+VW6YHUMXPNTUQSs1a85fXhVqRS9G66O/ktvmuVqbI4AgYUsIFjtXHcEq52zticCtQSe33cw/sN//LM4fOQ4oEUksHHDmvjQb707Nm1cu4hmbaqpAoLVVDnjul5g974j8b0f7onh8UW+Z1pwb09P3PjSi2Pr5jUz3ZTxBAgQSBMYHY3Bp74Ww4d3R8TshqvFQ6sGrn5TzXmde+JLMXKsvcX+mxdYit61W6P/8teHSwGaa3kHgW4SEKx2rpuC1c5Z2xOBegJf+IdvxZ99+p7yVZ9eC1+gt7cnfv322+InbvZ8lYXfrdmZoWB1dhxtpQsFdj57MH74+N5Z+wNWKpXipddsiSsuXd+FWkoiQGDRCIyOxrmd98XIkSJcnb1X74Yro3/ba2pusHyl7IHGt6K1O5OeNVtj4IqfEKq2C+f9BLpAQLDauSYKVjtnbU8E6gkMDQ3Hf/vE38VX7/8+pEUg8IZbXhH/7D0/H319Y2vLenW/gGC1+3uswkSBJ3a9EI88ObtXWF1/1ea4evuGxBkZRoAAgdkRGB06E4NPfiWK9U9n5VXqib6tN0bfpmtrbm5o/2MxtPt7EaMjs7K7nuXro/+qN0apb+msbM9GCBBYXAKC1c71S7DaOWt7ItBI4OSpM/EHH/tMPPp462t8Eu28wHXXbIvfft/bY/ky56id15+/PQpW58/enhe4wHd/+Fw89/yRWZ3lJRetiVe99JJZ3aaNESBAIEVg5NShGNz5tRg9eyJl+OQxvf0xcPkt0bP64prbGjm6J849dX/E8OCM91VasiL6r3h99CxbN+Nt2QABAotTQLDaub4JVjtnbU8EmgkcP3E6/vCPPxOPPvFss7f6+TwIvOz67fGv/sUvC1XnwX6+dylYne8O2P+CFXjgu7viwMFZCByqKty4fkXc/KrtC7ZmEyNAIC+BkZMvxuBT9884XC0NLI+B4grSC2qvIT16+mice/LLMXru5IyAy6FqEeAuv3BG2zGYAIHFLSBY7Vz/BKuds7YnAq0InD5zLv70E38XD3z7R7O2ZF0r+/We+gLFkn83v/ol8Wvv+fm4YOkAqgwFBKsZNl3JEcUfpCd27YuTp87W5Th6/EwMDg7PKld/f2+sXln/toDVKy+Iyy/d6IA8q+o2RoBAI4Hhw8/F0DPfitGh+sfDZoI9y9bGwPVvbfi2c498IUZOHW62qbo/L/Utib5tr4neta76T0Y0kECXCAhWO9dIwWrnrO2JQKsCIyOj8cWvfjc++Zm/j7PnZn43UKv79b7pAksG+uNdb39LvPkNr4qenhKiTAUEq5k2Pueyzw0OxTce2hHHjp9ekAyrVl4QP/7KK2Ogv29Bzs+kCBDoPoGh3Q/H0P5HIhKfNlt+kNSVb2gIM7jzvihC3KRXqRR9m66Pvq03JA03iACB7hIQrHaun4LVzlnbE4F2BV44eDQ+8Rf/J777/SeiCFu9OidQhKivesXV8Z53/ExsWL+6czu2pwUpIFhdkG0xqbkUOHbidDlYPXduaC53k7ztgYG+crC6asUFydswkAABAu0IjBzbG+d2fi15DdS+zUXoeWPDXRYPrxra90g70zr/3mIN12Jd1VVb0sYbRYBAVwmc+pu/iZOf+1zHa1ryuhuj5+WHY3Q4/Qr/lEmXepfEIxuWxtHB/SnDZzRm88ob42UX/cqMtmEwAQJzK7DvwKH47N98Jb75nUdicGh277ic25kvvq339/XGa3/s+njbL74xNm+03v/i6+DczFiwOjeutrqABYoLsr7/6LOxe+/B1Iuz5rS6rVvWxQ3Xb4uSOwnm1NnGCRA4LzCjNVB7eqN/6yujd+PVDUmHDzwRg7sfihhp/4R/bA3Xn4zSBa4I8HtLgEDE6KlTcfzjH4+zDz2UfKV9u459l18eq3/zN2Pw2Dfi3P5vRox06Av6nv4Y2HJzHL9wWzy676/izNDsPli1vkMpVi29OF665V2xfGBTu1zeT4DAPAgMDQ3HD370VHzjOz+Kx554Nl44eMSVrDPsQ3Fl6ob1a+LlL7k8Xv2q6+Il114WfX29M9yq4d0mIFjtto6qp2WBM2cH4+wCu2p1yUBfLF3S33IN3kiAAIFZERgdjeJBVklBQaknepavj+hpsnzJyFCMnDwYMTrS/pR7+sYeWOUbp/btjCDQxQKjp0/H6Jkzc15haWAgSsuXT+xndPhcjJx4LkZTjmdtzLZUHF9XXBKl3vMPQzl25rkYHJ7ZgwBbmcKSvjWxYsnmVt7qPQQILGCBYomAY8dPCljb7FERqK5audy6qW265fp2wWqunVc3AQIECBAgQIAAAQIECBAgQIAAAQLJAoLVZDoDCRAgQIAAAQIECBAgQIAAAQIECBDIVUCwmmvn1U2AAAECBAgQIECAAAECBAgQIECAQLKAYDWZzkACBAgQIECAAAECBAgQIECAAAECBHIVEKzm2vlZr/tgfP59Px13Xnl3PPi+l0/f+sMfjZveuys+9IU/its2Ntr5D+KjN90V25u+b9YLmPEGD/7t++Onv3hr3POx22J9q1s78Pl4/1vvjPtv/tD0cWWziLsf/EBMFi2Mbo9PvbuOdav79j4CBLIQKB+bPnJ/zVpv+fA98Ue/0PIRKwsvRRIgsIgFKudVNUt4Z41zqkVcq6kTINBlAuOf8aZVdUsLn6HTKJI+v6btqqtHVc61x86r98RHPxbxgVqZSFcr5F2cYDXv/s9u9XWDwIgffOymuH1HjfBw2gxmM1gd++MUH38wPnDD7JZaa2tJf5iqPgBMCzjqeBaWd1028zBktrYz97L2QIDATATqHpvKx5hPxTsrx8jy8WhX3DHty5yZ7L39sUnH0vZ3YwQBAt0oUD6O3Ru31viCvnwu+udzF1DMG2eD8+95m5MdEyDQnkDlM2GNC2fGQruYk3C12TnXYvm82KyO9prR7rsPxuc/9vV43ftuiz3lvzNx/ty63U15/6IVEKwu2tYtxImPBZm7pl0B1U7AmWOwem/c+uHtcedHplzRW/NE+WAcPLA+1je86nch/m6YEwEC8yVQ/2SznWNz52Y/vyfHnavTnggQmAOBBsFqsbexcLXLrlwVrM7BL5JNEuikQJO7EZsc12Yy02455+qWOmbSS2PnV0CwOr/+Xbf3Wlemjn3Ltn389qvxJQMemFz6xBVTMTlYrXUL67T3fvzWuPe9d8bYja6Vk+XJt1KUrwa99JPlq7MmvapuwR872T7/08a3yE6p4+YPxd1vvjduLy8F8Lr4erEsQt0aq2ZQ9Ydy+2emXNU79US55u1tVR8OKlebfTzi9vE6y1YXjS83UOy26lvQ6m8gy85P3xF3x+0TBtX1N+5D1/0aK4hAVwnUO9mcfGyOiOorVsevZq13vJx4b9XxJhocT4vtnD+mTP87UDmuTz7WFMe3d8WuacfT6lBk/G/G+N+BsLRBV/3uKoZA2wJNAohJx70mx7mp54XV51DTj6uTv6iafl41dty6uGpplsl3C1TOYysVNz6/mzjeTqph7Grc8vlk1flsq8fftq0NIEBglgTqXZxUa/O1Pkunfx4cO5ZF3PLA/eOfpavP18a+jJq4U7LGMbP68+LYe++OW794e9wZ9Za5q/4sXjXvJsfjRp9Vp587fiBi2lxqfT5vsP/qZfpmMLeigz5Hz9I/kwW+GcHqAm/QopvetBPayWuv1rpSYPLtDVOC1QMHY/3GqvX/Jt2qOh6eTv0wP7HkQNVJ7ni4OPlD9/lvB++57K6q8DcimqwJO62OqrVSP3rlnfGBKVdD1L2Fo9orxgLQiTlOClZrfZM5blv5wzX1FpJp67dO/qM9LVj9yP1Tbgm+M7aP3yJ8sGEfFt1vqQkTyEqg0Rqr57+oqgpWv7A97qo+FpW1phyDpt2ydv5YP3Y8nXLLWtWyA7feN/lLpKkB7+TAYvpV+pWT67H1vKf/HciquYolQGCyQKvBapPj3PTj2ORzqJaC1arzqsnr762vOs+8I3a9deq6+U3O72LKcw2qzhfHgtv0469fJwIE5kOgvWB16t2Lk86L2vw8WDk2TZwPTlkmatLnxamfB6dcENVwuZXxeVV/Fp+4IOuDER9pct45bZ7j25v4rDrlWSfT59LgfPLtu8qfwSvbqpxblu/Cfe3XJ38+r3FO3HRuPkfPxz+qju9TsNpx8m7f4djJ3r1vHl8DdMoJbvkgF1MeujTpPbWWApi6kHdlfazpt7FOPtGdGqxOX3NrYj4/cW+dB0XV7letOir7LgerDWus2uYUn0kB7PPVD6+qfcvupHqnfZiYPqb6j+O0YHXSg7dq7a9eH7r9d1p9BBa3QP3bo6acyFe+uCoHDg2Ol0WgWSO8qBwXy4HEtAf5nT+mvOvZxg/6qznfqVcLTHyhtjCXM1jcvzFmT2ARC7QVrNY/ztU6jrVz3jTtODbtdv3K+e5YsDr1eQCNz+/GlzSonGtODVZncPxdxJ03dQKLWKCdYHW8zHrnRW1+Hmz2JdH0NVbr33VU83N+pSu1js1FDXdvj3vKwWrj885m85z687pzqem2PT5Z77ksdf6mVG+/2dzGCHyOXsT/QFuaumC1JSZvakeg+uAStb49ajlYrRyApt7eUDnwthusTr3NaryqidvjpxzwaiweXnFoGqxOuQVrbFyNBybUu8K3uAr19l3x0++N8SUU5jNYbdaHdn47vJcAgU4L1A9Wx29PqnwInxSsNjleNgtWPzK2OMvUV71bX6ctPVKZU+UEuOp4XPcLtA48pLDTvbM/AgTaFJjDYLV6Js0+SLcbrE5ZqGpsV5UvkBocb8tX7rcRrJYf5jplaanGS1+16e/tBAgkCDQLVqs+B8bYg0frLk0yZ8FqlC+euvOB6s+zkz+fth2sVqRmIbxsGqw2PZ+srMFdmdR4/jDleDmpuePnpo3/HvgcnfAPYlEOEawuyrYt9ElXDrL3xPa7q65erTw0oNVgtXxr/JRvr6Zd3Tr5W/52r1itSNb7Nm7iytsp5E2D1ak11mtZrT8klVslbr4l7n+gsjbtPAar5WUUGvVhof8+mh+BvAXSgtXaT9WekGwWrE67YqoycuxKh123PxjlD/jl1+TjW6Mv54p3C1bz/n1WPYGGAk2C1YmlnJpcmT/fV6xOqnHWgtWx8/JGx1+/XQQIzIdArSXfqufR+K6fmdzB2OxLovOfkfeUH1I9+er6GQarHbxitda58MR/Ky5mKq6c/dhtUVmAcOJnda6mre5OQ0Ofo+fjH9S87FOwOi/s3b/TsTVTbolbHtgedzz4gShWwit/fK7xNNZJt79vrFoKYOqao5U1pSa+KWv/itVaa6wWfyCmrvk3aW2VX6ha47VuHeN/EG/+UNRdY7VW0FDnA0BlrZZpD+OadBVtrTW4qsOQWVoKYNr6tJVbQGpcgdv9v9oqJLDoBOoHq7WOIbvijgZrD06cUDcLVmuu8VdcgT/+MKorq5aEabBOVvmuh+ptVa4csBTAovs9NGECHRFoEKxOWnNv2jnm+S95PvXuu6OlNVYnHsx6/uEkkx7EV33e12QpgGKfY+tGF6/Gy2pNnE/XWwqg7hqrY8HqnQ2Ovx3pkZ0QIDBdoHJ+U+uOyap1T8vLKTU6L0q5YrV6e3XXWB0LVquPVZUH/FWOe82vWK16lkglFyiejdLqGqsNlq1rdsXq5Lyh6sr94nyyfJforvLD/27bWJVZNJlb5Zy4ebBaXbfP0d36z1+w2q2dne+6alxuX32yeOcDkyd4/gEqVcFqcWCb9rTTD0f8bnEbQnF5/q1x75RvziYf2M6vAVO+zenST47dOlH1mrzf22PSTxssBVA56T1fxzvj7uLp2OVvu2o8dbD6yYLVE6j7AaAy96nLIDR7auwcBKvFVWUN+3A+OJ/vXzv7J0BgusD5L2pq6dR4kmzxZViNJ6BOf9DV5Ktaq0+oKyfb5/fY+Fg26VbUiX2PjSme7DrxhOviWDp+An5/+RgdNa6g8FtAgEC2Ao1u24yq41AB1ORJz9OOY1POC6t/fsuHx56EXbkatPWlAP4obhsPeasXUJl0TGx2xepEzWNfeG//TNUxc/wXYWJ7NXwsBZDtvxaFLziBqetwVp1FjT9QuPgvk45NU8+Lyg9iav3zYPlY9fT2eOeff2ric3D1MWHSXZ1Tjh/FeWH54qQ/rzr2NLprc9oxt+qY3OR43OzK2vPH86pzxylzaeR2d9x+/lyzzN54btXnxK3PrdhuYVWdZ/gcveD+GSZOS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bikhDgAAIABJREFU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sxzsPp8XLvh1VEq9eTbAZUTIECAAAECBAgQIECAAAECBAgQILCoBEZHR+KxF74dy89cFCtWrIhSqdT2/EuHDh0abXfU6OhonDhxIk727o+tF14RK5esa3cT3k+AAAECBAgQIECAAAECBAgQIECAAIF5ETh+9lDsfnFnLB/eND/B6ovHn4+VGwbiyg03uGp1Xn4F7JQAAQIECBAgQIAAAQIECBAgQIAAgXYEiqtVd7zwcBx/4VxcuHKerljdu3dv9K0ajFXrl8Xm1ZfFioE1AtZ2uui9BAgQIECAAAECBAgQIECAAAECBAh0RKAIVE+cOxL7jj4dxw6eiqFj/bFly5b5uWK1CFaLJQEuWN0bqzctjZ4lhUHbKwt0BM5OCBAgQIAAAQIECBAgQIAAAQIECBDIWaAUI2cjju4/E6ePDpcD1XkPVos1V70IECBAgAABAgQIECBAgAABAgQIECCwGASKh1XNW7B68uTJeP7558tXrApWF8OvizkSIECAAAECBAgQIECAAAECBAgQIFAIVILViy66KJYvX17+3+2+SocOHWr7ctMiSC2C1X379sXx48djZGSk3f16PwECBAgQIECAAAECBAgQIECAAAECBOZFoKenJ1auXBmbN2/ufLB65syZOHDgQBw9ejQGBwfnBcBOCRAgQIAAAQIECBAgQIAAAQIECBAg0K5Af39/rF69OjZu3BhLly7t3BWrxUSLMPXIkSNx6NChOHXqlKtW2+2e9xMgQIAAAQIECBAgQIAAAQIECBAg0HGB4mrVZcuWxbp162LNmjVRhKwpr6SlAIodFbf/nz17thyuHjt2rPz/Dw8PW281pQvGECBAgAABAgQIECBAgAABAgQIECAwpwLFOqq9vb2xZMmSWLVqVTlULf7/ImhNeSUHqyk7M4YAAQIECBAgQIAAAQIECBAgQIAAAQLdICBY7YYuqoEAAQIECBAgQIAAAQIECBAgQIAAgY4KCFY7ym1nBAgQIECAAAECBAgQIECAAAECBAh0g4BgtRu6qAYCBAgQIECAAAECBAgQIECAAAECBDoqIFjtKLedESBAgAABAgQIECBAgAABAgQIECDQDQKC1W7oohoIECBAgAABAgQIECBAgAABAgQIEOiogGC1o9x2RoAAAQIECBAgQIAAAQIECBAgQIBANwgIVruhi2ogQIAAAQIECBAgQIAAAQIECBAgQKCjAoLVjnLbGQECBAgQIECAAAECBAgQIECAAAEC3SAgWO2GLqqBAAECBAgQIECAAAECBAgQIECAAIGOCghWO8ptZwQIECBAgAABAgQIECBAgAABAgQIdIOAYLUbuqgGAgQIECBAgAABAgQIECBAgAABAgQ6KiBHC0QVAAABeklEQVRY7Si3nREgQIAAAQIECBAgQIAAAQIECBAg0A0CgtVu6KIaCBAgQIAAAQIECBAgQIAAAQIECBDoqIBgtaPcdkaAAAECBAgQIECAAAECBAgQIECAQDcICFa7oYtqIECAAAECBAgQIECAAAECBAgQIECgowKC1Y5y2xkBAgQIECBAgAABAgQIECBAgAABAt0gIFjthi6qgQABAgQIECBAgAABAgQIECBAgACBjgoIVjvKbWcECBAgQIAAAQIECBAgQIAAAQIECHSDgGC1G7qoBgIECBAgQIAAAQIECBAgQIAAAQIEOiogWO0ot50RIECAAAECBAgQIECAAAECBAgQINANAoLVbuiiGggQIECAAAECBAgQIECAAAECBAgQ6KiAYLWj3HZGgAABAgQIECBAgAABAgQIECBAgEA3CAhWu6GLaiBAgAABAgQIECBAgAABAgQIECBAoKMCgtWOctsZAQIECBAgQIAAAQIECBAgQIAAAQLdIPD/AeiJISXmPwr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7" name="AutoShape 2" descr="data:image/png;base64,iVBORw0KGgoAAAANSUhEUgAABVYAAAKjCAYAAAD2wVQ2AAAgAElEQVR4Xuy9CZhUxbn//w6iIIKCC4JEgWhwR41KIi4YNEGMSyJuMaBR0b9x18erJopJRGP08neNXq9RuC7xGteoGMQkxCWuYFSMG9ELaFAEUZBFUGB+z7dm6kz16XO6T/c009Mzn/M8PEB3naq3PnV6GD7z1lt19fX19cYFAQhAAAIQgAAEIAABCEAAAhCAAAQgAAEIQAACmQnUIVYzs6IhBCAAAQhAAAIQgAAEIAABCEAAAhCAAAQgAAFHALHKgwABCEAAAhCAAAQgAAEIQAACEIAABCAAAQhAoEQCiNUSgdEcAhCAAAQgAAEIQAACEIAABCAAAQhAAAIQgABilWcAAhCAAAQgAAEIQAACEIAABCAAAQhAAAIQgECJBBCrJQKjOQQgAAEIQAACEIAABCAAAQhAAAJtj8CDDz5ohx12WNubGDOCAATWGAHE6hpDS8cQgAAEIAABCEAAAhCAAAQgAAEI1AoBxGqtrBRxQqD1EECstp61IBIIQAACEIBAuyXw/PPP2+abb25f+9rX2i0DJg4BCEAAAhCAQHUJIFary5/RIVCLBBCrtbhqxAwBCEBgDRD43e9+ZyeddNIa6JkuIVCYwH333Wc333yzPfTQQ7b++uuDCwIQgAAEIAABCFSFAGK1KtgZFAI1TQCxWtPLR/AQgAAEKkcAsVo5lvRUGoHJkyfbHnvsgVQtDRutIQABCEAAAhCoMIFqi9WvvvrKvvzyS1u5cqX7tWrVKlu9erXV19e7mdbV1VmHDh1srbXWcr/WXnttW2edddzvXBCAQHUIIFarw51RIQABCLQ6AqWKVW3dvvjii+3VV191czn00EPt2muvjeTYiBEj7IEHHnDvff7553b11VfbnXfeaQsXLrT+/fvbBRdcYEcccYQpW/Gee+5J5HH00Ufb9ttvb2PGjEl8X/2/+eab7v3hw4fb6NGjc9qde+65Nnv27CgO/6ZiUb/Dhg1L7Nf3Gb655557uv59RmVa3DvuuKP98pe/zOtXrx155JG23XbbuTmLn+IIr7CN/vz666/n9eOZ6g3df/fdd9vMmTMd02OOOcY0Z38l9aH41MbPQ+vUt2/fvFhuvfVWmzRpko0dO9bFnIWd5/bkk09a9+7dbdSoUTkswvmpP7UfN26cPfzww9EzdN5550Xj+f4mTJiQI13FT5eeHy4IQAACEIAABCBQKQLVEKsSqcuXL3e/JFLLuSRZO3fu7H5JtHJBAAItRwCx2nKsGQkCEIBAqyZQiliVKB06dKjdcMMNLtPQi1OJQC/+NtpoI1uwYIGbswTgv//9byfZJPQkFc844wx3v+pqfvDBB65dXJj59yRwL7vssjx+Glt9jRw50nr06GHTpk2L2mi8IUOGOJHr49CbivWHP/yha/fXv/41cU28NA7HFB9JWr9d3c8pLvc22GCDHBHpB5DAlDRUzLr38ssvtyuvvDJHBodt9GfJYgng8NL9usTymWeesdtvv93VJdV8jzvuONt7770jmZnUh+axaNGinHWSBH3qqady6pvutttu9tlnn9ldd93lYi7GThL02GOPdfOSsPbxfP/7349kbzg/vz4/+9nPIgaSuVdccUUUi9bhoIMOctJ+/PjxEQYvpEOJ3Ko/XAQHAQhAAAIQgEBNEGhJsfrFF1/YsmXLXIZq/FJmarHLZ7HG20msdunSxdZdd91iXfA+BCBQAQKI1QpApAsIQAACbYFAKWJVwkuZhmH2pBhIeHnZFYrVUKh5VupDl5d2/n79HgqztLHCfhSLpOcdd9wRSU1JOsk+icdQrOp1yU/1qwzUMBsz3md8fieccIKTnZKppcq9uFiVWHz66aftj3/8YyQ042LVi9j486V7f/CDH9iUKVNyMjkljXfZZZdITCZxV1/h2ujPErLi4DN+vSRVJmsYQyF2IRsfr+K85JJLIikaxqM1Dsf093hhrd/92kuOn3/++VGGcans28LnkzlAAAIQgAAEILDmCbSEWF2xYoUtWbKkoFCVNFX2qi8J4MsB+DIAHTt2jLb/S8ImSVaVB+jWrZt16tSpYuAWPHKWXWqX2HWHbBT1mfRaxQZs7KglxkiOebpdu9sUGzrtbBtY6UlVoL/SubTu+VQASVW6QKxWBTuDQgACEGh9BEoRq17gKZNQ2YlJ9THjGavasn7KKafY4MGDE2Vmc8Wqtrgrc9PLQYm+o446ym2PD8WqMjElJCXtVNszvh1fcaTJXLX/wx/+4ERhqXIvLlY1jrJ3n3vuuUTxmCZFdZ+Xxkmxh8IyqQ/dq4OifHav1klr4+fl+5cUVQZyKFYLsdtyyy3tlVdeKVgnNYxH7eNZshrbZ7K+99570TqoHIGyYb1ILpV96/u0EREEIAABCEAAAq2RwJoWq/oeeunSpTlT99mpkqP6JYmqWquffvqp+6X2ymrVe37Lv3Zq9erVy23912v+ShKsyl5VUkElrmqJ1UrEXl4frVtEli5Wy6PAXYUJIFZ5Qlo9gXF/vsnemDsjc5w//97p9o1Nt0pt/6+P37VfP/HbzP1t32uAnffdUzO3pyEEapVAKWJVc/T1MSXHlFEoyRrWxwzFqtpLhj322GOuJmtSPVDfRr/HM1a1HTx+7bvvvi5j1ktQyTeVF9D2fi9+JefCONRW5Qa8mPOiMH4SfZpYDV/32/njcV100UU58fv3k8Sq5qnXTz75ZCeo4xmrqlUaXhMnToxKCcQ5+XahdFR/8T7ELayb6vmEYnS//fZzZRpUu9aL1WLs4uud9DkI51eovX8vzlvrqhIIiNVa/SpD3BCAAAQgAIHWTWBNiVWJUpVi0u/+8kLV/y55KpE6d+5cmzdvnmvrZWucmu6RVB0wYID17t07yl71YjUuWJXhqtJPzT3kqrhYlYg8we5yAY+08cr0nPewnXWZ2SXXH2oNea6hrAzbm9mx423amWbXnjnT+m811sa+O8YmX3+oWZQpOyfo38wGN7yvfqdfv5vd1m9yTjatRlPMwy59thHhnjbmT9fZXi+cZXfaUJt56VhreKcx1nj7Y0fayDvMhv6pv912j9nQd8fa2K0UYx97+MxhNvY5vzIp91vDeIf2DFZQPO6Zaf3vuKuRk9nIW6fZ2Tubmd470MdktucljfN59VrbbXQD1QZGA82C10beOtn6j0+Ix40Vxm2tOgO3dX91SI8OsVqrK9eO4j7+zrNNcjOLXO2+bjcbNehw++YWO6US+sf7r9mdL91vC79YXJSiH3fCqGuLtqUBBGqdQKliNZyvJOu9997rDqfyWYtp4kxyTJmfypoM62+qvyRhlrUUgCSrRKm21usefzhUGIdEprbfa4u7Lkne3/zmN3mHIBXKWL3llluc0C1V7qWJ1XBb//HHHx+JzEIZq4XG9nVsvbT1YtRv7w/LJYiB56P2yjzWL5UZUEZrfOt+IXaVEqt6PiTelWUcXwcJX9W99WUkqLFa6191iB8CEIAABCDQugisCbGqQ6mUhOBlZ1yoioCkqxIC9P2PhKrKAKTVUPXE1I+2+StBYMMNN3SCVVv/dSUJVrWXXJWQLfcqJlZDuak/n2DjbdrRM9PF6rwFtqDnRo3CdYE9fOalZhefaDMPPMHMy8ZG2akSBCfOGhbIU7UfZlP2z5ep4fwWzFtgG/VsLF0gGfn0UJvc7zYbdmn/BvHbKGWjWA+caSc2vt4gZfvbeInVA6fY0EZJ6l7/y9AcqevuP3OgJY3nRKi/nDxt6qtBkFqjhA55eAE91Kbsdpv1d2M3iGjPxq/HJXapDZt1YoNwzZtPMFaO1C73KeC+OAHEKs9Eqycgsarr97ObDqVJC/rHfXezM4YcX1Ss3vDUhMz9aSzEaqt/TAiwAgRKEasSez57MBw6LSNR0k0n14eZoUnysrliVVJR5QC0vV5lAJQF6oWfz2LVYUz+ktSU4I0fYpUmVsNt9pUSq4pFff3zn/9031R7EVpIrHpJGh7W5eckuezlabwPCe2rrroqOoBL93g+vsyBSjX4g8b8/TpAS7VbC7HzpRfEPLwkQ/0BW2E8STVZdZ8yiidNmuTKI8TXwR96pgxmPUuI1Qp88OkCAhCAAAQgAIGIQKXFqg6oklT1VyhV/Z8XL15s77zzjs2fPz+x7mqx5VEpAGWiSqxus802RbNXJVfLPdiqmFiNMi6DTFL3WmrGauPsokxNZXhKrObWNfXjSqxO2acxuzMQrmHN1zReTvTe0ZDxKbGaUyu2UbimSmCJ1WAOuVmwjSP6TNLGv4bj5YnVYjyibNSGTNg+jVm3UQZr4xihWC1pPq20ZmyxZ721vo9Yba0rQ1wRAYnVLXr0tulz/2WPzX07kczg7n2s/wa93XtZxOq5j/zanls4x7bsvL69t/zzvD7Vn973/WYVqyozsHhFbs0cnz0bvtet03qp5QrCdr3X39R6d+8Vxbdk+RKbMe+96O8Dem5pXTt3zYv/o4Vz7aPPP855vZy2WcdLmrcfvNBck+KcMfddN+fNNti0YEmHcHLq56kZz9rny5e4l7futZUNGbBn6qcoPi81TOOT1Hbx8iX2ztx3bbd+2q9hBUV+WhBi9rd3nrWT9zku86dd2dbxa9qsV20z8ereK3UOWQcoRaz6OpiPPvpoVC9Vsu/ggw9OzFj1AiysCarXJMckQ/3VXLGqGFQOYNasWe6n/rq8OFRtUS8MQyZ+23t4iFWSWPUn1vuM3EqKVcWjOBS35KWyRguJVbXX+8q8jTPVIV7+0K2kPiQ0d9hhh8RDxlQOoF+/fq4MgHj4+994442i7Ly09RJVMSq2Z599NjEeMR45cqQlPUOeQdI66HlRZvRpp52GWM364aYdBCAAAQhAAAKZCFRSrCpT9bPPPovGTZKqelNSVQkIOtSqOZfqqA4cONBlr+oKywjEs19Vo7WczNWiYtVPwItSycYCGavmZacTsXvZ36OM1QqJ1WBrvdtub00ZqyWJyCSxGmSIRuuWMl42sTrKZvryAr4kQuzgLC90fekAxGpzPjGVuxexWjmW9LSGCHhpN/aJG+zthR8milAJ0v/83lmZ5JIXZQ9Pf9ze/+yjxMzV7/faxrp36mo/+dYRJQm+idMn27inx0fS9pxBR0XiTO/d9tJ9bg6K9aCBuVldHp/a/ccT17l5SuxOHH1bJE8lEK/6y41249t/s19/6xj78e6H5YhX34cvd6B2uoq1FVsvrX+288F2yl7HuX413s1/v92uePVRO22b79j5+5+WOJ6fm/rQWnx70wFu3JmLPnLCO01MK84we1gZxwtXLIli+e0+JxUVjxr7sEfGmtZs+IC97fnZr7g1veN759jRg0YkPpUhRzUoNLeQgdr6Z0N/fuHjGW6dNOebD7mooMyNB3LO/WPcOr5w7I2ZxewtT99u17z0h+jZ8D9MEGf9IMCvdbk1gUsRqxpLmYUXXnihE3H6yXd8W324NVzZotrmrjY777yzSf5JCk6YMCEnizVNrCbVWFUMqjmqa9y4cZG8U8bmPvvsEwlHH0eYyRmuR9JBUBJ68THjNWTTaqyq7/CwLD9WWikA/76k8N577+3mlEWseqaeZRLTJLHqM3f9wVFJpRJ8Jqy/X7I6XkJAccfZeSaq46p49A2+l7RqH4/HP0N6JnTFn6Eksar4hw4d6g4lI2N1Df3DS7cQgAAEIACBdkqgUmJV2/n1/WDS9n8JVi9Z1U7fk+mAqmJb/4stiUTpN77xDdMPynXFxWrYv8bX94Cl1lyNb4E3C7fjm9uaP/OExoxSZV2O72+TLza7NGl7/bSzzYnVxi30Ddmu2rZeOGO1qY5qhlIAsW33vjxBwYzVINZom36SWI2VAnCZtJvlbvOPyiFkKgXQIFaj0ga+RIArQ9BUniAst5CpFECx7NhiDxbvFyWAWC2KiAathYCk0ulP/y41nC8v/ntJocalXnhzlpICaYP5ONVHXCjqPYm/YhmwytL1pQ8k/a45fGw0nERf398ebsXmq/l9+47T3H3F2vo+1TYuJL3onXr6vYnZsT6wpHkrBgnsXx10QeraJMXppWMSw7AjSfINxx3gBPSTp/8hekv3Z6m16/lkkZvrXLaX6z9sq/HHTLzSCVLJ1SmjxyeK5/jkQ97x9S32EPtnIy6d73npATv2iWvc7Q8eMiZV3Bfqv1Sx6vvy9S61XTx+CFR8PGWMfvDBB064hRmixebN++kEPNPNN9/clUGo9iXxqQzXUtbYP0MSylwQgAAEIAABCECgWgQqJVY/+eST6KCqeKaqF6urV6928nXq1KnNzlYVL0nSPn36uPJNupLEaihXdaDVJptsUiLqBpnZdGhTcJiSeso5fKnp4KacrfP+QCi3HT04vGrwGBvjDqw63kY895V9P9iu3pQp27zDq0ZeMsYdWNXr+D1t7uaXNB105UsBqEZqeNhVeHhVjqCMcQjKAIT3+/H6K1vWSdeZdqKTtDOtv91ldzUefpV4eNWxY2xM42FZDTVhGw/gCsssNJYMKHh4FWK1xGe89OaI1dKZcUeVCLQ3seqzIYU7LtEk+YrJ0lLEqsbwMjMuKf3hYcWyIAsJ5UKPTFKcvq9i0tHfqyzSh0bfGg2j1+NlFJJiSJKlabGmtfVyN2md0voKM0/VZvbp92cSsmqbJlbD9+I8sn5kyxWrWfunHQQgAAEIQAACEIAABFozgUqIVf2QWRmoutKkql5fuXKlzZkzx15//fWyaqvGOfo6q7vvvptGNolbL1fTygJ06dLF/TCcqwUJ5NWcbcGxGWqNEECsrhGsdLomCLQ3sbpH313srXnvumxIXWEW4poQq6pR+t17GzJLfVamz6zMIv6SxGo5cUpUHnTriW5re7FMUpWJ2P53P3ExK7tVzFT3NK1eavy5rIRYVZ9edhbLsPXj7/vbo+xX3zvTTnnkcretX6Uaiolrf28hsRp+RoqJ96TPKGJ1TXzlok8IQAACEIAABCAAgVoh0Fyxqjqpn376qZtuIanaoUOdffXVSldf/6233qqYWN1ss82sQawqY9UyyVXVZO3UqVOtLFHtx4lYrf01jM0AsdrmlrTtTqg9itVjBo2wUXed7WqOaqv5I6Oudwc6lSMsszwZEn4Smqqzqu37Yi65G5YiSOsnbX2KCb4wY1WC8bbXGmpmZt1W/8NbRyceapZlO3w1xKoEtoTqW+f9ycb9+Sb7+Yt3u7UtVmoBsZrlCaYNBCAAAQhAAAIQgAAEyifQXLGqrf1ffvllJFb9tv/wd0lV/d2LVdXZ9/eUH7nZOuus484waKhdXx9lq65e3fTnMIPVj6VM14033rg5Q3MvBNo1AcRqu17+1jd51fP864y/26yFH7lDnkK5Vq5YVQbkf/7lRndifCgIW3uNVWVf6sR4ZWUecueZ0SFJYlLpGqv+SQjrdH563uMuc1SZlUMG7Fn0YYlnrPot8qWI1TdO+p8oA7XQ4VPxYCQr35n7bnRwld6XrJS8LHRVWqxmyTxVyQVdqgH74cK57uAtXVlEsNplyViNl3MouniNDdpbxqq+iV20aJE7KIoLAhCAAAQgAAEItDoCUf3ExsOAWl2AbS+g5ojVL774whYuXOighCJVf+/QoUP0mherK1eucmcPvPbaaxURq/7wKp1j0CBQG0oBhGJV5QF0haUB9HcdRLvuuuu2vQVlRhBoAQKI1RaAzBDZCGjb+e+nPmhzFn2UeBhQOWI1lJKKQrVKtVX8m1vsZLUiVhV3mNWp+pnKYC1FWBZr61corBeqbe06bT48FKrQSqYdXiXWha54jVXfT5bDoBTvkzOezTmoKSwPUGzelRCrIbNipQt8aQWx9ZcYK0s4qwzNUmPVZxxn++Q1tWpPYlUHPu2000525ZVX2ujRo0tFRXsIQAACEIAABCBQMoGcQ3ES7o4OsPHv1ZRYbTyEKDjEp2RAreCG5ojVYtmqkqteqtbVdXDb9D/++GN76aWXbPny5c2eveql6jDZLbfcMqit2iRXw5qrGiyUq8p23WijjZodAx1AoD0SQKy2x1VvRXOWaHp0+mS7e/qfIrk0pN83bfctdrZ9B+yZcwp9qWJVfZ96/8X22fLFrm9/+TqYa1qsJm3vlhTzmaiFliGpnbJ5fXaj7i0mDUs9vMrH84uJV9oVrz7q/ho/NKtQzGmHV2kuP//e6a6EQdIVjzOssVqsZqlfwwmjro269vKymKgMBWwxIarO0ySs51XsoC31IUaTZjyTc9BWuK5Z4kgTq76fUsoKxNejPYnVq6++2iRX9TsXBCAAAQhAAAIQaAkCXqzmCVQzm379bnbCHWZJ77VEbM0fo32LVW3ll1jVlbT9X681SFXJ1YbsVV1Lliyxv/71r6Zs1+Ze6623nksc6NevX2OmqqRqslhNKgkgsSrBygUBCJRGALFaGi9aV4iA5NfNf7/dCTwJqf0G7GW7brFTwZPRyxGr3Tp3jQ5C0jg6CEri6YB+u7qt2Dc8NcF+P3ta3qwk9M4YcrzLbC318mJP90nuHTPwQNeFhFq8vEFS314ID+z1DfuP/U/Lkcuh9CwkViUn737pATv96d+5If585JWZtvOrbSgcsxxa5efg64Uqo3bM986wxcuXuO3517z0h9Qt+fE4vVgMD9IqJHe9lFWbgwcOc6Fc9Zcb3ToXmrPGlYg89olr3D0qO3DQwGE5rMO1CddUbQf02spt43/gtUnu+dGzNfagC1Lv91xPuu8i0w8OVL/WX2Hfeu5uOOKygv34mrLKSj104AGO85QZf3efJT1vvzvi8lSJXexZbo5Yff75592Jotp6VOjS9vvHH3/cNdl8881t2LBhtv7666feUqhfiVFtn4pf+kl9Up/qq9Dl7/P9FpqP78vfo9Nf33jjDZclEB9b702ePDmK9YADDijIKc5IpQq+9rWvFVu+1Pd9bOKd1I8viRDvIKlEQjls1K94heMXKsMQZ1mIrbiKuy6xV8yef9rzEc7Tx5TGoNgz7ceIr3uxZ00xKNb43OKc4muSxqLSz0zZDxs3QgACEIBAQQKFxKpZo5gcPMYmX3+o1V7uYPsWq/o3eunSpW79c+upNkjUMFO1IXO1g2v71Vdf2WOPPWbLli1r9qdHW/n1vfg222wTiFWVAmgQrL4kgM9c1YBh1qoyXvW9DxcEIFAaAcRqabxoXQECfnu+5Ob5+59WUKaGw5UqVnWvl4QSVsO23tuJNIlVncQuibcmxKrGlfC786X77fFZL7uxdEm+nbr3cUWllwTlG3NnuHtG7DQ8Z5u7XtP7E995quAWfUlDSb/wKpQ1Gl9WCdxunbplPqlenH/9xG9Tn44wozRsVChOxfD+Zx+55mmxe0F/79tPRZwlds/e5/iCIjkp3kJ8wjUJ49++1wAbuvWemQS8Mk39Fa5r+LreV5/nfffURJZJvNRwix69XZa35HBzrnLFquTWMccc44aeOXNmotTUN5vHH3+8Pfnkk66gvuo4vfrqq+6e3/zmN3bEEUfkhV6sX2WbXn755YlT3nfffW3ChAk5sRTb3jRx4kQnu8J+k+YTxuXvkRA76KCDzP/dB3XffffZhRde6P6qeavuluadFF8So9mzZzumZ5xxhv3yl78sa3l13w033ODGV0ZE/BoxYoRbl6QrPm45bNSv2F900UV27rnnumH8mHfffbeT6+EVZ5nEViLx2GOPdWzEUpd/nh599FH3n4pCz4cfz8dUiIGe1bvuuiuxFu9+++3nxo1zKvasaXxltcTnpv50Ja2TXvdr6Z/LNfXMlPWgcRMEIAABCBQlULJYTSsF0Ph6NGBs+33DOP1t/LRRNvPMYTb2Od9yTxvzp+vs0J6xUIv0F0nf8LZwzPj9Fo6zwB7OiUGdjLTx0862gY39NcU71KbsdoLdlXN/UawVbVBuKYB58+bZqlWrIqmqoJq2/jeUADCTYG2QqvolqanvB5566qmKlALo2LGj9ezZ0/bee29ba621HBdJVP+rod5qQwZr/Jfa6h7dzwUBCJRGALFaGi9aV4CAP3leh/W4/0DO+Lu9MneG264fZif6LeG+xqck2keff5waQVJ2qeScpNvNh1zkTmL/z++dZbe9dJ9179TVfn3whfby+6+5zENdb81719bv3NX6rN/LNuveq2gGbQVQ0AUEWhWBcsWqZJmEob4pTJKkkj8//OEP3Vxvv/32KGtSr0sU6bVnnnkmL4uzWL9enPltVx6mxKeEmX7i/tBDD0VyNS730uD7fiXUkuajuB5++GE350JiVVL1lFNOyavjKpk2cuRIGzJkiI0fPz4KQ1Jt1qxZeRLv1ltvtQsuuKBsubrbbrvZPvvs4zjrcIR41qqkoq4HHnggikVrc++999oVV1xhhx56aFQyoRw26jRNrIrxK6+8kiPAs4hVxSzpPGXKlOheLxklOt9777285U2ap2+U9p4yUo877ji3LvE+fZ1evf/000/btGn5ux/Uf5p0T3rPPzNJ66T2fi19CYs19cy0qi9MBAMBCECgDREoKFbnPWxnHTjWnk0QlmF5gIY+LBCk+Zmivs2eg82GXtwkUhvKDeTK1aL9NcZll0y26w7xebRJ2alJrzVKVcvNwo3H0VR7NkX8tuAzUI5YVdbpJ598Em3v9xmrfsu/LwGg1yUv/eu67+2337a33nqrIodXCZOyVr/zne+4JAaNlytWG7JWk+SqR7zxxhvb2muv3YLEGQoCtU8AsVr7a1hzM9h23IFRdqGCV4bhUQOH2+fLl7hT3X12o06o16Vt1w9PfzwSnsrKU8ahrpueud2uOXysyxDtvf6mOdmv4TZx1XDVFmxtnf72Hae5bNVQxPot9sVqetYc7AwBKxNY3F/4eIY9Mur6ohm1Gbpsc018xqoYTT393oJb9Wt58uWIVcms/v3728033+wEkoRQPNvOi8EkWaT7d9llFxs1alRORmaWftPEqtZAGY36aX2YJVmqWJUwkzwN5af61oEAko0SlYXEqm+XVMfVx9PxpucAACAASURBVO4zD71QSxLMGtO3TxNuac+dz67VfT/4wQ9cVm0887WQcPRrF8/mLYWNYksSqxKjn332WZ5gziJW09ZS944bN87Gjh2bJ+rLEauK3TOMZyOLo1774x//6OqZJWXf6v5SxGra5yEpjjX1zNTy1zBihwAEINDaCaSLVZ/VGROLeRmrDfJyZo7kNIvLUT/OnrF2lidJi/e31ws++7Upw1SciwpZNWocr/+t0+zsnYPVicVROJO3ZVe1HLGqbfyLFi1KFKthXVWfqdpQGqCDKwMgqVpJsdq5c2cbNGiQ9enTx0ncYmJV7+tSBqsulVRSrVYuCEAgOwHEanZWtKwQAQnPabNezcsK9ductSX7/Ed/406+93VRw6ElP1XXUlv6t+m+mWvnt/f7uqPKdt39t0e69/t1720Lv1jshK2yZftv0NttLe/aqasTsV6qSvAOH7C3iyvrlmpfq1NS+JhBI2pOuPkDj5pbm7NCj0ar7MaXoNDzcdPhl2UuXdEqJ1MkqHLEqsSbshqVzedlZlwOKqtOPzUPMyKL8cnSbyGxqv5POOEEl9XoRW+pYlWiTCUOwnIAfo7+vTSxmibj0uZdSPrpHi+aQ1FcjKFnoN8lh0Om4b3FxpYg9uLbMy+FjcZKEqt6ffjw4S4bN5SSWcSqMjd1SWpmrT9brlhNE5ji8rOf/cxGjx7tnjXPOb4upYhV3auM6KQM2Pjrxdat3Gcmy3NFGwhAAAIQKI9AU2Zm8v15IjQuVtNKAySKyjCr1Y8XE6kZ+rvELrVhlz5rebHlTaGEGquZ4y2Pc3PuKkesSqpKrvpMVY0fl6g+W9VLVS9W3333XZs+fbqtWLGiOWFH90qsqrRV796988RqWq1V6qxWBD2dtGMCiNV2vPitaerKQJVM/Wz5YlcSQNevv3WM3fbaRPv2pgMiker/rIN7dFiP2qjeaI/O3WzPvt+MalP6k9PfOOl/7G/vPOukpz+sKC5mdaDUL/Y50Xbtu5O9PPs1N/bRgxq2xqr8wKPTJ7s/n7zPce53iWFfPuA/nrjOHYSlWqrqw9/XmtimxeJr3R65zZC8Q7JqIf6WiNEfolXoAK2WiKOlxihHrEqaKlvPZ2VKeMWzIrMKzXCeWfotJlbj7ysO1ePcc88985DqECNf5zW8T/LspptuiuqAKkvx/ffft5NOOimnpmpcnhWLLR5AFkbFRFq8zzDrV3PzW9fjmZXF+g3fL4eN4koTq5Lt6l/b91VKQpI0i1iV4D744INdRrFqxyo7Wf+JiNdrDZkUE6vq67LLLsvBqIOx9IMDna4bZmKHmcCK2cvXpJq8pYrVUN77+fi1vPLKK53ITWKa9HWi2Nq21NcWxoEABCAAgQYCmUoBhIdXxcRnVjHbVLM0N8vU10r1Ga/Z+pvjsmTvylnEpC376WI1bRwva9PjbfknpxyxqrJUX375ZcqhVf7wqg5OdIZideXKlTZnzhx74YUXKlJjVbRUCsAnNWgsX1c1KXM1rLmqe/X3ddZZx33f1tzLrelfhtboQWzNnT33tzcCiNX2tuKtbL7K+PzPv9zoJKmyTlUL9bv3XuAyVVV3Vdmlurqv282d9C6RqoOd9ui7izttftPO3dwWf9VR9Vu0/en0ausPAZIM/fG9P3N96TApL2Y1pra/6zrkzjOdxJ256CObOPo2u/ulB9wYXpxqLF1e/HqUymQc2OsbNScnJVY/XPRxwUOeWtnj0uLhiNHiFUszHU7V4sGtgQFLFateAIVbpCXebrzxxpx6lFmkYTidrP0Wk5dJYlVlC/r27ZtHb8cdd4y2yIf3+cOWQnGsDEvJtPCwqtYoVn2GaljDVKJNtWfD8gbF5FuaWM3KRrALiVUJX9WblSCVaM0iVtWnrwM7adKk6PCttLq4al9MrCYd4KX+VPZBQl1b4/ylDFVlp/gsbL+F32ewhg9YqWJV98ZrqSbVXs3yuSq2tmvgywhdQgACEIBAAQLFtrznvZ8oVpMyUXMHLU2sFu8v6j3vkKrwEKoEserrxjZ20FQrNjdzttbFqg6ukriUyNQVytPwz+HBVV566vuJP//5zy7jtbmX+tT3K9oRJEGqy8tTHayVlLHq6636tlkPsGqokxtEnHOAmtZ3ig0NDijLm5uepaeH2rQz+9jDZ15qFtQCbi6H8H7FeVu/sD5ww7v5rzc+v7FnNW+eer9xrjk/MIjmHz+srekzkvsDhtwD3Mwa7pt5QlPZjPgPJBo+P7lx+rmGdZgryY++shFArGbjRKs1QEA1VH/19G2mjEmJVWUF7tZvZ1cD1WeVSlpqK78OlVKbO753jrtHl7b5K0t1zqKPnITVIVc+w1Bb2yVHu3bual606h71q0unqPuM11P2PtZG3XW2G0f9nLfPCe6AK5UY0Hh/mD7JlQiQZJV4Hbb13nbsE9fkHLQVx6Pt45NmPOP68JcvNeAzX9NOePcnxiedRH/DEZcVLDdwzv1jXNkDfyWdMC/JrJq1T836R44kVnzi+ePdD8vb7h4/uf4n3zoiUcjG2/m5xPlIWP76id8WfKoUe1IsusmXYJj8zjMum9lfEuUS4aMGHZ4nQ5N46j6VhfjGplvlxRKfi2+gkhLF1k5tk+aYNJbWTD80mH36/allBtLGC4PWM33KXsc1q1RBqWJVYk11Rv2p7IrHn3qvmqs+AzTcSp7lS0nWfouJVcmwO++8M5K8WUSU4gv7VWbiqaeemlPqQFmJymQsJFZ9bdKkDMYkBlkYKftAUjhe8zWNqeScaphKWPpLpREUU1irtZh8C8cth43GLiRW9b7PAFVG5vbbb1+Qbdp81cdVV13lsl+TatUWE6vq14tSf2iVxOqECRNypKrP/I1Leo3bo0ePvEOsyhGr8ecnae3XxDOT5fNJGwhAAAIQKJ9AMbFqjeIy2naftRRALKSsYtWPV5aUicdq+WK1QUrFBZKCbVtide7chsOQfSmA8PAqX2PVZ6uGWav+cCntipk/f76rueprnpb6lEnaqgyAvlf81re+5W5Pylb1mathtqovBaDfFVOvXr0KDJ90IFlyrd6Cc4jE6sBSp5qtffBDgJwyFomvx6Sm+4HATDsxQQxPv/4sm3n0dXaohW2a7h/1/lk2bNaJNu3MhnlFmbsXm10a9hnMPxSo0WcxHoP7+xQb+qemw+gaQEy3a8+caaOuP9San2ecDS2t8gkgVnkqWpyApNiYiVe67fO/P/IKV29V0lIZpx8tmmvb/+4nLmP11L0btt6H0kv3zpj3njuoasmKJe49bdfXpXqpklS+Xx1O5eun6n1JVUlRL2aVuSoBq8tnoUrMKTP1d0dc7sRfvJarL0/wn987K7UO6w9vHe2EqkTliYOOcDVbp7zzrCtroOut8/7kflfcmosydP0lkTtkwJ5uLhJzKmNw+tO/y3k/rdyAr5fqG0tUf2frPXP4hZJZWbtDB+xl3Tp3jeITEzGIz08y9s6X7ncCUJfP9I0LSbW74akJjtufj7zSBvTcMlH0+XU895FfR+wVT5/1e7mDtLws1fpImIeXL2Hg1++UQUe6A85UnuGB1yZF96q/Xx3UxDbOU31ffcjPXYwS8PErPmc9k17Yau0k8SXYk9ZOr/k5jn3ihkjSq3ZvOJb66fvbw10XYYZ1PJb4eOJ/zqCjXDMdzOaf3yRepXzASxWrEjuSdvGt9dpqPnDgwEgAxmudxmPy2+u9MMzabzGxGpdR5YhVvwVbc5IgUxkAxVksqzJpO3c4by/uzj//fLd9vRijpK3ghdbWj69DpuI1SC+//HILt5QXEo7xcUPmWdkozmJiVW3EQOUAfvOb39gpp5ySejCYsjfvueeexJq9heqKliJWFY/PQvWZtJ63l56qdxtfU/2gIS51yxGrYRkHlThIOhyr0s9MKV8raAsBCEAAAuURKCZWi2Ws+sOgns3JDjRrEKQzbUyjdMksVn1GaWp/l5hdNszG2piELd1xmRYXq0kCrpFbTMrWesbqRx99VFCqhpmq+nM8o/Xjjz+2GTNm2AcffGBffPFFWQ+XSgDoe+htt93WunXrliNVcwWrMlfr894P66yqPmvalbbFvykDNFY6IiptkZvJOfLYkXaXxTJWP9Rz3Fh0YvBIG2kzrb/LZI1laQblMtIyUn38ivdSu8SuOyRXO+a+Hs+wVawJWbSvXmtnvT/K9ZWt38bP5vj+NvmEmTbMZeg2iuQEsay5TNmnMWNVn83LzC6JhKlivM36x8RqJHp7lvXYcFOFCCBWKwSSbrIR8LVU1frOkdfakzOetcMeGVsw+zNbz/mtJBHDGq0vHHujk2gac9ctdrKPPv/YyTiJT8ndgwcOc68liTbFfdfUB0yHVG3bc6uo3mp8VC83Jb7ip8f7rENlPIaXDtTyYswfvuXfl9xTBq+/CokzX1fWt/30vMdzJJ4/hEnvS+DGBW0oLNVG9WlDceqzgX3/Esdaw7iU1DiSo/F5Jq1jGLPWRzJcV8gkfF2CceitJ7hyDmnj+wxQ9ROXlSFPifZiMYbMkuqseomexlSvbzvuQJdFe83hY/MQhP0nPTPxG9a5bC/3Uhi7P6hNTHQVynwt9lkqRawmbU32/cff83+Pn6qu9l5eabu1pF0p/RYSqz4DMsycLUesKkYJLGUu6kAhCT/VuCwmVnWfMkaVNZB0aJeP3WeO+v7CeMP1Uhbvww8/bOG2/kLrmXYAku4p5RAkSe8bbrghynCNM8/CRmNmEav+WVB7ZT4XOxgsiVUhAV2qWFUcYSatr20a36YfrkPSe+WIVb9Oej5UP1Yspk1rys7X+5V+Zop9feB9CEAAAhBoPoHm1lhVBA1ZoGGN0/xM0cxiNUt/eZmpDRzys1EbxdlW43Oz9S591nIyYsNyAjlbqvvb+EJbx5uPP1MP5dRYTRerHaJDrOJlALxg9SUB9L3P1KlTnVwt59KOH/0gVlmrurwoDWur5tZZrXfZsb4UgNr7+4qJ1SRR6WPOFZ0Nz8SU/SebOwQtyuQMnxVfCuBEm3lgIA6DDM3+94Tb+Zv6jMvSJG6ZBWh4c57UdE98TnkDJ0FtpN11hxfBDT98sLjI1fMusdooSKPs1LCWcuPYJYvVNZ31W86D2E7vQay204Wv1rS9SJMsmzH3XZfxF27bLxSXJJQyW71ACttKsl118IVRBqvPBJWsirdX2+6durq6rdo2H24l931KXJ0x5PiccCRcD7r1xOigrKFb75m33dxLvSRpJ3H58PQnorqvvvNQLqaJVTHy8vXBQ8bkZct6YRjON+wrzIzU/B8afWsi6lD0xeeQNIayOOPCsBJiNWQSCt5QmobCNZyMROOG4w6IXgpFY6liVeUqfFZqklgNs4STuPr302INBbICTlrbcG5JYlXvh7ziQr2Uz3opYlWSSt8Ahgf6+LGSsgb9AUXKRlSGpuo/SQxdfPHFNmvWrOjgolL69ZJP0im8JMNUAsDLWv+e5J4yOH2JgjgbHWCl7M64PJTsVYZnuIU+i1j1bRTHeeedZ9ttt50Tycp4VNboGWecEdV1VSy+BIIyISXxxEiZrZdccomTqnGRqDiVzahf4eUF5ahRo3L69228LPTi0jMPD25SH2qnDMxw3HLYaNwsYlXtfGz6c5pY1XvKRtZzEz5PytIVU72eJKDLEasay2fSKptW/9lRCYj4AWCerS8/EY5frlj1LFRy4JhjjnHPR/wq9Zkp5esBbSEAAQhAoPIEsh0WFWTWxUsBNIaU108s47QUsaoui/UXZcqGSBLEUFM/TeI3rRanf13btJ10u7R2xWpSKYC11mqQqnV1+XLVZ6yGpQOWLFliL7/8sv3rX/8q+cFTP9/+9rddtqoXtaFYDTNWVWu1vl5CNVesalAvVwuVAkgTlT7oHDnY+GxJxGqNc4RsXo1VidWwLmtT1qjEapTJGfRZebGanmUdn7d7ft9tyuR2f7fxNrnfbfnzDMSq55TEsTSxmpJVW/LTww2VIIBYrQRF+shMwIuhUBTGMyPTOkuqW+rbqr9deg1wNVLjh0sVCi6MI2wnSRbWR/XvSVz6S8I2LszSMjALxZBFrEq4KbNXV1LWalgP1IviUKwWE4Q+vriUDCWdl5La4h+WL4gLx+aKVQlolYPQFc/M9MJU6+BLKiSxDQVsGF+pYjVsnyRWNbYyUr28jz/LisPX/43H6TOAlT3s5W2xrfxpYtXHUOz+Yh/UrGLV15gMt5PH+5aMmj59epRlJ1EnKafsx/BSfdaxY8c66Vhqv17yxcfW1u0f/ehH0enp/v1iJ5xKaEpUxeWhF8Xq14vkLGJV46qdZJ+krL+U/XraaaclijJ/4JSktb8k1iRi4yfep2Xg+qzfpDqj0deyLbeMxLOEY9LBTRLCRx11VM645bDRmFnFqtrq2ZFILiRWtSaSmBK/ac9T/LkoV6yGJQGUgazY3nvvvcSPky/BEMrocsWqBlAGbLwmbnzgUp6ZYl8DeB8CEIAABCDQ3gmUk7EaHl6Vu9W/LlGshtmqXq6qBIDqtauOf6lXx44dbfDgwTZgwIBIjoYytRSxqth69kzfV55WCsCLwhNnDUuUoK1erMbKaeSuQb7ETBLIyshNE6vXbjXWpvlt/upcWbH39LfrfGmAxizwzKUAErNqS31yaF8pAojVSpGkn0wEvBhS46RanoU6UfbfuKfHJ4pTL0glRM/e53h7Z+67UW1SScmtN93Szn/0N5Es9e3TxKpe779Bb9PhSyoVoEvlAsIDqST94odJhRmfusf3s0ffXWzrXlulHviUJEN1vxd7kqRhdmOY2eizUSU8/+fF+6IM3FCshqJR7VTHNe1K24YfxhKfZxhPuWJVNVG7deoW1aJVDdFjBo2ISg2UIkXD+MJaq6X0EfLXn9PEarxura/r6tclLQtVazJr4UcueziNeXyNksSqryOcVvc20wezsVFWsVpKn0ltJZp0+QzR5vZXC/dLGvutXfEM06T4Jeh0SmwhRuKoX0mZjLXApBIxSnr6/4C0p+ep3GemEszpAwIQgAAEINCWCZQjVhcsWOAOngozURu2/jeJ1fjhVfGDrnT/66+/7uRqqQdYqaaqvr/cYost3NLEywAkHWIVZq2Gh1etvfba7gfi6VdSVmfT9nyJ1dv6TW6saZpWCqCxlISpbERrKAWQXL80YpAkMWNb/MOM1cTDq1RjNchcTaoNm5exGh52FTu8qljmcFv+jLbGuSFWW+OqtOGY/Mns5ZxgLikWHnYUYvKZpN/edIDpxHqJVdX51HZ/Xf7QJf1ZbX+xz4nuEKuksgJqk7TFPcuyxOtdxu9JqguaJWNVkjTMOg0zOSXWnpr1D3fIU1pfpWTSprUNxarmFR4MFkq9csWqL9HgJbM/oOnkfRoOMStFiqaVNCilj/iYaWI1LLMQ1kn1pSvitXbVb1y6hvEWevZCsSpZ70tjJEn+LM9rvE1LidVyYuOefAISqvoVP5wKVhCAAAQgAAEIQAAC5REoR6zqh+HKOE0Sqx06rJVXZ9W3U4ResEpuqpyRfmi+bNmyzMFL4G699dbu4FgJVl3NEas6BGuDDTYoOn5eiYeoNETaQVOt+PAqf4hbzqyDOsYptUxzGKQc0mU2MqodnNy+adDELNhLn40ahLWK422LLhgN1igBxOoaxUvnlSagLc+6koRoKFdf+HhGXhsvVMNt10llAyT43l74oUnSSl55sZd1LpKryq598f1XE0sTxA9UyipW49JWZQh6r7+pO1XeZ0VmEavF6nhmFauKZ9RdZ0dZwF4q3v3SA806vErS8Ud3nRVlJvsM21KkaCgqQ96l9KH1zlIKQO1CZv5gMGWhDun3TfMZrOHzE5euoZxVu7QDqEKx+vPvnW6H3HlmahmCrM9r2A6xWg616t2jbE3VYeWCAAQgAAEIQAACEKgMgXLEqkSovi9rjljVvcuXL3c1Vl944YVMk5FU1feC+++/v5Oh6kNXc8Sq+uvSpUum8SvdqGDGZqUHoz8IVJAAYrWCMOlqzRPwNSuThKjE3qadu9nHyxdHskmS9MRBR9iHC+fa3dP/lKn+arxMQLGt88VmLQF58zN32M9fvNs1jR8KlVWs6t54JqYyf322qt5P6yvMLk3LvPTzCGuGhuUE4hmrai8hOPTWE3J479n3m/bG3Bk2YdS1xdDkxBvWq03ayh9KzmI1VsP7vehUMGtKrPp6qRpDz8+vvnemq0ObVj84fmhVHFTaGsVLAaRlMRcFn9IAsVouOe6DAAQgAAEIQAACEGgLBMoRq9rGr3IAzRGrYvfJJ5+4cgBptdzjfDVe586dbcstt3T1VXv06JFzeJVKCuhXKaUAVAZA5QCqcsUyR8MMzarEw6AQyEgAsZoRFM2qT0AS7/dTH7SJ7zxVUJD6jNMD+u1qowYdHgU+5Z1n7dnZ/7DPli9Ovd9nvUrQ6jAslRCQKDto6yG2e9+dCtYm1UDKVNV10MBhecC8TGuOWE0qNRBmoKaJ1WKn1/tg0w6O0vtJYlWvh/f4fuJzTHt60rJj02qkFjooKhzjh7eOjjJpw+zPYmJVz5iu3o11dUNhWkxIh7JUz0yPzt1c/dT45fvUuvn6vWozY+670SFWaeI4qcZqONdQIpfziUWslkONeyAAAQhAAAIQgAAE2gqBcsSq5j5//nwnMdMOrypWY1WlBFRjX79WrFiRGafGW2eddWzbbbd1h8FqK3+5Gavqa5NNNsk8Ng0hAIEGAohVnoRWT0Di7tdP/DY6lEkBSzyl1Uf1E/IHR/m/z1z0UdGM1fhhVj4LNsyQVQ3MHww8IFGySgjqSiof4KVYXH5lyVgN5WAoHcOanho3ra+kMgLf3GKnvLUPM1vDDFI1TBOrei8Ut/p7c8VqGEf8YKzTn/6dizutFmkoeuNtiolVjdtn/V7R+oWsi4nVQgd6haB91rVq4savtAPKfLsksRrP5J0yenwkhkv9cCNWSyVGewhAAAIQgAAEIACBtkSgXLGqUgCSo2liteEwq6Zf4eFV4jdnzhybOnWqy3wt51Km6e677259+vRxt4dZquGfV61a1SheV9uqVU0ZrbpHUpYyU+XQ5572TgCx2t6fgFY+/zBjULJuxE7D3bZ+Hdqjq5hcLWV6kqq6+m/Q2/2ug6/O3/80J6mUyThj3ns2dfZrUcas2p+3zwk52amSZo/Petl+f+QVForL8OT2+GFGXpZpzE/Pe9y6du4ahe3nH0rOsB5nXPaF2YvxbeghSwnZeIzhtvJ4HVgF5MVhPEYfbNqBUYXWICljNYxD2cdh1me8rmt8/mJz6v0Xu2zVpIPC0sSq7vvo84/d4WhXH/LzaO3SarUmzUmxbTjuAPdWXHj79n7tkviqjQ538yUjkuYe9v/WeX+KwghFdPy+Uj4DiNVSaNEWAhCAAAQgAAEIQKCtEShXrKocwKeffhodRqUM1Q4d6qyuLleoevHq66Eqy/XLL7+0l156yd5//31buXJlWUg7duxoW2yxhQ0aNMht5dc4uuLZqw1iVUK13mXY+lIBarvhhhtWrwxAWbPmJgi0DgKI1daxDkSRQsCLt5/tfHDOIUASSaotmlRrtVyY4cn2xfpQVuTD05+w216baNt038yuOvhC+8amW1kouHzGrM+U1d9/d8Tlrp0uZXne9tJ90ZZ1vRbKWkk29S957MsRnPfdU929Gufet58yL2kVz/mP/iavL5Uw8PfoPolFyUPPTRKue6eu5mP0B3wdPWhEDgKtgz8QLEko+8Z+/mqTlJEZdhqK3iTeko+n7H1sjmhWOwnMMROvdGUadClmHTSm6/ezp7nf9bz8x/6n5d0biue0NfYSO5yzb1ssE9fPP/68+vX+jyeuc+upmE/c6aCctdF6x8tcaH30bL3z8Xs27unxOc+7rx+sshPxjOQs/JPmX4pYvfXWhjIHo0ePTkRZ6P1///vfdu+996Z+zI488kh30r1ORdUvnXyvy9+3xx57mH7Fr/vuu8+9dMQRR+S8pQwCxaOfwCfFW26/ik1jzp492403fPhwU+zhT/p9335Oxeaufvx8/fyTQKUxUFvFNGnSJNMJtTrIYPDgwXlxpcLP+IaYag01jq6+ffu6NYmzv/rqq93r8fUqtiZhGNoS9/jjj9v2229vw4bll1nRfD/44IPEyDfffPO8mDJOkWYQgAAEIAABCLRDAuWKVaGSWJUY9bVW41mq/u96X4Jz4cKFNm/ePPvwww/d7xKszblUEqBnz5622Wabud/1faAErxeo4e/xjFbJWIlVLghAoHQCiNXSmXFHCxLwYlWi6JiBB9pu/Xa2xcuXuMxRZfbp9fCwqnJC8308Mur6SHpm7UdC6+6XHjBtT/db1iU5X579mn2+fEnUzda9tsorHeCzJONj9V5/U5clq34Wr1gavd2t03pRfLr35fdfi7JlFYcyauNXeE/4nqTmO3PfzWmeFKNvICEbXj7GJE6+76RyCGH7tPmrTVKZgvhYul9jhZzX79zVcfY1UuP3xOeRFP+Anls6IZvWtlBsfk6+j0Lzja9NfL39vepLz7wyatOeFb0evz8Lw3h/pYjVyZMn2zHHHGNXXnllnqyUxLzgggvs7rvvThRhEoYHHXSQ7bzzzta9e/e8eY0dO9bViJKUu/zyy6MtUf4+3fPKK6/kbVUaMaLhBwIPPPBATp8SbxdeeKH75vW1115z0ja8yulX8vP222+3Qw891HbYYQd3Euydd97pun300Udd/Lp83xMnTnRysdjcw/j9/Pfdd9+ceDWPV1991Y09fvz46D3F8MMf/tC9d9xxx7l5psWV9OxnfU1yeMiQIe6ABK2jRLJeEw+Nq7j9pW1pF110USSL/evF1iSMRawffvhhN960aQ0/PAkvrbvmrOcpfu244472y1/+MuvUaAcBCEAAAhCAQDsn0Byxunz5cve9V5NYzc9YXbx4sZOoyk7V93SSnZKxfot+c/BrXIlUZa9KKBj/GQAAIABJREFU4up7ZmWxqm5q165dG8sDrHLZqnGxKgmrg7C4IACB0gkgVktnxh0tSECy6KT7LiqYmeq38JeavRpu/f/1wReWXZdSOCTUrvrLjbbfgL0SD65qQWQMBYGyCZQiVjXICSecYE899ZT75WWll24Sb6H0C4OKy8a0gNPEqtrHpaJeSxOrel0ZlU8//bSTwT4j1I/r48nar0SdJGooUHWvvpEeOnSoyw7461//6rpPE6tetBZarPj8w7ZJ8toLxqS4JFxnzZqVKKRLfWC86IzLbcnSU045JUeop4nVYmviYxLTXXbZxU477TQn2ZO4pa17qfOiPQQgAAEIQAACEGiOWBW9zz77LCdrVa9JnEqozp0712W16s86oKrcbf9ZV0mCtVOnTtatWzf3A+pevXo5warsVF2+DIDaka2alSrtIJBPALHKU1ETBJQ9OG3Wqy7WOZ/PdVmK2/Zs2FKvTMspM/7uSgPoJHZ/qc5meGnr9NsLP7RNG9uo7YmDjqioCFWcSdmKNQGZINs9gVLFqpdeyhT0WaJe7iVllHrAzRWrkqrKYIxnxCYJNonenXbayQk5jat74lmPPp4s/WrO/fv3T8zC1PyUyXvLLbfYhAkTXCbnmhKrGiuUlsWYeg5J2aOlPvjirAwLL4/D++Nb/5PEapY18X36zFY9T8cff7wT5GFGrNohVktdQdpDAAIQgAAEIJBGoLliVdv59X2SMlD15yVLlrjdV8pSlVCtRGZqqavnM1klWJW9qu/PJFhVOkAZrpKu+jMXBCBQHgHEanncuKsVEtB2+CdnPGtvf/yevTF3hjt8ysvXt+a9awu/WGxb9OjtXiu0XbwVTo2QINAiBEoVqwoqzFLU35URevPNNxesa1lMAvrJpmWsSpKOGzfObf8OBW6SYFN2qdpLpnqhFxeyYTzF+vXzfeaZZ6Lt/oUWZ02JVd+vZ+2zaN97L78kiI9PGcaqB5skREt5wPy6SNL62rFp9yeJ1Sxr4vvbb7/9nBjXmJ79zJkzc8pAIFZLWT3aQgACEIAABCBQiEBzxar6lkjV91xz5sxxklUlAlrLJcmqLFbtsOrTp4/169fPiVYuCECgfAKI1fLZcScEIACBNkWgHLEqAD5LVX8Os1fT4Hgp6OuAhu1CUVdIrOpQIpUbiGfLqq+wxupuu+3m6oD6OpuhqPPjhvKzWL+FtucnzbfUGqtHH310JKVDgRn2LUGsjF19I/zQQw85yZhFLpYae6GHWzxvuOEG10QZvPvss4+rpxs/XCpJrGZZE/UbF+E+Wzgu7jV3/edFUj+8OLiqTX15YjIQgAAEIACBFiFQCbGqQP/4xz/a/PnzWyTmcgdR9uoPfvCDcm9v3/e9cLnV7XGxXfZ8vV307faNgtmbIVZ5CiBQQQKffPKJ+wdU/0itt+66tvSLL9zvs95/39br0sW6rLde9P7GG29s78+ebZtsvHHUTqGEbX0fPkTdozH0+rrrrRfdr/f9WPpd7d566y03pq633nzTtt1uu2j8fltsEbWf/8kntnTZMtfOx62+w0t9+fcUn/6sS+N8sXSpi1mvLVu6NJqP/qx+fVvFrLG26Ns3p2/Vqhw1alT0mp+fXvDt/VzEz48Rzt/PQfPyLEJWYpJ0aa3EyM/fc1HbcN0Us9bK/672fizFpmxIzcGPo7Fr8SpXrPq6qppzWG81jUGhA5z8wVW6t5BY1UFQPoPRH6AVl4v+gK3wwKqkrMe4/CzUb6lyMk2sJkllzVnz0q9w/v7wKn9olUSmaplKQkuq6mppsaoxte6PP/64Pffcc27dFZ9Et5e9ahMXq1nXRPeGma3+WVJ9V61nmHWbdngVB1fV4lchYoYABCAAAQhUl0ClxKqyVh955JE1Xke1XFqqq3rIIYeUna06939HWO9jHowNf5k9V3+RNXwn24auf99tIzafaedFc5trdx95mtnVD9gxuWfitqFJM5VSCCBWS6FFWwgUIaB/iD+ZN8/mzZ9v+wwZYg/oMJdTT7X3Z82yqdOmWc9NNrG9hwyxm2+6yZ2e7U/RvvG//stO++lP7cmnn3ZZaDpkRtfw4cOdIPXXYYcdZhpj2223db/OOuMMG3HEEbb7rrva/3/11a7/A3TPm286ybd06VKbPWuWXTxmjLvvzTfesAOHD3dyV++rD/150qRJduyxx9odd9xh+yrzbPjwaMzJkya5P8/75BMnUZVt9qdJk2y77bc3xXPLzTdHr6md5q3+JCwVj1iorWSjeFzXmOXmB7hs7FgXn78kMKe9/LKLXeOppqIfX79rPiMOPzxn/spW237bbZ3glHDVfSefcoqbswTpG2+95bjqmjp1qu2+++7uz5q/4nx80iTbuGdPx92383/WemrNtEX8F5dcYvc/8IAby0tUva97Fe+bb77p+haXWrzKFauaaxax55lUohSAl4/hAVpnnXWWG8JnrOo9ZXYmXV7G6r2keNL69dI1lLXx/pVZ6YVnpUsB+PHjWZsSjjqcK14/NoytUJvwAC9/j/5DUMrlD9Q644wzogzhuFjNuiYad8stt3SyNukKSzGU8uyVMh/aQgACEIAABCDQ/ghUSqyK3Pvvv+/q77fGS7uMtmhMSik1vufH1tngSw6z33+QKxbd66//3j669xjrVWqnNdV+rs39dy/rhVStqVVbk8EiVtckXfpudwS8WF2ybJkTlsuWLLHdBg1yom/m7NlOunlhqDZvvPGGfWv33U1/nj1zpm3Ss6cTnBKLkqASiJKUXvaFYlVwJWi7dO1qV1xxhf1j2jQnEJU56eWrxpW8lcxUZqjE3yUXX2xTX37ZZb4q61Ii8oH773fj/urSS61rly6uvYSnXpN0VJ+6RwJTf9Z7Xqx6Mar+p730kpvDzFmzrH+/fk6s6pJ41Hzmz5vnhPI3d9stejbiYlVv+MNp/LwVp+ahvnWJSzh/LzPVl8bWJXEm0aRxlWHqZar4P/nkk/b973/ftZNclbzebdddnVjWvHTpvlN++lMnxSWrXpw61bbffnuXgSvhrb4lVSWadUk29+3Xz/V922231eSzX4tiNTxAy0OXWPXbxiX54tvTJcnDw5eSxGpav357elodWX3G9t5776jObKXFqubot+GHcjGL8NWzqi378cOf1Kfmq69H4eXldfian0+8Tq1vE5ecoVgtZU18Zqs4f+1rud+1jhw50n0d8uUdEKs1+eWGoCEAAQhAAAKtkkAlxaom+H//93/Nrm9faVAqjfX1r3+9rG4bMlUtT6q6zrQ9/ur+DWK1cat8OEjTtvnn7fK6KTb0ebPBjdvph/65zqZ89zmzPQbbxZc+Z/VjzC6vG2wXBx0Uuj/cjh/Ppm26T5mmve3H9wWdHuFFcPy9IPs2zFh1f/6xhbm6h939kT3wowaVLLkczUMvRP2XhZubaoQAYrVGFoowa4OAZNvbb77pZGXPjTd2EuO//vu/7fARI2zW7NnuPWVSSkKut956LrNRMlBZnpKgW/Tr50SqtrvrNQk9iTyftSkZqsvL2cMOP9xenjrVdt19d3ePxtCY6ktj6JJMUSasF4DqU2Lwmaeecu9LUNz/4INujO222y7qz29nVwaphKOkodpoDttst50Ts7okPdWnz9rUvMIYfezK8Bw+bJhNmjw5J6MzSayKowSvhHO/vn2d3NWflSmqzFldmqNiV1sJX/++eG28ySaOhW8XljZQf089/bSbi+ageWpOul/rpLF0ia3m7UogNK6VvtHy7MVT/XqOympV9qv6Dksb1MaT2xBlLYpVxe0lnP6sbfMSqz57Mn7QUdjei8m0DNqkfnW/r+k5ZcqUnEOU9J7PdPWHaq0JsSpBOXToUHfoQLglXs+kXgu34vvnT9mq+uFEoUzbrM+qMkmTaun6uEJ5G4rVUtak0EFb8YO6EKtZV452EIAABCAAAQgUI1BpsarxlLmq79lWrlxZbPg1+r62/0uqlpupquCctHxoROGs1Eb5+M2w/qgTrf9oFLISq16gNhQOaMiCDWXmXJv7tV5Nma852/Hz74/AuXYP2AifTRuM239CPKO2Uabu+Jx9tNW4nHnlZN9GYw+1KXWD7R+BSLXYXHPn0dR//Zg2VyBhjT6rtdY5YrXWVox4IdDGCMRrrLax6dXUdGpVrHqhqW3/XqxKMg4cONDGjx+fuAaSg4ceeqjL3ixUmsBvXff9qjNfU7ZHjx6u1qkymSUVb7nlFpexHGazllpjVf37A7wK1XP1/V500UUmaapL2bIHH3ywKa4LLrjAZXqmxdWcB9Nnx4qJDtvSOGKieauERlhnNxSrWddE89lpp51c1vno0aPzQo1nBSNWm7Oa3AsBCEAAAhCAQEhgTYhV9a8SS27HW2OSSEtTVzKJfvit782ac2UXq4HcdN9Ah8JTYnSc9Q9KCUhIjtuqKfMzijEn89WXH8i/v2lO6e856WnKhm2SnNFr353SlG0bB5QjVnPjNmuQvNYokePzcLzePS9nzObw597WSQCx2jrXhaggAAEItDiB5ohVvy3b/14oeImxMWPGWHhQVVJ7Cbx77rknqpla6D4JxOOPP950YJFknOqtnnzyyXllAPw4kpb//Oc/nXjN2m84N42nv+sbZGXF6pKoPemkk6LDp/RavG//90J8PJf4/OP3aA7PPvusTZgwIcqcjcfVvXt3GzJkSF5czX24JHb1vPgathpH85cUDbfuS3pKvqqsQNY1Oeqoo5ykvu666/LKAPi4Jbx32GEHN14pz15z5839EIAABCAAAQi0bQJrSqx6avoeSt+DtuSl75mSSjyVE0NBseokqNlzH/S3cbHt8g1jpYvRRCGpw7FcWQCJ0FCYFhKrGie2rb+xj4Zs0oRZ+zFi2/yjEgKI1XIelXZ1D2K1XS03k4UABCCQTqA5YhWuEIAABCAAAQhAAAIQqHUCa1qsis+HH35oL7/8ss2dO3eN4urVq5ftuuuuttlmm1VsnKI1ViOxGstYzYmgeMZqXgZrkYzX9Ak2SNaZ59ab6rjGM1ZT78urqzrTzqtXKQAyViv2MLWhjhCrbWgxmQoEIACB5hBArDaHHvdCAAIQgAAEIAABCNQ6gZYQq56RDrbS4aGVFqwSqipVVe4BVcXWsCHz02efNrWO6os2ZqxaUIs0N9M1m1gd/Lo/WMrXYC1eCqBB/H7Tnqu/yNyG/6AGqhOrYR3XaBv/R9b/6t724x2bygTk9FNijdWwpAGlAIo9TW3jfcRq21hHZgEBCECg2QQQq81GSAcQgAAEIAABCEAAAjVMoCXFqsc0b948e++991yt+iVLlpRFr2vXrtavXz/TOQI9e/Ysq49SbmoQjw/Gbglka05tVDM7okmS5m7rb+giv8Zq7nb+y55vlJ+mfvrbbXmZo3HB2/T3wyLBGysRYGbRdv9GyXpxdFswl7zs1R9bOPOm/vPngVgt5amq3baI1dpdOyKHAAQgUFECiNWK4qQzCEAAAhCAAAQgAIEaI1ANsRoi0iFXH3/8sTvsauHChU60Ll++3FauXOmadezY0Tp37mwSqapxr8OoNt1002YfSlVjy0S4EGhVBBCrrWo5CAYCEIBA9QggVqvHnpEhAAEIQAACEIAABKpPoNpitfoEiAACECiVAGK1VGK0hwAEIAABCEAAAhCAAAQgAAEIQKDNEUCstrklZUIQWOMEEKtrHDEDQAACEIAABCAAAQhAAAIQgAAEINDaCSBWW/sKER8EWh8BxGrrWxMiggAEIAABCEAAAhCAAAQgAAEIQKCFCSBWWxg4w0GgDRBArLaBRWQKEIAABCAAAQhAAAIQgAAEIAABCEAAAhCAQMsSQKy2LG9GgwAEIAABCEAAAhCAAAQgAAEIQAACEIAABNoAAcRqG1hEpgABCEAAAhCAAAQgAAEIQAACEIAABCAAAQi0LAHEasvyZjQIQAACEIAABCAAAQhAAAIQgAAEIAABCECgDRBArLaBRWQKEIAABCAAAQhAAAIQgAAEIAABCEAAAhCAQMsSqFs28Uf1LTsko0EAAhCAAAQgAAEItDkCdWYWfVepvxS4iryde2fxxnXFm5hZpkZNQ6c21yQ7lBpiQ/scRhV6AqI4C89PjLJ/0x+bX1qoWZFmbZf1odFEsvaZ2C755mzPUTzIrIEUWW/XTYa+MjRx/ZTAqKR5l/0M68aU4DPNKRuekj9VJU2+2BpmnUhjPwVZBn1l7baEZz0rp9wuK/R1PeuzXjRI/5DXZfroFO0u9gW6tK+ZGb8uZF3LqLuSb0iYZsK/WcVh5Leo2GelEnPK+PWynHmWdY/+zcz+L2zyEK2JS1uLpYR/EMtaf7O6RVc0+wkoc2hugwAEIAABCEAAAhBoMwRK+T68lLYZAJX0/72sY2dtV8r/70rpM8O8XZOMfdZl/X9f1nYaO1PbujwPnXVque2CiWb1BKntEsRxvZljVOzK6zPjAhTr1z3EGfrK0CTqJ1Nbs8Kfn1gnGftMsDLpD0zWPqN2RR68rP2JeOYPRrEFVGdrZWgUNEmNM/aQZZ1PXjv1kxJTxj6rLlaLxtn4uSnaLsvSxGab6etb2mOdElDWPqNwKzKx/B8GZsERb9OhFcVSyj9+BedaqTnpc9aWxGol5pP5m4QiT2OWf5iLPdBZv2ko1k/6+3Wfj2v2E1D+6NwJAQhAAAIQgAAEIFD7BEqRTZm/v/UNC//Hp77erEPR77sb+8o6dsF2MVnRrD6z3pzyiES3F+4nG6PG/xd2KCBjwjAyhV5vVt+hAmI1Nlimsf184uyS51caI99n1kCKfMSjwYv8Jz/TcKU964XnXSb3vOmmfJYzzaexs4zPuvufbdGvBw191tfXW4fiXzyyfX12IEsQq0W/xjROIut8EtulfJYz9pnbrMhNGftsWJ8MjTM0aRBZHczqK/HDm9hsM/27UuhrTPIPb7I+m41PaPaHueBTmvFreqE+Mn+BLPZxqUAsUTp+c6Vopoes2IQaH4ISPvuJPVYyloxfAFNnVok1cl9hK/D8VqKPSsVS+FGoq78GsZrh00ITCEAAAhCAAAQgAIFCBEr5P04pbbNQL6W/rBlDBf9vErxZyvf9iXGWEnwCjOj2Iv1kHca1y5itkqnPDmZ1gtTcq8zyC3nrXeA/jWU9G5kgeJNntjqFhUsbzfAf4qLDBQ9k0baNa1KwXezNrH3mLXdjZmH89VL6y/qsZ11HxVKpLDyHPePnpuj/82MTyMoosV2BjNX6VWa2uoQPZoW+xpQkVot97Wh8rrIyKjjbMp/1xLFTHsKS48zwNaHoClZIlJW0NaRQUJWYUykf8mKxFHvGigJOzwzPcmvUpuSHI6X3SvTTnDVabbZ6WZZ/XDLSqcR83Bf7CmQVp4dct/MZW1biScoIhWYQgAAEIAABCEAAAhDISqBS31BnHS9o12JDt8xAmUfJ2lD/g8jatgz8+bdUarDkwEuaTjmhqNTAOmvZOj27WH2aXG1ZoE2Iy5lPRda03E4qF3DFXFFJD1C58y7nvjRWq+zLTpvb6o49SpSr2WPwI3++uoN7slfW19myVfpzdv2w2jrYClu7hT4Z2ePKTqHclpV7xhsiaE1zK5cJ97V2AvX1q61jhy621sanB3K1tUfdvPjW69jBOunnxzZ6Rz5lzWPJ3RCAAAQgAAEIQAACEIBAzRCown9/NGSnjrb25t2sflUVxq+ZtanhQFvlsiYHVVe/yr7q8g2ztXuamTJXW+vVKqG2VljEBYEqE1hta9V1sS69LrT61UuqHEvLDK8qGe7nah1P3oGvVi3DnFEgAAEIQAACEIAABCAAgXZIwNXz7NTROvXpll4OoB1yYcpVIlC/0lasu5WtWnsTqyupHECV4mVYCECg1ROor19la3dYz7psen67Eat+URCrrf7xJEAIQAACEIAABCAAAQhAoJYJIFZrefXaYOyI1Ta4qEwJAtUlgFitLn9GhwAEIAABCEAAAhCAAAQg0GYJIFbb7NLW5sQQq7W5bkQNgVZMALHaiheH0CAAAQhAAAIQgAAEIAABCNQyAcRqLa9eG4wdsdoGF5UpQaC6BBCr1eXP6BCAAAQgAAEIQAACEIAABNosAcRqm13a2pwYYrU2142oIdCKCSBWW/HiEBoEIAABCEAAAhCAAAQgAIFaJoBYreXVa4OxI1bb4KIyJQhUlwBitbr8GR0CEIAABCAAAQhAAAIQgECbJYBYbbNLW5sTQ6zW5roRNQRaMQHEaiteHEKDAAQgAAEIQAACEIAABCBQywQQq7W8em0wdsRqG1xUpgSB6hJArFaXP6NDAAIQgAAEIAABCEAAAhBoswQQq212aWtzYojV2lw3ooZAKyaAWG3Fi0NoEIAABCAAAQhAAAIQgAAEapkAYrWWV68Nxo5YbYOLypQgUF0CiNXq8md0CEAAAhCAAAQgAAEIQAACbZYAYrXNLm1tTgyxWpvrRtQQaMUEEKuteHEIDQIQgAAEIAABCEAAAhCAQC0TQKzW8uq1wdgRq21wUZkSBKpLALFaXf6MDgEIQAACEIAABCAAAQhAoM0SQKy22aWtzYkhVmtz3YgaAq2YAGK1FS8OoUEAAhCAAAQgAAEIQAACEKhlAojVWl69Nhg7YrUNLipTgkB1CbRrsfrpp5/WVxc/o0MAAhCAAAQgAAEIQAACEIAABCAAAQhAAAIQqC0CdYjV2lowooUABCAAAQhAAAIQgAAEIAABCEAAAhCAAASqTwCxWv01IAIIQAACEIAABCAAAQhAAAIQgAAEIAABCECgxgggVmtswQgXAhCAAAQgAAEIQAACEIAABCAAAQhAAAIQqD4BxGr114AIIAABCEAAAhCAAAQgAAEIQAACEIAABCAAgRojgFitsQUjXAhAAAIQgAAEIAABCEAAAhCAAAQgAAEIQKD6BBCr1V8DIoAABCAAAQhAAAIQgAAEIAABCEAAAhCAAARqjABitcYWjHAhAAEIQAACEIAABCAAAQhAAAIQgAAEIACB6hNArFZ/DYgAAhCAAAQgAAEIQAACEIAABCAAAQhAAAIQqDECiNUaWzDChQAEIAABCEAAAhCAAAQgAAEIQAACEIAABKpPoCJidfnqz+2L+kX25eplVm/11Z8VEUAAAhCAAAQgAAEIQAACEIAABCAAAQhAAAIQCAjUWZ2t06GLrVu3gXXusH6z2TRbrC5ePc/eWzDLrnniIXvy7Wn2xVcrmh0UHUAAAhCAAAQgAAEIQAACEIAABCAAAQhAAAIQqCSBddfuZEO3HWRnffdQ23KjftatQ89mdd8ssapM1bcXvG2HXn8RQrVZy8DNEIAABCAAAQhAAAIQgAAEIAABCEAAAhCAQEsQkGB9+MzLbZuNtmlW5mqzxOpnqz6ws++5ySa9/mxLzJkxIAABCEAAAhCAAAQgAAEIQAACEIAABCAAAQg0m8D3B+5tVx91ivVYa/Oy+2qWWP34q3ds0KWnk61aNn5uhAAEIAABCEAAAhCAAAQgAAEIQAACEIAABFqagLJWX7rkt7bp2luXPXSzxOrcr962gWNOLntwboQABCAAAQhAAAIQgAAEIAABCEAAAhCAAAQgUA0C08feYr3W3qbsoRGrZaPjRghAAAIQgAAEIAABCEAAAhCAAAQgAAEIQKBWCSBWa3XliBsCEIAABCAAAQhAAAIQgAAEIAABCEAAAhCoGoGqidXVq1fbvFUzKAVQtaVnYAhAAAIQgAAEIAABCEAAAhCAAAQgAAEIQKBcAhKrPdcaYB06dCiri7JLAXz11Ve2wN5DrJaFnZsgAAEIQAACEIAABCAAAQhAAAIQgAAEIACBahKQWN3ItrS11167rDDKEqv19fW2fPlyW9RxNmK1LOzcBAEIQAACEIAABCAAAQhAAAIQgAAEIAABCFSTgMTqBiv7WufOna2urq7kUMoWq0uXLrUlnf69BsVqHzvnuJNt+e2/sP8qeVrcAAEIQAACEIAABCAAAQhAAAIQgAAEIAABCEAgnYDEatcVX7P11luvLYnVPnbOuffZVZu/aeefM9qu4QmAAAQgAAEIQAACEIAABCAAAQhAAAIQgAAEIFBBAlUTq0uWLLGlneesgYzVRqm6dTezZS8iViv4sNAVBCAAAQhAAAIQgAAEIAABCEAAAhCAAAQg0EBAYnW95X2sa9euLZuxumbEaiBVNTvEKs85BCAAAQhAAAIQgAAEIAABCEAAAhCAAAQgsAYItCGxGpOqiNU18LjQJQQgAAEIQAACEIAABCAAAQhAAAIQgAAEICACbUSsJkjVYH2Xr1hh9tUnNmvu/9nfXrvdrn7iRZvF+kMAAhCAAAQgAAEIQAACEIAABCAAAQhAAAIQKJNAGxCrhaVqEpflC160/7pntJ0/vUxq3AYBCEAAAhCAAAQgAAEIQAACEIAABCAAAQi0awI1LlZLl6rRan81xx6670Q78qk57foBYPIQgAAEIAABCEAAAhCAAAQgAAEIQAACEIBA6QRqXKya2cBf2esnH2bbrF365G3Fa3bFZSPtknnp997yq9ft+F4J78cOxnLt7EFb+xe/KCMQboEABCAAAQhAAAIQgAAEIAABCEAAAhCAAARqiUDti1XRboZcnfvPX9jmNzyYumZOmK7/op1/zmi7Jmp1nD1xzXn2HWt6vbWJ1dYWTy19KIgVAhCAAAQgAAEIQAACEIAABCAAAQhAAALFCLQNsZomV5e9Ztf84TFbvtXO1q/LRrbL17ezbXp0y2USyzyNA0sWq2ZprxcD3lLvI1ZbijTjQAACEIAABCAAAQhAAAIQgAAEIAABCLRHAm1HrCbJ1QRp2m/38+yWEUfbd3p0alzvOfa/Yw6wY1PKAWQVq3GRec65z9lVW4cS9/9swv93qJ2sUfe/1eYfsZ298tybtsvgb1n3xkjefm5H2/H2pscwrwxBMJ/09xqzabs09hPdE3tdbwf9uXg3f9MmfLCdHb91N4vH0h4/HMwZAhD2Yjq5AAAgAElEQVSAAAQgAAEIQAACEIAABCAAAQhAAAJpBNqWWI3L1bRs1J4/skfO/bkN76EbFtvf7hts3/tLMqJEserE6LdsbiBCQ7HaIFUt6DdWOqDx/u5hfMc9bF8N3iS6p0GcBjLWfmWv//dhts3cB+38Rd+1q7ae3yRqrbH/z5tqvMZFb34Ga0N/vd4ZZ5tcfbt5Ebyw8e98ZCAAAQhAAAIQgAAEIAABCEAAAhCAAAQgAIF0Am1PrIZy9at4bdQAxOCb7IPj9rZeNsceuvYAO/KtAmK1xMOrGiRlKD6tQVxu/mZDrdYEMRtlsTZK3iSh6+WoE6u+r8awXf8b/Dk6PCtLKYB8GZwbMx8cCEAAAhCAAAQgAAEIQAACEIAABCAAAQhAIJlA2xSrXq4e08fGXxgeOhVCaMzy7PyWXfPTI+38lCekYCmAIKM0X1LGarmqf5+h6ksBhJmysdfytvr7+OY2ZKXmlBpofM32P87O+cvt7pCtZLHamPUazjXsLyZr+dBAAAIQgAAEIAABCEAAAhCAAAQgAAEIQAAC7U2sar49+1i/eXNsVuLcm7bPf+MXv0hpU+CQqljWaUnZn1nF6voFMm5zHLHKCHzdzAvWPLHaJFTDrf55MSNW+ToBAQhAAAIQgAAEIAABCEAAAhCAAAQgAIFMBNpuxmrR6TeI1R4vHmC73zMntXVaxmrD1v2mOqvFxGpOBmlZYrUh3l0+eNJe2Xxf2+WDhtqo0eVqtFpUdzV/vNyasLoPsVr0IaEBBCAAAQhAAAIQgAAEIAABCEAAAhCAAAQSCbRfsdrzSvvXzzaym1TztMDDkSpWncj8ur3deIBVUikA/15cwsbrqbrhE0sBBAdrRYdb/bfZ98+z71huNmv8sKsksWrBwVRRKQFKAfClAQIQgAAEIAABCEAAAhCAAAQgAAEIQAACJRNot2K133H32n3LzrHd70vPVhXN1FqnZpFUjdpZQ/1TXTk1UGNts4jV/LEDyWoJtVItfN/MGsVvbl3Xb1n3xkfElQRYcFhUQiDpQKySnyZugAAEIAABCEAAAhCAAAQgAAEIQAACEIBAOyHQTsXqt+xnh2xj//vI7am1VdvJ+jNNCEAAAhCAAAQgAAEIQAACEIAABCAAAQhAoAwC7VOsFjzUqgyK3AIBCEAAAhCAAAQgAAEIQAACEIAABCAAAQi0KwLtU6y2qyVmshCAAAQgAAEIQAACEIAABCAAAQhAAAIQgEClCSBWK02U/iAAAQhAAAIQgAAEIAABCEAAAhCAAAQgAIE2TwCx2uaXmAlCAAIQgAAEIAABCEAAAhCAAAQgAAEIQAAClSaAWK00UfqDAAQgAAEIQAACEIAABCAAAQhAAAIQgAAE2jwBxGqbX2ImCAEIQAACEIAABCAAAQhAAAIQgAAEIAABCFSaAGK10kTpDwIQgAAEIAABCEAAAhCAAAQgAAEIQAACEGjzBBCrbX6JmSAEIAABCEAAAhCAAAQgAAEIQAACEIAABCBQaQKI1UoTpT8IQAACEIAABCAAAQhAAAIQgAAEIAABCECgzRNArLb5JWaCEIAABCAAAQhAAAIQgAAEIAABCEAAAhCAQKUJIFYrTZT+IAABCEAAAhCAAAQgAAEIQAACEIAABCAAgTZPALHa5peYCUIAAhCAAAQgAAEIQAACEIAABCAAAQhAAAKVJlB1sVrpCdEfBCAAAQhAAAIQgAAEIAABCEAAAhCAAAQgAIGWILDe8j7WtWtXq6urK3m4uk8//bS+1Lvq6+ttyZIltrTzHNu25x6l3k57CEAAAhCAAAQgAAEIQAACEIAABCAAAQhAAAJVJfDWvOcNsVrVJWBw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WjOBRYs+t2XLvrDVq1dbXV2drbPOOrb++l3d71wQgAAE2iOBlatW2wuvzrI/PPYPm/fpEodg9x23sKO//037Wq/u7REJc4YABCAAAQhAAAIQgAAE2ikBxGo7XXimXZzAggWf2ooVX1rXrutZt25d7csvv7TPP19sq1attg037I5cLY6QFhCAQBsj8MlnS23MtY/Zq2/NyZtZx7U62E+P2cuOPHAX05+5IAABCEAAAhCAAAQgAAEItHUCiNW2vsLMrywCX3yx3BYuXBRJVd/JypUrbcGCz6xTp3Wse/cNyuqbmyAAAQjUIoGlX3xpv7x+kv395f9LDb9Dhzo7+7h97fADdra6ulqcJTFDAAIQgAAEIAABCEAAAhDITgCxmp0VLdsRAWWmLlu2zHr06G6dOnXKmflnny20lStX2SabbNSOiDBVCECgvRN47Mk37Nc3/9lWr663rl062bknfMf2/GZ/k3D9nwdftIl/e8O9t0XvHnb9mBG26cbd2jsy5g8BCEAAAhCAAAQgAAEItHECiNU2vsBMrzwCS5YstSVLlris1M6dO+d0Mn/+AltrrQ624YY9yuucuyAAAQjUGIGvvlplv/zt4zbl+RmmrNSxZx1oQ/cYEM3iy69W2tgbn7C/PPeOe+3ycw+yod/+Ro3NknAhAAEIQAACEIAABCAAAQiURgCxWhovWrcTAtry/8knn9o666ydI1CXLl3m6qyq5qpqr3JBAAIQqFUCq+vr7fMly12WabFr2Rdf2tgbJ9v0dz60PptuYL+95HDrtcn6Obf96ak3XRtdp/xoTzt46A7FunXvd1qno623LgcCZoJFIwhAAAIQgAAEIAABCECgVRFArLaq5SCY1kTgk08WuHA23rhpy7/E6uLFS6xHjw3ySgS0ptiJBQIQgEAagfp6sykvzLD/vPWvtmjx8pJBbbpRN7vhksNt897dc+69d9Irds2EJ0vuTzfsst3X7KKfftf6bJrbZ1mdcRMEIAABCEAAAhCAAAQgAIEWIoBYbSHQDFN7BD7+eL7LWFWdVX8tX77CFi1aZN26dbMuXdatvUkRMQQg0O4JvPLmv+3cKx6y5StWls3ipKMG208OG2QdGk+omrdgiZ135R/tX7Pml93n1v172rgLf2Ab92A3QNkQuRECEIAABCAAAQhAAAIQaFECiNUWxc1grY2AtvxPnDjRpk6daqtWrYrC22yzzWy//fa3GTNm2IsvvhC93r17dxs+/Pv27rv/sqlTX8qZzkYbbWQjR4603r17t7ZpEg8EIACBiMDVE/5m9016tVlEVGd1r12/bsP23tYWL11u/zvxHzZ7zqfN6lM3U5u12QjpAAIQgAAEIAABCEAAAhBoQQKI1RaEzVCtj8CTTz5p99xzj9Vrb2xw7bDDjk6s/u1vf7Xp06fnvPeTn5xg8+fPs8cem5g3ob59+9rZZ59tXbp0aX2TJSIIQKDdE1iybIX9x5UP26tvzWmVLEYdurud+uO9WmVsBAUBCEAAAhCAAAQgAAEIQCBOALHKM9GqCfz9+X/aM8++vsZiXPjpLFu4YFZe//vsM8QGDtzJJk581GbNmpnz/mGHHW7rrtvZfv/7u/Lu69ixs/XefBdbq2OnNRLzYYfsZVsP2HyN9E2nEIBA7RDQj4I+nDvfPviotK338z9dZjf971T7f+zdB5RdV30v/t/0rlHv1UWWJRe5gbuxZWyMg21MEgwYAgZCTPIoCYQQHiSBhPeSvEeAPwQILaGaEhsDNhj72WBbprjKuKhZkiWr19FoevuvcyWN5mqk0Zw7RVM+Zy0tYs0+++z92T/fLH9n33327E1/tupg6Cw6eVK85fozo7iooNePKywsiPnzZsYYLxTstZmGBAgQIECAAAECBAj0j4BgtX8c9TJAAvc98GTce//jA9R7RGPdpmis675z65prXh2zZ8+JL33pC92e/cpXXhWzZs2Kr33tq91+ll9QHJXjTo38/IF5w/XNNy2J0xfNGzAPHRMgMPQFWlvb4o5fPBRPL3+h2277Y41+x57WWLai4VjNjtvPy0ry4+xTy6K0JD/VGJJw9ZrLXh4vX7ww1X0aEyBAgAABAgQIECBAoC8CgtW+6Ll3wAWOV7D6+tffFMXFJfHNb/5XtzleeOFFmd2sP/7xj2LTpk1ZPxesDnhJeACBUS/w5HOr4o57Hor29vbUFms3Nseal5pS3zdYN+TnR5y1oDzGVvV+x+rBsY0dUxVvf/2rY9yYqsEarucQIECAAAECBAgQIDDKBQSro7wAhvr0DwarZ501Jy6+cGFMnTQl8vPS7WTqaY533XVX5uVVh1/veMefxrZt2zLh6eHXwoUL4/LLl2TOX33uueeyfjx+/Pj44Ac/GMlLrvp61Tc2xif+13eyurFjta+q7icw/AXuvHdpPPr086kn0tbeEc+sbowdu1tT3zuYN5wytzRmTilK/cj8/IJ4y2uvipPmzkh9rxsIECBAgAABAgQIECCQi4BgNRc19wyawMFg9ZQF0+Kaq86OKRP7N1hNQtWf/OQnWfOZPn163HDDjfH888/FAw/c322uyc+vu+6GePrpZfHII0u7Basf+tCH+iVYbWhqjL//x+xzXAWrg1Z6HkRgyAp8+Xv3xosvvZg1vrkzp8YNr7wkqiqP/uK8rTtq4/2fvCM2bds7ZOeWDOzqixfEX7/ziigoOPov0dZu2Bzf+tEvsubR0ZEX1115Wbx88UlDen4GR4AAAQIECBAgQIDAyBEQrI6ctRyRMzkYrJ48f0pc+6pzByVYTXakXnnlVfHgg7+Kp5568oiut9zy9tiwYUPce2/2f9gnO1YFqyOyFE2KwJAR+NTX7opduzdnjeeE2dPjD6+5rMcXOD31/MZ47z/eHs0tQ3vH6qknTolPf+TGGFNZelTzF9Zviq//4O6sn7d35MUrL74wLj//1CGzVgZCgAABAgQIECBAgMDIFhCsjuz1HfazG8hgtbGxMe6999548MEHs5wWLTotFi8+K5YufSjWrVt3RMPXvOb6aGhoiPvuyw5Wq6ur45Zbbolp06ZFXl5en/wbm5ric1/6UWzfXtvZjx2rfSJ1M4ERIXCkYPX8sxZlXt7U0y7P2+56Ij7zX78a8gZjq8risx97XZw8Z9JRx1pb1xD//MVvC1aH/GoaIAECBAgQIECAAIGRLSBYHdnrO+xnN1DBalNTUzz88MOxb9++fjcqKCiIxYsXx8yZM/vUd2NzU3zpaz+NTRt3C1b7JOlmAiNLIJdgtaW1LT77jQfjd09nHyEwVGXe/9ZXxPmL5wpWh+oCGRcBAgQIECBAgAABAhkBwapCGNICAxWsJpPevHlz1NTU9Pv8i4uLY/bs2VFYWNinvnMPVjuipXZnFJRURH5xWZ/G4GYCBIaeQC7B6tCbRd9GZMdq3/zcTYAAAQIECBAgQIBA/wgIVvvHUS8DJDCQweoADbnfus0pWO1oi5d+/L7YseL5KCybFLOv/csYc8J5/TYmHREgcPwFBKsRgtXjX4dGQIAAAQIECBAgQICAHatqYIgLHAxWTzppSlx7zbkxddKUyM87+puih/h0Ug0vl2B17wu/iy0/f18UF+2MutpJ0dI6Jia/7HUx7bK3Rl5+Qarna0yAwNAUEKwKVodmZRoVAQIECBAgQIAAgdEnYMfq6FvzYTXjg8Hq9Bnj4sbrz48ZU6cdMVhtW7Mu6r/zwyjs6IjSi18eeRe8LKL0wBul29uj48llEU8+HVFVGXmXXhQxbeqQd0gbrDbXbI1V3/5AJP9bVNQQlVXborm5PPbsnRSTL3lXzL30dUN+zgZIgMCxBQSrgtVjV4kWBAgQIECAAAECBAgMhoBgdTCUPSNngd4Eq/XfuC1qbr87KkoKo7LkwLmm06dF/l/+RcTY6uj48n9Fx28fPTSG/PzIu/G6yHvNNRF5eanG1tER8bP/93gsWjA75sw8+hurU3V6lMZNzU3xH1//abz00rFfXtXe2hzrfvRPUbPq15295eW3RWXV1mhqbY+ShX8VJ1359v4Ylj4IEDjOAoJVwepxLkGPJ0CAAAECBAgQIEDggIBgVSkMaYFjBastD/0mdn7qC1GYFzGuoiQrJ8274rKIqVOi47s/iEgS0a5XYWHk3fr2yDvvnFTz376jJv72k9+OC86dH297w5Vpc9lUz2pqaY5v3nZPrFq5tfO+m29aEqcvmtetn+2P3hEb7/+P6Ghvy/rZhu35MX1eccyYvDvGX/apKJnqvNVUi6AxgSEo0Ntg9ZmVa+Obd9yT0wze/Nqr47T53T9rcupsAG5yxuoAoOqSAAECBAgQIECAAIHUAoLV1GRuGEyBHoPV9vbY876/jfoXN0ZVaVFmx2rWVV0dUVkesXHzkYd88kmR/4H3RJQdODKgFxN75NHlcftdv4mC/Pz4wLuvj0kTq3txV25Nehus1q57Mtbe/g/R1lSf9aDd+/Ji/Z5xccM7rojWnU/ExCX/HjFKzqfNTdxdBIaHQG+D1SeeWRlf+M6dOU3q1jdeH2efNj9zb0trazS3tObUz8GbiosKo6jwsM/oPvQoWO0DnlsJECBAgAABAgQIEOg3AcFqv1HqaCAEegpW2zdviR3v/Ui0NjXHuIriKCk87OVMBQURyZ/m5iMPraoq8v/mLyNmzejV0JNg4VNf+HFcs+TseHzZ6pgxbUJcfflZnfc+v/KlqCgvidkHjgjYun1P1NU3xQlzpvSq/8Mb9SZYba3fE6tv+9to2Lo66/aWtojnXyqPq972h1G462cx7pJ/jsLKmTmNw00ECAwtgVyC1fLSkigtKe5xIs2trbGvriHT5j1Lzon50yZGycIzoqa2LvbW1UfH4Tv/e8mSl5cXYyrKo7qqopd3HLuZYPXYRloQIECAAAECBAgQIDDwAoLVgTf2hD4I9BSsJi+s2vHBv4/2tvYYX1EcRQX5WU9aOyE/6oojTtvcfuQRlJdF/gffF3Fi777uumrN5vju7Q/GB/78hlizbmv89N7H4i9vvS6SnVjbd+6Nf/jX78WEcZXxoffcGMmRAf/7s7dHWVlx/P0Hb4oxVeWpFY4drHbE+rs/FTuXZX/VN8k+nnmxKBZcemXMm/T7qDjhuig/6YbUz3cDAQJDUyCXYPW6Ky+K11xxYY8TSna4fuk7P4oL6rfEKxs3R9HESTHhr/4u9hWWClaHZikYFQECBAgQIECAAAECx1lAsHqcF8DjexY4GKwWFRXEO265MmbPmBH5B77O3rZufez4wN9Fe2trjK8oyQSrjWUdsezcxpi8vji+cnp57KzIi7/+RWOszWuKM/YVxaTmLuFrl2B1+aqN8Zkv/zTa2rLPKO06un37GuNPbro8s0u1vqEp/s/nfxRvuPHSOGnetPiv790fpSVF0djUEg2NzZHsXn3DjZfEM8vXx4O/fjbKSnveKXbwOVdeemb88fUXZf7xWMHq9sd/HBvv+2J0tGd/RXfTzvxoqZgbl1xeHoUVU6L6vA8pMwIERpDAQAWrTz32VOz6+ufjlKbd0VFeGZPe9b4oWbTYUQAjqHZMhQABAgQIECBAgACB/hUQrPavp976WeBgsJp0+2d/elXMmTmzM1jtaG6O3X/2gWjcuTuqy4qjrLgg9lW1x/ffUhury4tj9a5x0ZqXF00ba6J5S218emV1LKrrcsbftKmR/5EPRoypita29qira+zxq67J11krKkqj8MDO2HseeDI2bt4ZF5y7IL75g1/G37znxszs//5fb4tXXHR6vOaq86K1tS3q6ht7rVJaWpwJaI8VrDZsXxsv3Pa30bJvZ1bfdY15sWpHcq7qq6Jtx9KY8IrPRF5R+t2yvR6whgQIDLrAQASrLS+uic2f+5co3L0jXiyqirK3/nksfvm5gz633j7QUQC9ldKOAAECBAgQIECAAIGBFBCsDqSuvvss0FOwmnTe+IM7Y/e3f5g5X7VgYUO8dMGWePCE6nixuTpW7hkX7R15Ubu5Jjo21MSfrC6IKxsrY2p7ceRFRN4fvCry/nh/GJrLtWnLrszX/ZNzB5NdppecvzCXbo56T3NLc/zwx7+MZU+t72xz801LYuEJE2P1bX8T9VtWZd2bnKv61JrSWPKGV0Vl3c9i3EX/GMWTzuzXMemMAIHjL5BLsHrjJefEy9c9EWXnnB9lL7v40CTa26PuwXtj7/e/ER0tLfFQ2dT4VcWMeMebXtv58qrjP+PuIxCsDsVVMSYCBAgQIECAAAECo09AsDr61nxYzfhYwWpHY2Ps+auPRuPGrbH3rWtjxwWbYlPLpFjbMCOe3j4pausLYseqbbFn086o310bb2+eHB9qnB4F06dH/of/KqJ6TM4ebW3t8bmv3p356v/Bs1Zz7uwINybB6p0/eygee3Rtl2D1ihi/+Rex7bE7Ig57kcyqTQUx+5xXxInTlkfZnKuicsEb+nM4+iJAYIgI5BKsvnHxvDj1kbsyMxj/P/4mik88Jdob6qPmG1+Khsceifzyith1+fXx6d+tjo6IuPWN1wtWh8h6GwYBAgQIECBAgAABAkNXQLA6dNfGyCLiWMFqgtS+Y0fsev9Ho62gJnbcsjp2L9gZzR2FsWLL3PjtgxXxyOpN0dLWFje2jI+/a5wZleMmRf57b42YN6fPxntr6zN95PJyqmM9/EjB6psuGx8dT3492lubsm5PzlXdmz8zrrpuauS1N8b4S/4l4sBZtMd6jp8TIDC8BHIJVpOXV11Z2R57vvb5yCsrj6obboq6X/wkWrduiqLZ82LcrX8VT2/dG1/4zp0ZDMHq8KoJoyVAgAABAgQIECBA4PgICFaPj7un9lKgN8Fq13C1uLkp4qT6yG8piPItFZmntEZH1Oe1R1VHQeRNmhj57/vziFkzejmC49fs8GC1ta0jWtvz44/mroyKPU917litb8qLZzdWxGvfeXW0b/lZTLzyS1FQPuX4DdyTCRAYUIFcg9XXXH5B1N7131F75/f2f34k50a/4uoY80dvjrziknjimZWC1QFdOZ0TIECAAAECBAgQIDDSBASrI21FR9h8ugar7/rTq2Jul5dXHT7Vjpq9sefDn4iS3bujtCi/u8QpJ0f+u98ZMW7ssFA6PFh9aWtdrH6pNjraO+Kdl5fEy4p+Ey0N+2LZutK47I+vj6qGn8bYl/1tlEw9b1jMzyAJEMhNIOdg9YoLo6O1NWq+8YVofPLRGPOGt0f5BZdmAtbkOlqw2tLaGs0trbkNtp/uKiosiOKi/S/2Sy5nrPYTrG4IECBAgAABAgQIEOiTgGC1T3xuHmiBrsHqLW+9Ik4+YW7k9/QV97a2aPjP70Y8/OsoaWvZP7zi4sh7zTWRd+3VEYWFAz3kfuu/a7C6s6Ypnlm9O9rak9MP91+nzyuNi8Y9HzMnTIizF22NkinnxJiz3ttvz9cRAQJDU6AvwWoyo47GhmhvaoyC6nFZEzxasFpTWxd76+ozL+o7XldleVmMr67qfLxg9XithOcSIECAAAECBAgQINBVQLCqHoa0QOpg9cBs2tetj7Y7747C9tbIe/MbIiZOGNLzPNLgDgarS5eujmWrdse++gNB8YHGjTCVdKsAACAASURBVGM64tXXnhkfPm11tO56LiZe+WXnqg67VTZgAukFcglWy0tLorSkuMeHNbe2xr66hkybrmesClbTr5E7CBAgQIAAAQIECBAYHQKC1dGxzsN2lrkGq8N2wl0GngSrP3/gN/GVb/wuNu/YH3YcvBqL2mLeOdXx5Us3ROxdGROu/GIUVs4cCdM2BwIEjiGQS7CaFrVrsOoogLR62hMgQIAAAQIECBAgMFoEBKujZaWH6TxHc7Da1Nwc//Tp2+PnD6zKvGfm4NWe3xEdJ5bEd/765jixqjEKx8yOvPxDZw8O06U2bAIEeinQ22D1mZVr45t33NPLXrObvfm1V8dp8+fldO9g3OQogMFQ9gwCBAgQIECAAAECBI4lIFg9lpCfH1eB0RysPrNiQ7znI9+N2n1NWWvQMDXiw299VbzpFV5SdVyL08MJHCeB3garx2l4g/JYweqgMHsIAQIECBAgQIAAAQLHEBCsKpEhLTBag9U9e+vjvf/zO/Hcys1Z67OvojUuv+LU+Py7Xx95B97kPaQX0OAIEOh3AcFqhGC138tKhwQIECBAgAABAgQI5CAgWM0BzS2DJ9A1WH3TGy6N0049KfLz8rMGsHrt5ti5u7ZPgyosKIgFJ8+IivLSPvXTHze3trbHZ75yb9z2o99ldddS0B7lp1bEXX//7hhXWd4fj9IHAQLDUECwKlgdhmVryAQIECBAgAABAgRGpIBgdUQu68iZVNdg9Q03XRJnLDy5W7D6ua/eHXff93ifJj2mqjw++ZGb44Q5U/rUT3/cfN9Dz8VH/tft0d5+6GDVjryInZOa419u/oP4o6te3h+P0QcBAsNUQLAqWB2mpWvYBAgQIECAAAECBEacgGB1xC3pyJpQb4LVBx7+faxcs6lPEy8pLoprX3luTJowpk/99PXmFS9sifd/7LbYvjN7B+6eMS0xf8qY+N9/9ro4fdHQfaFMX+fvfgIEji0gWBWsHrtKtCBAgAABAgQIECBAYDAEBKuDoewZOQv0JljNufMhdmNdfVN89F9+FA/9ZmXWyBpL2qJkSkEsmTItbr5piWB1iK2b4RAYbAHBqmB1sGvO8wgQIECAAAECBAgQOLKAYFVlDGmB0RKsdnRE/Pt/3h//+b2lWevRWtAR+ya1xqumzYjywgLB6pCuVoMjMDgCvQ1Wd9XUxqp1L+U0qJPnzozx1VU53TsYN3l51WAoewYBAgQIECBAgAABAscSEKweS8jPj6tArsFqc1tbrNq+MxZOmRx5eX2fQhJ8rti2I06cOD6KCrJfntX33iMe/u2q+PAn/zsam1o6u0vOVd03pT3OmTAuZpbvf1mVHav9oa0PAsNboLfB6hPPrIwvfOfOnCZ76xuvi7MXnhyR3/+fdzkN6LCbBKv9oagPAgQIECBAgAABAgT6KiBY7aug+wdUICtYff0lccai7i+v2rxlS9TV1R0KJCPituVrYv60KXH+xLHR0nIorOw62Pz8/Jg6dWqUl5V1m0NNTU3s2LkzOpJENSLuX/dSNLZ3xLsuuzCSnDZ55tH6zcvLi4kTJkR1dXWvbLZu3xvv/eh344V127LaN1S3xyXnz4kxu1o7/16w2itSjQiMaIGBDlbL21vjfVV1MW7alKh+y62xt6Ep9tbVd34epsVNPhPHVJRHdVVF2luP2l6w2m+UOiJAgAABAgQIECBAoA8CgtU+4Ll14AW6Bquve+0Fce7iUyMJRLtemzZtit21tbGjviGmVVbE/es2Rlt+frzrsouiZm9NtLW1HXGg+Xl5mfCzqKio28+379oVT7ywLuaOrYplW3fEyl174o2nL4iZM2ZEQUFB7Kk5er9J8FpVVRWlpaXHBDrauaoNxW0x+6zJ8f5Xnh333fOMYPWYkhoQGD0CuQSrV19yXlx50bk9Iv1+xZp44Pv/HX+0d1VUtzVH6eLzYuwtfxG1bSFYHT3lZaYECBAgQIAAAQIECKQQEKymwNJ08AV6G6zW1tXFD55fHdvqGmJyRVm87dwzY8b06TkPeNeePfHt3z4RD2/YFDPHVMYtZ54a5cXFMWPGjCguLs653643Jpthv//jR+NTX7on2tv374xNrvb8jogTS+JbH3xzbN+8Me766TLBar+I64TAyBDIJVi97sqL4jVXXHh0gPb2WPHNr0fpw/dkduU3XHRVnPKWWzJHAeyrb8j8OfQplc4x6a+yvCzzp78uO1b7S1I/BAgQIECAAAECBAj0RUCw2hc99w64QG+D1X11dZn/6H9hd03Mqa6KcVVVMWny5Ni+fXu0th76Kn0y4MLCwpg0aVIUFRYedfy79+yJHTt2xKbafTGxvCyK8vMz7ZNgNS8//4j9JjtpkyMAerNTNXnwE79/Md77P7+bda5q8vcN0yL+6Z3XxzXnLYinlz8fP/j+o4LVAa80DyAwfARyDVZfdcLkyB87PgrGjs+abPu+2tjzn/8ejcsei5r8ovhR1Qlx9VvfEmefNn/IoghWh+zSGBgBAgQIECBAgACBUSUgWB1Vyz38JpsmWO06u8qKipgyZcoRv7KffJV/bHV15iv9R7sOBqsHz1hN2h0MVo92FEBPRwsc/pxtO/bG+//ue7HyhS1ZP9pX0RqXX3FqfP7dr4+W1hbB6vArWSMmMOACuQSrbzp9Vpzy0I+jaO5JMf4vPhT55fvPO215cU3s/o9PR+vWTdE0d378f/sqoja/OG594/WC1QFfSQ8gQIAAAQIECBAgQGC4CwhWh/sKjvDx9yZYbW5uPuKu1L58ZT85l7WpqSlLN3kBS7IbNfnfvlytre3xf794T/zwp49lddNS2B7Tzp4Ut3/knVFWUhTNLc2C1b5Au5fACBXIJVi9/orz4+L1T0X9I7+K8gsvi+qb3xX1jzwQe7//jYj29qj8g9fF6lmL4t+/99OMmmB1hBaPaREgQIAAAQIECBAg0K8CgtV+5dRZfwv0Jljt72cOdH/3/eKR+Min788+VzWvI1rmFsY3P/CWOPPEmZkhCFYHeiX0T2B4CuQSrCZnrF57/pmx63P/HM2rns8cB9C2Z1cUjJsQY9/67ihZeEY88czK+MJ37hSsDs+yMGoCBAgQIECAAAECBI6DgGD1OKB7ZO8Fugar115zblx8/hmRnGU6XK+2htpY9d0PxbbWCfHJ+8pj597957/WjmuL9968JG699pLOqQlWh+sqGzeBgRXINVhNXl7Vtn1r7Py3T0Trti1RctpZMfatt3aeuSpYHdh10zsBAgQIECBAgAABAiNPQLA68tZ0RM2oa7B6zavOiUsvOHNYB6u1ax+PNf/9D9He0hgF1TPi66tOi/vW1sbFSxbE5//89ZGff+iYAcHqiCplkyHQbwJ9CVaTQbRu3xLNK5+PspdfEnldXuInWO23JdIRAQIECBAgQIAAAQKjRECwOkoWerhOc6QFqy/d94XY/ugdh5ajqDTuK18Sb77pbTF1/JisZUqC1WdXroif/ez3UVNTn/nZzTctidMXzRuuy2ncBAj0g0Bfg9WjDeFowWpNbV3srauPri/z6+s02to74r7frYunV2+PCdVl8YdXnBJjKoqP2m1leVmMr67q/HltXUP88xe/ndW+vSMvXnnxhXH5+af2dXjuJ0CAAAECBAgQIECAQK8EBKu9YtLoeAmMpGC1rbkhVn/nr6N+84r9nHl5MW7h5THrVe+NguKybsRJsLp8zap44IHlsWnj7szPBavHqxI9l8DQEcglWJ01bXLMnDqpx0nsqtkbK9ZsyLTp+vKqgQhW9+xriv+4Y1nsrdv/ksA3XHVqLDph4lHHJ1gdOvVnJAQIECBAgAABAgQIHBIQrKqGIS0wkoLVJFBdfduHo61xXxSUVsasq/4ixi26PElYj7gGgtUhXZoGR+C4CeQSrKYdbNdgdV99QyR/OtJ2cqB9zb6m2FPbGLOnVXd+2r3w0u74+k+ejpbW9kyrJefNjavOP7Qbf1dNQzQ0tcb0yVWZe8pLS6K6sqJzBHas5rgYbiNAgAABAgQIECBAoF8FBKv9yqmz/hYYScHqC+u2xAM//0VcUvVszL32fVEydlqPXILV/q4m/REYGQKDHaz2RW3b7rr41288HMn/nnnylHjLtWdFQX5efO/eZ+KRp9d3dj1tYlW87TVnxdxp4+Ke36yKnzy0Ito7OuKdN5wbF5w+q9sQBKt9WRX3EiBAgAABAgQIECDQXwKC1f6S1M+ACGQFq1efE5deODxfXrVj1974P/9+Z7zjTVfGSfN6DlQPQgpWB6SkdEpg2Av0NlgdChP94u2PxiPLDgWoSaja3hFHPa+1oCA/2tr272JNrknjKuKjb39FjK0qzZqOYHUorK4xECBAgAABAgQIECAgWFUDQ1qga7B6xeVnxitfcU7k5+dnjflzX7077r7v8T7NY0xVeXzyIzfHCXOm9Kmfo928acuuePGl7XH+OackR6v26hKs9opJIwKjTmA4Baur1u+M//vtpVHf2JK1TiXFJTFj2qyoKK+M5uam2LR1Y9Tu29ttLV/7ilPjhlcs7Pa5KVgddWVvwgQIECBAgAABAgSGpIBgdUgui0EdFBgpwWouKypYzUXNPQRGvsBwClY7OiJ+9Mvn4o5fPp9ZmLy8vDj91MUxa/qcKCgo6Fysjo6O2Ll7Rzz1zONR31CX+ftT5kyM97/xwigvLeq2qILVkV/nZkiAAAECBAgQIEBgOAgIVofDKo3iMfYmWB2pPEmw+sKGNfHwQ6ti9eqtmWnefNOSOH3RoRe8jNS5mxcBAkcXGE7BajKL3/x+Q3zpjscyX/FPQtW5s07IBKytrS3R2tqaCViLioozE95Tszt++8TSaGpuigvPnB3vvP6cSI4HOPwSrPo3hAABAgQIECBAgACBoSAgWB0Kq2AMRxUY7cHqmpfWxsMPr4xVKwWr/jUhQGC/wHAKVlvb2uNz3/9tPLF8U+ar/2cuPDsKCwvjhRdXxfJVz0Z52aSYOO7k6IimOPXkaVFUVBjrNqyJp597MirLi+Nv/uSSmD11rGBV8RMgQIAAAQIECBAgMCQFBKtDclkM6qCAYFWw6t8GAgSyBYZ6sJqEqT95aEUsferF2FFTH+3J26oi4uwzzouZ02ZnvvL/m8eXRlFhRUybfEbk5xdGREfk5zfEqfNnRl39vnjksYeioaE+c19VeUmcOm9SvOHq02NCdXnm7+xY9W8FAQIECBAgQIAAAQJDQUCwOhRWwRiOKtCbYHXv3r3R2NQUefUNESXF0VFQEGXNLVE5bWrm75Oz+4545eVFaUlJt5dhJW0bGxujtrY2Spf+JpoXLoi2cWOjaG9tVG/eGnkXnZ/5+VH7jYiSkpKs8wNzWeLkKAA7VnORcw+BkS3Q22C1paU16hoac8KoKCvN7B7N5dq9tyE+/pVfxs6a/cHoweuyC5ZE9ZixseKF52PF6udi/Nh5Ma56bufP29oaYsH8yZEXHfHost/Gjp3bsu7/H68/P85bOCPzd5s2b42lv3ssCvPzo6W1LdZv2xO7apvilRdfGJeff2ouw3YPAQIECBAgQIAAAQIEUgsIVlOTuWEwBboGq+edMz9ee93FUZCffd7epk2bYl9dXZRs2x6Vz6+M5vHjoqSiPCovvyw2b9kSLS3Zb6M+OP78/PyYOnVqlJeVdZvS7j17YseOHVG4a3dM/vl9seuCl8WE3z4aRW97S3RMmthjv8nZgRMnTIjq6uo+UQlW+8TnZgIjVqC3weoTz6yML3znzpwcbn3j9XH2afNzuvdoweqlF1wRY8eM6wxWx46ZHRPGnZg6WK2vr48nn3wy67O9vrElHl2xKS59+csEqzmtmpsIECBAgAABAgQIEMhFQLCai5p7Bk2ga7B69uKT4g9fe+lRg9VkUBMefCRKtm6N2je9PqbNmZPzOA8Gq8mu1LJ162P6D++MbTfdGBMuujCKi/e/ZGWgL8HqQAvrn8DwFBjsYHVffUMkf46y978bYlt7Rzz67KZ49LnNsXVXfWZHaXIdPApgd82u+M1jD0defklMn7w4CgqKMj8vLGyIU06akXUUQH5+XkysLo+zFkyL175iYZSXFsXWrVtjxYoV0d7e3vns5PiBp1ZviXPOPEuwOjzL2qgJECBAgAABAgQIDEsBweqwXLbRM+g0wWrV75+LjsKCaJkwPsa/sDaq3nRTREFBTlg97VgtmjE9pz7T3pQEq2s3ro3f/nZNPPvMxsztN9+0JE5fNC9tV9oTIDCCBHIJVs857ZQ4a9HJPSqs3bA5/t8jj2fadN2xWlNbF3vr6ns8/uRoHSch6/fvWx7PrtkR06fOjMWLkpdXFcXmrRtj2bNPRGFhZUwcPz+KizvilBOnRxKkrl3/QjyzfFmMH1MWH37bpTFlfGVW92vWrIn169dn/V1y4suKDTvilPmLBKsjqNZNhQABAgQIECBAgMBQFxCsDvUVGuXjSxOsdqWqrKiIiROP/JX9oqKimDZ1ao87Tw8Gq9WPPhH7Tj4xWqvHRFldXUzbWxft5593xKMAejpaIJdlTILVFzevi6ee2hCPPbpWsJoLonsIjECBXILV6668KF5zxYU9anQ9OqBrsLp3XxKsNkQc7bzqYxgvf3FXfPvnz0YSsp5+6uKYO+uESI5MSa7kc66osKjzn/fU7I7fPrE0mpqb4qwTxsS7/vjibse1PP3007Fr165uT924ozamzzwpK1hNzuBOdrc2NTXFnDlzYtasWSOwIkyJAAECBAgQIECAAIHjJSBYPV7yntsrgd4Eq8lZqPUNDVn9JeemJsFqrte+ffsiCVe7vqCqsLAwJk2aFEWFub3QJe1YBKtpxbQnMDoEBjtY7YtqksX+111Pxv2Prsl0kwSq8088NebNPjGKiw4dq9Le0R7btm/J7GJNQtXkmlBVGK8+e2ycctK8mD17djQ3N8fGjRsjOVf7SGdnN7e0RVFZdVx6wVmZ5yQ7W5O2B48MSH75lfQzd+6hF2b1ZW7uJUCAAAECBAgQIECAgGBVDQxpgd4Eq0N6An0YnGC1D3huJTCCBYZTsPrr32+IL//osWhtPXQearI0hQWFMXH8pBg/bmLs3VcTO3fviIaG+m6rdvK0krjolMooLSmO1tbWrHNVj7bEBQUFkfwiLNmleviV/P1pp50WY8eOHcEVYmoECBAgQIAAAQIECAyWgGB1sKQ9JycBwaqjAHIqHDcRGMECwylY/eLtj8Yjyw6dh1pUWBAd0dEtaE2WK9llWlQQ0dx66DVZVaX5ce051VFenN8vK5q8fDAJVseMGdMv/emEAAECBAgQIECAAIHRLSBYHd3rP+Rn3y1YveGSSHYjjYbLjtXRsMrmSCC9wHAKVnfW1Menv/vrWL+lJi45a0688eozoq29Pe5eujLuenhl5+Tnz54Yf/a682L75hfjV0+8GL97oT7y8yIuWVAZcyYdOjIgvdahO5LgNjkKYN48LwDsi6N7CRAgQIAAAQIECBA4JCBYVQ1DWkCwasfqkC5QgyNwHASGU7Ca8CRnnzY1t0ZleUkceGdVrN6wM/71m0ujoaklI3j9ZafG665YmPn6/rJly6ImeVFgRJQU7n/J1eFXRUVFlJWVRXJuanKGakNDQ9TV1fW4GlVVVbF48eJR88u541CaHkmAAAECBAgQIEBg1AkIVkfdkg+vCY/2YHXD1vXx/POb4qEH9+/suvmmJXH6IruthlcVGy2B/hUYbsHqkWa/p7YxPvHVX8b23XWZIwDee9P5cfaC6Zmm27ZtixUrVkRbW1u3W5OzUZM/R/rmQtJ+z549mT+HX0n7hQsXxoQJE/p3MfRGgAABAgQIECBAgMCoFhCsjurlH/qTF6yuj+XLN8eDv1ohWB365WqEBAZFYLCD1b376mJvXUNEx6GzT/s60aSnx5dvibWbaqKitCguPWtmVJbt/8p/3b7a2LrppawXVSU7UydPnhzJTtWero6Ojti3b18mnO16JS+tWrRoUYwbN66vQ3c/AQIECBAgQIAAAQIEOgUEq4phSAsIVgWrQ7pADY7AcRDIJVi9+pLz4sqLzu1xtL9fsSa+ccc9mTa3vvH6OPu0+Zn/u6Y2CVbrIwktB+PaunFDJlzteiWhavJV/t5cyTiTXau7du3Kaj5p0qRMuOoiQIAAAQIECBAgQIBAfwkIVvtLUj8DIjAYwWp9Q0Ns2bIla3fUgEymF52WlJTErJkzMy2Tl1clRwHYsdoLOE0IjCKBXILVtDxdg9WB2LF6pPE0NzVmAtU9u3dFW2trZ5PKyspIQtFk1+rBa/v27bF06dLYsWNHTJ8+Pc4444yYeeCzM2nT2tqa2bWanL168CouLo4ZM2bExIkTj7nzNa2X9gQIECBAgAABAgQIjE4BweroXPdhM+vDg9XX3XBJFBYU9Ov4kxefNDY19evXXHMdYBIclJaWClZzBXQfgVEgMNjB6kCSJgHp6tWro7m5+ag7Yg/frbpx48a44447Mueszpo1K/O/yef4iSeeGAsWLMgMN9m1WlNTEzt37jzi8JPP2uQXWck9SdDqIkCAAAECBAgQIECAQC4CgtVc1NwzaAKDEawO2mRSPsiO1ZRgmhMYJQK9DVZ31dTGqnUv5aRy8tyZMb66d1+9z+kBEdHS0hJPPfVU1NXV9dhFshM1CUGTK7nn9ttvjw0bNsScOXMi2c168EpeXnXllVd2/nKqvr4+Nm/e3GPfyfECixcvPuLLsHKdl/sIECBAgAABAgQIEBg9AoLV0bPWw3KmgxGsJv+hnuxsah+k8wN7WoiiwsLOl6scDFZXrtwSv3xgeea2m29aEqcvmjcs19KgCRDoH4HeBqv987SB66WpqSmWLVsWSQDa05XsSk2+xp9cyYupvv3tb2e+4n/CCSdEUVFRVrB6/vnnd+5ATdps2rSpx77Ly8vjzDPP7AxuB262eiZAgAABAgQIECBAYCQKCFZH4qqOoDkNRrA61M9Y3bhxd9z102WC1RFU16ZCoC8CozlYTXa3JsFqErDOmzevc3dq4pnsWL3ooos6fzklWO1LlbmXAAECBAgQIECAAIHeCAhWe6OkzXETGIxg9bhN7hgPPrhjVbA6VFfIuAgcH4GREqwmes8991zmJVM9XdOmTYtkZ+nB6957780cIZCcvZr8OXglZ61eddVVnf+chK9bt27tse+pU6d2nst6fFbTUwkQIECAAAECBAgQGM4CgtXhvHqjYOyC1fUhWB0FhW6KBFIIjKRgNXnp1O7duzN/9u7dm/mKf2tra9aLrMaNG5fZhZqXl5dRSo4Q+NnPfhYvvPBCTJ8+PaqrqzM/u+yyyzoD2KTfXbt2ZY55OXglbQoLC6OioiKSs1WTl1Yl97oIECBAgAABAgQIECCQq4BgNVc59w2KQLdg9fpLorCwoF+fPRhHASRvoE52RpWXlfV67Has9ppKQwKjSmAkBauHL1zydf5kN2ptbW3nj5JzVJPPz4PnrB78QWNjYyaETcLS0tLSrK6SnyUvrkoC1oPXmDFjMuepJjtbXQQIECBAgAABAgQIEOgPAcFqfyjqY8AEBiNYTf7Du7GpKWIgX16VlxelJSWRBKy9vQSrvZXSjsDoEhjJwWqykmvXro0XX3wxa1GTowAmTZqUCVGPdSVh6/bt27NeipXsVk1edpW8CMtFgAABAgQIECBAgACB/hIQrPaXpH4GRGAwgtUBGXg/dCpY7QdEXRAYgQIjPVhNzkZ9+umno7m5OWv1kq/wT5gwIZIdrEe7WlpaYseOHVmhatK2pKQks1u161mtI7A0TIkAAQIECBAgQIAAgUEWEKwOMrjHpRMQrK6PXbvq4oc/eDQDd/NNS+L0RfPSIWpNgMCIEhjpwery5ctjy5YtR1yzZNf/2LFjo7KyMrN7NdmJ2tHRkTkSIAlk9+zZk/X1/66dzJgxI04++eQRVQsmQ4AAAQIECBAgQIDA8RUQrB5ff08/hoBgdX3s3l0XP/i+YNW/LAQI7Bc4UrB62iknxKsvvyBKio++m3M4+G3fvi3WvPBCtLe19ftwkyB20aJFmRdhuQgQIECAAAECBAgQINAfAoLV/lDUx4AJCFYFqwNWXDomMEwFjhSszpo+Ja6+7PyorOj9C/KG2vRbW1pi7eoV0dTYOGBDq6qqisWLF3uB1YAJ65gAAQIECBAgQIDA6BIQrI6u9R52sxWsClaHXdEaMIEBFjhSsFpcVBizZ06LomH8xvuyorwYV1YQeXkDB1hQUBALFizIvAjLRYAAAQIECBAgQIAAgb4KCFb7Kuj+ARU4PFi98bqLo6jo2G+FHtBBDVLnB19e5SiAQQL3GALDROBIweowGXqPwywpKoyz50+PitLirHaNza3xwqadMbayLKaMq4zCgvyj95OXH7Nmzsi84GrDhg2RvMyq65W8vCp5iVXyMisXAQIECBAgQIAAAQIE+iogWO2roPsHVKBrsDp71uRYcvmZMW3auMjPH8AtTQM6o9533trWGrtqdjpjtfdkWhIYFQIjNVhNFq+suCgWnzwtE652RMS23fti+frt0dK6/8zV5JP/3AUzo7qitNtab99TFxOnnhCXn39q5meNjY2xcuXK2L17d+YFV0moesYZZ0Rpafd7R0XhmCQBAgQIECBAgAABAv0uIFjtd1Id9qdA12A16ffk+VPi4ovnR1FRQX8+Zkj3tWdPfdxx++PR0tIWN9+0JE5fNG9Ij9fgCBAYWIEv3bY0XnxpeeTnJdHjyLuSnatTJ1RFbV1j7Kpt6DbBhXMmx/SJY7r9/aqXdsfZZ50X5yyamfWz7du3R1NTU0yZMiWzk9VFgAABAgQIECBAgACB/hIQrPaXpH4GRODwYHXylDFxyilTo3AYnyOYFqqpqSWefXZT1NTUC1bT4mlPYAQKfO/u5XHf0kdjyvimETi7Y09p1uSxMX/mxKyzWNvaO+LBZXvjjTdcEqfMG3/sTrQgQIAAAQIEn8Ne7gAAIABJREFUCBAgQIBAPwgIVvsBURcDJ3B4sDpwTxoePduxOjzWySgJDKTAmg174iP/9mDsq2+MqvLWKCocmTtXj2Y4dUJJLDlnfBQXHjprta6hPX63Ki8+9M6Lo7zMrtSBrD99EyBAgAABAgQIECBwSECwqhqGtIBgNXt5BKtDulwNjsCgCfz6qU3xb//5aNTWNQ/aM4fKg4oK8+LGS8fE3GmHXnK1aWdHXH7peTFtUuVQGaZxECBAgAABAgQIECAwCgQEq6NgkYfzFBubWqKpafQFB0dbs/KykigqKhzOS2rsBAj0k0BHR8TefU3R2tbeTz0Oz27KSgrtUh2eS2fUBAgQIECAAAECBIa9gGB12C+hCRAgQIAAAQIECBAgQIAAAQIECBAgMNgCgtXBFvc8AgQIECBAgAABAgQIECBAgAABAgSGvYBgddgvoQkQIECAAAECBAgQIECAAAECBAgQIDDYAoLVwRb3PAIECBAgQIAAAQIECBAgQIAAAQIEhr2AYHXYL6EJHC6w88fvjas/vvSIMBd97J74zHUToBEgQGDYCjz92XPjlm/0MPy3fC0ee88ZfZpf5nN03dv73E+fBuFmAgQIECBAgAABAgQIDHEBweoQXyDDSy+QCQTuuyLu+ez1kRWhPvXpOPcd34rjG64+HZ8+95aIrzwW71ucfm7uIECAQCZYjb6Hpz1JDlawmszlq3P9wktVEyBAgAABAgQIECAwPAUEq8Nz3Yy6B4GjBquxP9Rce1x3rQpWFS8BAn0TGEnBat8k3E2AAAECBAgQIECAAIHjKyBYPb7+nj4AAscKVrN2ix7YxZo1jAs/2rnbdf+urSvio6s/EZ94ZH+rQzted8ad77m68+8P9nFz527UJET9asz7yhVx/zs+EfGxT8e8j78vvnWgYdLP29dd3e0rvV131B7+ld/ju9t2ABZLlwQIpBboXbB65F8kHbo3Mr9oOvh5lBlEt8++/UcBdP9MPewXREf4HO3pc/Lwz7j9O1Yj1efp/sNebo6vPfa+yBx6cIzP8m4/7zLX1AvgBgIECBAgQIAAAQIECBwQEKwqhREn0PNRAHHoP8S33RnvfXUSeHb9Gur+wOBbB84oPHhea2dYeuA/3pN/vuLB5JzDLv9hH7E/gPh4xEfv/kxcP/lAX1n/AX8okHjz+q5tDyxDl/73/3zeYcHB2gN9j7hlMyECBHop0PMZqxd1fkZ0+yzMfObdH1ckn0+xM3ZOnpB1XErXr+V3PQrgWMHqzm07Y8LkrgevHPil0t2fiXm3HfY5eeBzd96BX0AdfOb+XzKl+zzNOKz+aNzzPyM+3tNn+U1rM5/1B58ZQ+LbC71cbM0IECBAgAABAgQIEBjSAoLVIb08BpeLwNFfXnUocMj02zVkmHzoSV13g/UUKGSC1cPPOczq80hf+z8sWO12FmyXeyI5E7ZLEJwLhnsIEBhxAr3bsdr9M+5Iv3Tq9nnZ9ZdKB15edaxgdT9w9x38nb+Ayvqc3N9u7S37z5nOClZTfp52jisTrB4IjI/4Wb5/d66zrUfcvwomRIAAAQIECBAgQOC4CwhWj/sSGEB/C/S8Y7XLjs8DO6f2f6X0sKtruJAVfh4KPvslWP34EZ8e2ccJdPm6bj+87bu/vfVHgMDgCvQ6WD0Qdt5/5aGv2u//vycc2F2/NOtlft1+qdSrYPVgoNr1F1fH+JzswtV/weonoqfP8uSR2Tt9s3fHDu4KehoBAgQIECBAgAABAiNFQLA6UlbSPDoFen3G6lF2rHalHPwdq4ee3v1t2fsDjIPBiCUnQGB0CvQ+WD1w9ujX5h34uvzaePuBM0mP1EduwWrPO/O7/wJq8HasdlZHcsRKYvDZ6zuPPjj6/58YnTVl1gQIECBAgAABAgQI5CYgWM3NzV1DWCBdsHrkM1YPfmU0+8zUQy9ISXPGavbXT3tzxur+r//HwfMDO8OAI7+MZggvhaERIDAAAqmC1cx5ol+NeEvEt2L/y6iSa//uzSO8/OloRwF0Oe85++zp7HOpD/UdmZ333c6i7uMZq10/T7OPAujhszxzrEr2+dSd57N2CVsHYKl0SYAAAQIECBAgQIDACBcQrI7wBR6N0ztWsPqtri+TOsKbpA99Df/Ay6jumxc3x7fiW4/s1+zpbdfJzw//Gn92sHroHMKkn/0vbOm6Sl2/nnogsOj6Y0cBjMaSNmcCWQI9v7wqIg77nOj2C6JMb4ediZrcc+n9ce47vpX5jPtYfDyuPnAUQNewdP9n4Nfiivtu6Twndf951Ye+in8oUE2OB/hYxD9eHZ848PmZ/Rl66IzVz1wXmR35Xdsd6/M067P+GJ/l3c0cBeBfKwIECBAgQIAAAQIE+i4gWO27oR5GsICvi47gxTU1AgQIECBAgAABAgQIECBAgEAfBASrfcBz68gXEKyO/DU2QwIECBAgQIAAAQIECBAgQIBALgKC1VzU3DNqBASro2apTZQAAQIECBAgQIAAAQIECBAgkEpAsJqKS2MCBAgQIECAAAECBAgQIECAAAECBAhECFZVAQ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AkJY7nAAAYdElEQVS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/P/t3d1uVNcZBuAPSArlX0xICK1UqlYugZNKQY2oyhzlPLLUS/A9cA3cgy+hktXzHDlVo1RE6gmEWq1KpZY4IWPxk1BIAlRrZv/PHtvLJtguz5wkwJq91zzr27b0zrfXFqyqAQIECBAgQIAAAQIECBAgQIAAAQIECGQKCFYzwQwnQIAAAQIECBAgQIAAAQIECBAgQICAYFUNECBAgAABAgQIECBAgAABAgQIECBAIFNAsJoJZjgBAgQIECBAgAABAgQIECBAgAABAgQEq2qAAAECBAgQIECAAAECBAgQIECAAAECmQKC1UwwwwkQIECAAAECBAgQIECAAAECBAgQICBYVQMECBAgQIAAAQIECBAgQIAAAQIECBDIFBCsZoIZToAAAQIECBAgQIAAAQIECBAgQIAAAcGqGiBAgAABAgQIECBAgAABAgQIECBAgECmgGA1E8xwAgQIECBAgAABAgQIECBAgAABAgQICFbVAAECBAgQIECAAAECBAgQIECAAAECBDIFBKuZYIYTIECAAAECBAgQIECAAAECBAgQIEBAsKoGCBAgQIAAAQIECBAgQIAAAQIECBAgkCkgWM0EM5wAAQIECBAgQIAAAQIECBAgQIAAAQKCVTVAgAABAgQIECBAgAABAgQIECBAgACBTAHBaiaY4QQIECBAgAABAgQIECBAgAABAgQIEBCsqgECBAgQIECAAAECBAgQIECAAAECBAhkCghWM8EMJ0CAAAECBAgQIECAAAECBAgQIECAgGBVDRAgQIAAAQIECBAgQIAAAQIECBAgQCBTQLCaCWY4AQIECBAgQIAAAQIECBAgQIAAAQIEBKtqgAABAgQIECBAgAABAgQIECBAgAABApkCgtVMMMMJECBAgAABAgQIECBAgAABAgQIECAgWFUDBAgQIECAAAECBAgQIECAAAECBAgQyBQQrGaCGU6AAAECBAgQIECAAAECBAgQIECAAAHBqhogQIAAAQIECBAgQIAAAQIECBAgQIBApoBgNRPMcAIECBAgQIAAAQIECBAgQIAAAQIECAhW1QABAgQIECBAgAABAgQIECBAgAABAgQyBQSrmWCGEyBAgAABAgQIECBAgAABAgQIECBAQLCqBggQIECAAAECBAgQIECAAAECBAgQIJApIFjNBDOcAAECBAgQIECAAAECBAgQIECAAAECglU1QIAAAQIECBAgQIAAAQIECBAgQIAAgUwBwWommOEECBAgQIAAAQIECBAgQIAAAQIECBAQrKoBAgQIECBAgAABAgQIECBAgAABAgQIZAoIVjPBDCdAgAABAgQIECBAgAABAgQIECBAgIBgVQ0QIECAAAECBAgQIECAAAECBAgQIEAgU0CwmglmOAECBAgQIECAAAECBAgQIECAAAECBASraoAAAQIECBAgQIAAAQIECBAgQIAAAQKZAoLVTDDDCRAgQIAAAQIECBAgQIAAAQIECBAgIFhVAwQIECBAgAABAgQIECBAgAABAgQIEMgUEKxmghlOgAABAgQIECBAgAABAgQIECBAgAABwaoaIECAAAECBAgQIECAAAECBAgQIECAQKaAYDUTzHACBAgQIECAAAECBAgQIECAAAECBAgIVtUAAQIECBAgQIAAAQIECBAgQIAAAQIEMgUEq5lghhMgQIAAAQIECBAgQIAAAQIECBAgQECwqgYIECBAgAABAgQIECBAgAABAgQIECCQKSBYzQQznAABAgQIECBAgAABAgQIECBAgAABAoJVNUCAAAECBAgQIECAAAECBAgQIECAAIFMAcFqJpjhBAgQIECAAAECBAgQIECAAAECBAgQEKyqAQIECBAgQIAAAQIECBAgQIAAAQIECGQKCFYzwQwnQIAAAQIECBAgQIAAAQIECBAgQICAYFUNECBAgAABAgQIECBAgAABAgQIECBAIFNAsJoJZjgBAgQIECBAgAABAgQIECBAgAABAgQEq2qAAAECBAgQIECAAAECBAgQIECAAAECmQKC1UwwwwkQIECAAAECBAgQIECAAAECBAgQICBYVQMECBAgQIAAAQIECBAgQIAAAQIECBDIFBCsZoIZToAAAQIECBAgQIAAAQIECBAgQIAAAcGqGiBAgAABAgQIECBAgAABAgQIECBAgECmgGA1E8xwAgQIECBAgAABAgQIECBAgAABAgQICFbVAAECBAgQIECAAAECBAgQIECAAAECBDIFBKuZYIYTIECAAAECBAgQIECAAAECBAgQIEBAsKoGCBAgQIAAAQIECBAgQIAAAQIECBAgkCkgWM0EM5wAAQIECBAgQIAAAQIECBAgQIAAAQKCVTVAgAABAgQIECBAgAABAgQIECBAgACBTAHBaiaY4QQIECBAgAABAgQIECBAgAABAgQIEBCsqgECBAgQIECAAAECBAgQIECAAAECBAhkCghWM8EMJ0CAAAECBAgQIECAAAECBAgQIECAgGBVDRAgQIAAAQIECBAgQIAAAQIECBAgQCBTQLCaCWY4AQIECBAgQIAAAQIECBAgQIAAAQIEBKtqgAABAgQIECBAgAABAgQIECBAgAABApkCgtVMMMMJECBAgAABAgQIECBAgAABAgQIECAgWFUDBAgQIECAAAECBAgQIECAAAECBAgQyBQQrGaCGU6AAAECBAgQIECAAAECBAgQIECAAAHBqhogQIAAAQIECBAgQIAAAQIECBAgQIBApoBgNRPMcAIECBAgQIAAAQIECBAgQIAAAQIECAhW1QABAgQIECBAgAABAgQIECBAgAABAgQyBQSrmWCGEyBAgAABAgQIECBAgAABAgQIECBAQLCqBggQIECAAAECBAgQIECAAAECBAgQIJApsMPB6p04f/o3sW/f/sxpG06AAAECBAgQIECAAAECBAgQIECAAIGdEXj+/FncuvuXOPL4bBw9ejT27duXPZF9a2trz3Pf9fz58/j666/jmwNfxE/f+EUcO3gq9xDGEyBAgAABAgQIECBAgAABAgQIECBAYEcEHj5Zi39/9Y848vStnQlWv3p4J46d/lH88vSvda3uSAk4KQECBAgQIECAAAECBAgQIECAAAECOQKpW/Xvd/8aD+9+G28c26GO1c8//zxeO/5dHB8cjjMnzsXRH50UsOasorEECBAgQIAAAQIECBAgQIAAAQIECLwUgRSofv3tvVi9fzsejB7F9w9ej7fffntnOlZTsJq2BPjxiQNx4q1Dsf9gMsjeWeClwDkJAQIECBAgQIAAAQIECBAgQIAAAQKvssC+ePYk4v4Xj+O/95+OA9UdD1bTnqteBAgQIECAAAECBAgQIECAAAECBAgQ2AsC6WFVOxasfvPNN3Hnzp1xx6pgdS+UizkSIECAAAECBAgQIECAAAECBAgQIJAEymD17NmzceTIkfGfc1/71tbWsttNU5CagtXV1dV4+PBhPHv2LPe8xhMgQIAAAQIECBAgQIAAAQIECBAgQGBHBPbv3x/Hjh2LM2fOvPxg9fHjx/Hll1/G/fv347vvvtsRACclQIAAAQIECBAgQIAAAQIECBAgQIBArsDrr78eJ06ciDfffDMOHTr08jpW00RTmHrv3r1YW1uLR48e6VrNXT3jCRAgQIAAAQIECBAgQIAAAQIECBB46QKpW/Xw4cNx6tSpOHnyZKSQdSuvLW0FkE6Ubv9/8uTJOFx98ODB+P+fPn1qv9WtrIL3ECBAgAABAgQIECBAgAABAgQIECDwgwqkfVQPHDgQBw8ejOPHj49D1fT/KWjdymvLwWozXE0PsEpdq6mL1X6rW1kG7yFAgAABAgQIECBAgAABAgQIECBA4IcUSAFq6k5N3apHjx7dVqia5rmtYLUMV1On6vfffz/uWE2v9HArLwIECBAgQIAAAQIECBAgQIAAAQIECOwGgdStml6pY/W1114b/3ernarl59l2sFoeSJi6G0rEHAgQIECAAAECBAgQIECAAAECBAgQWE+gDFm3q/TCgtXtTsT7CRAgQIAAAQIECBAgQIAAgV0osLIU15ZWeic2uLIQC78drDvp0Z8XY/GjUWxmbP+BVmLp2lKsDIaxsHA51j/bRn7FsWIu5q/Ox9xGwzP+feWP12Lp1os/bsYUXsLQUXy8uBjLo0EMFxbi8hYXY2LVnW7bbqpuyjpctw7K+b34dSjnMzd/Nearwsmrp/5roTxG06PwHU2uva1fOxuXxGbWYuooxVqkeQ3vLk7W8vx8XP3gRV5R3bOWa1v//XgtBh/H4uJyjBrD6zUqbRv12vl5tl1bwerGNWYEAQIECBAgQIAAAQIECBAgEHkhUgkmWP1/Kp3tB6tlPbRixMEgRqNRRCM03Vqw+rKt866JvmuhDDargG9TAfKL+5zl+cswsgpa1wtKq2D193Hx5h9iddgMm1/c3JpHatn9aqUIU8/FhcHtuJlKJ33J88Zy8SXQXLx/ZRQfflTGrWWwWofYc/PzEUtLkb4yaoflefMXrOZ5GU2AAAECBAgQIECAAAECBF5RgZ4QqdvNWgRjUXSptsKzK5MQZrnRWjYJNLode91uw7Jj9VJciutxfavvb63aXExylUYnbpp7+rtG91szfJm8fTqgGf/1+fmYj6VOF2a767A6/QyjVufcqN2FN3MeRUdjdexxGBaTDt/6hDFcGMbqYv13gwvnYnTzdhUoVeHae3Ox8kmzOzmtxTBG4y7V1mpOHbOy6Z1T0clYfK7B+blYubUy6XL83SgWF1fj4pVRLDc6m9cNVsfrdCNiMIqUx5ZrcPWDQdFRWwRuUXQ5l56DC3FudDNur2czVaeTdZz726Tzenot0sHmYn7hTCy3Oifb72tfC3Wn97pfPBTX18mfnYx7/7pXHGIQw/mLcWOp7NJcp85mOtWdpd1gtT2fUU8tLcTlRidtqvvkcu6dQdz+LIpO5jqAv/DzUdz8Z+PTd6+VLXWil8cvg9XudVn+DOl+EdD88xhn293XgtVX9Nehj02AAAECBAgQIECAAAECBPIEusFq+zbbwZ8mt3cP3r0U8en1GI1vt69DuSocqsK0FAzNxXvnV+KT9L7xtgIpyFmOM63bzIvzHD4c8ehRI4zb3PtbHYFVR9vZOBt34k4RlPbPfT6iuGW91Q03GMb7p5fjw/Gc5+PizaVx6Hj2JxF3/lPcEv3OjUnnXBXkTYKfWecZpCD67rC+lboKVicBUf88ypCwEawtn2nMrdHB15nH5UERMJ1uBLHNgKsRmE8Cs1HHfRBlYNa26Z9TtYXD+HOtxrAItVudgo3by9P2EhsHq2n902cvA7LUebgQZ5ZTWFYG56NWKFqu0XpzLgPUya3tk6A2dWQOv5oEq73HaG4t0QjFZ10L3dvPp7t422Fpde0MhjE8vRzL6db7wTDmL9yIpdSVuWGddZ3qDtP+rQA69drsBk11MlyNxWKLgjJYLQPnURpbdpQ2ul7r83Sv+dz9JOotAQZVCL7ZYDVi6vNuKditf3IKVvN+ixhNgAABAgQIECBAgAABAgReUYFZwWrRHVYGY2Ww2unMLMOhSagURWfh5L3jYLG8bXcq6GgHq7nvb3fklZ+hDFbbS1kFYcUcRn17gTaC1WYw2HueKvDqGFUhct1F2goZqw7LScflrHksLMzFSqObtLXnZfOjdecRUQSXg6pztw6p0hvnYlh0kJbBatu9DlZbXcdjt+k5VfvwdoLVumP1Rly8Mojlj+r9RDcVrHZqrBWsXr0YN64txagKv+tAr7XqPTbR6sRu12gZrLa7rZvHHsSw/CwzroX19/VsXGdFAN26dsovB5pfUMyqsxnnn123qTDKbun6M02tcW+wejUufnYtlu7Wge/c+8MYfVh01p4fxvDu8jj0Lr9M6bsFvxV8drYjqAPoMkjtdqR2f0Z1/r3spu5c39vZZ1Ww+or+OvSxCRAgQIAAAQIECBAgQIBAnsBWOlbrbsv+jtXmrbzNzsOeBwT1dqxu/P5Wx2q1N2MdrG4q0OwEPPUxpztW2yFUu4Oz6lgtbsUfB4tVd2vj4VyzgtXmPJpjqi0MGgFfa8492zi0thtodzQ2O3FbHavVNgMzOlZPnouT927Hvda2Co2tHcqtAKrO0qICz8/Hwunl1kPOqhCtu3VC89jrBqt17Y3P0rwFfR2bsjs4reM4KCy6qcvOzFbHalVPbfdyW4h2x2qn83j80Leehys1u5Wzg9UZndFTTtMdq9V1UIXKnc7SMtCd2bF6dbwdRv2gu+b2CM3tC9YPVmf9TOrfMqHZvdreY3XycLoZwWqnm16wmvebwGgCBAgQIECAAAECBAgQIEAgW+AH2mO1Fcb0PV18gz1WN/v+1uft2WM19WmWHXZV12zPE9v79jFthHazuvuq0/d0ddZ7txajOsHqoArgGh+iZ1/X/j1rk+l7MXfrk1hp3rKeYr2yI7cMGjt7u07OVj8gqD57CvDa+7aWn6EMj8ux3a7EuuuwDly7Ierk5vDpp8CP9zJNgVnHp9zTt92x2hg3a2/cceDasekaTIWS9UOPao80r0mHbHOH2mRy6d2I65+2Nqgttr0oboHv7lNcHHTsVtT2xh2r9e35rTorA/dNBKvdHwf9tdTeoiAFkvVWACms7QSdjS0dWsc/FhEP8x4a1b9lQd/ets3jTj9szVYA2T/4vYEAAQIECBAgQIAAAQIECBAgQGC3CMwMycZdhl4E9o6ArQD2zlqZKQECBAgQIECAAAECBAgQIECAAAECu0RAsLpLFsI0CBAgQIAAAQIECBAgQIAAAQIECBDYOwKC1b2zVmZKgAABAgQIECBAgAABAgQIECBAgMAuERCs7pKFMA0CBAgQIECAAAECBAgQIECAAAECBPaOgGB176yVmRIgQIAAAQIECBAgQIAAAQIECBAgsEsEBKu7ZCFMgwABAgQIECBAgAABAgQIECBAgACBvSMgWN07a2WmBAgQIECAAAECBAgQIECAAAECBAjsEgHB6i5ZCNMgQIAAAQIECBAgQIAAAQIECBAgQGDvCPwPTkCb7sAErtcAAAAASUVORK5CYII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52132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2044464"/>
            <a:ext cx="8382127" cy="41419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Luego ingrese a la sección</a:t>
            </a:r>
            <a:r>
              <a:rPr lang="es-CO" sz="1600" dirty="0" smtClean="0"/>
              <a:t> «Configuración de Evaluaciones»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838390" y="3001638"/>
            <a:ext cx="1267501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79782" y="1504791"/>
            <a:ext cx="2367524" cy="1920340"/>
            <a:chOff x="570624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890295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0624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45890" y="2108501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820310" y="1966080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6" name="AutoShape 2" descr="data:image/png;base64,iVBORw0KGgoAAAANSUhEUgAABVYAAAKjCAYAAAD2wVQ2AAAgAElEQVR4Xuy9C7iUVdnHfYMHEEExFUFS2Gl4StRETAgxMklTSRE1A3xB9PP1bJepJVCJ5iE+j9nrqxxelfxMRUNNxIwUA00wFfNE2gYNQRRFRURF9nf918z9zHrWrOc0M3vPzN7/57q42MysZx1+a80w+zf3ule7pqamJuFFAiRAAiRAAiRAAiRAAiRAAiRAAiRAAiRAAiRAAiSQmkA7itXUrFiQBEiABEiABEiABEiABEiABEiABEiABEiABEiABAwBilUuBBIgARIgARIgARIgARIgARIgARIgARIgARIgARLISIBiNSMwFicBEiABEiABEiABEiABEiABEiABEiABEiABEiABilWuARIgARIgARIgARIgARIgARIgARIgARIgARIgARLISIBiNSMwFicBEiABEiABEiABEiABEiABEiABEmh9BO677z459thjW9/AOCISIIFmI0Cx2mxoWTEJkAAJkAAJkAAJkAAJkAAJkAAJkEC9EKBYrZeZYj9JoHYIUKzWzlywJyRAAiRAAiTQZgk89dRTstNOO8lXv/rVNsuAAycBEiABEiABEqguAYrV6vJn6yRQjwQoVutx1thnEiABEmgGArfeequceuqpzVAzqySBeAL33HOP3HzzzXL//ffLVlttRVwkQAIkQAIkQAIkUBUCFKtVwc5GSaCuCVCs1vX0sfMkQAIkUDkCFKuVY8mashGYM2eOHHTQQZSq2bCxNAmQAAmQAAmQQIUJVFusfvHFF/L555/Lhg0bzJ8vv/xSNm7cKE1NTWak7dq1k/bt28smm2xi/my22Way+eabm795kQAJVIcAxWp1uLNVEiABEqg5AlnFKrZujx8/Xp5//nkzlmHDhsl1110XyLHhw4fLzJkzzXMfffSRXHPNNXLHHXfImjVrpKGhQS666CIZMWKEIFrxrrvu8vI48cQTZa+99pIJEyZ4n0f9L7/8snn+8MMPl3HjxoXK/eQnP5Fly5YF/dAn0RfUO3ToUG+9Wqf95MCBA039GlEZ1e+9995bfvnLXxbVi8eOP/542XPPPc2YwQ/9sC+7DH5+8cUXi+pRpngC9995553S2NhomJ500kmCMevlqwP9QxkdB+apV69eRX2ZMmWKzJ49WyZNmmT6nIadcnv88cela9euMmrUqBALe3yoD+UnT54ss2bNCtbQBRdcELSn9U2fPj0kXcEPF9YPLxIgARIgARIgARKoFIFqiFWI1PXr15s/EKmlXJCsHTt2NH8gWnmRAAm0HAGK1ZZjzZZIgARIoKYJZBGrEKVDhgyRG2+80UQaqjiFCFTxt+2228rq1avNmCEA//Of/xjJBqEHqXj22Web+5FX86233jLlXGGmz0HgXnbZZUX80DbqGjlypGyzzTayaNGioAzaGzx4sBG52g88ib4ec8wxptxf/vIX75yoNLbbBB9IWt2urmNy5d7WW28dEpHaAAQmpCH6jHsvv/xyueqqq0Iy2C6DnyGLIYDtC/fjAssnn3xSbrvtNpOXFOM9+eSTZdCgQYHM9NWBcXz44YeheYIEfeKJJ0L5Tfv16ycffPCBzJgxw/Q5iR0k6OjRo824IKy1Pz/4wQ8C2WuPT+fnZz/7WcAAMveKK64I+oJ5OPLII420nzZtWoBBhbQtkWv6xcXOkQAJkAAJkAAJ1AWBlhSrn376qaxbt85EqLoXIlOTLo1idctBrHbq1Em22GKLpCr4PAmQQAUIUKxWACKrIAESIIHWQCCLWIXwQqShHT0JBhBeKrtssWoLNWWFOnCptNP78bctzKLasutBXyA9b7/99kBqQtJB9kE82mIVj0N+ol5EoNrRmG6d7vjGjh1rZCdkala554pViMV58+bJH//4x0BoumJVRay7vnDvD3/4Q5k7d24okhPSeL/99gvEpI876rLnBj9DyIKDRvyqJEUkq92HOHY2G+0v+jlx4sRAitr9wRzbbeo9Kqzxt8495PiFF14YRBhnZd8aXp8cAwmQAAmQAAmQQPMTaAmx+tlnn8natWtjhSqkKaJXNSWApgPQNACbbrppsP0fEtYnWZEeoEuXLtKhQ4eKgVv9wLlyqUyU64/eNqjT91jFGsxX1BJt+Pu8WK7rN1eGLDpP+lZ6UBWoLzuX2h5PBZBUpQqK1apgZ6MkQAIkUHsEsohVFXiIJER0oi8/phuxii3rp59+ugwYMMArM8sVq9jijshNlYMQfSeccILZHm+LVURiQkhC2iG3p7sdH/2Ikrko/4c//MGIwqxyzxWraAfRuwsWLPCKxygpivtUGvv6bgtLXx24FwdFaXQv5glzo+PS+iFFEYFsi9U4drvssos899xzsXlS7f6gvBsli7Y1kvWNN94I5gHpCBANqyI5K/vae7WxRyRAAiRAAq2ZAGTH0EtFJjx8vQzr1kpG+vx10m/cDBk5ZZGct28rGZNnGM0tVvEZ+pNPPgm1rNGpkKP4A4mKXKvvv/+++YPyiGrFc7rlHzu1unfvbrb+4zG9fIIV0asIKqjEVS2xWom+l1ZHbYvI7GK1NAq8K54AxSpXSM0TmPzn38lLK5ek7ufPDztLvr7DrpHl//XO6/LrR3+bur69uveRC753RuryLEgC9Uogi1jFGDU/JuQYIgohWe38mLZYRXnIsD/96U8mJ6svH6iWwd9uxCq2g7vXIYccYiJmVYJCviG9ALb3q/iFnLP7gbJIN6BiTkWhexJ9lFi1H9ft/G6/LrnkklD/9XmfWMU48fhpp51mBLUbsYpcpfb10EMPBakEXE5azpaOqM+tA9zsvKnKxxaj3/3ud02aBuSuVbGaxM6db9/rwB5fXHl9zuWNeUUKBIrVen2XYb9JgARIoD4JLL6hn4y9ParvA4sEalsXq4bX6xNkzg3DpBDXmDT3q2XWOUNlkmS9L6nebM83l1iFKEUqJvytlwpV/RvyFCJ15cqVsmrVKlNWZas7CtwDqdqnTx/p0aNHEL2qYtUVrIhwReqncg+5SharEJFjZYbp8EiZhkjPVbPk3MtEJgbrwZaVdnkRGT1NFp0jct05jdKw6ySZlF9HEkTKLrfqF5EBhfWCdTe195xQNC16kXs9zs8jzL1ev/30uXKHDJHGSydJ7pl8X93yo0fKyNtFhjzcIFPvEhny+iSZtCv62DO3XhfozETcL8XvDwIedzVKw+0z8pyk8IUFnjtC+yQycGJ+PPkvNkxrhlFfEeuxkVPmSMM0T39MW3a/paYjcLO9WmunNMVq7cwFexJBYMwd5wnkZhq52nWLLjKq/3HyzZ33ieT5jzdfkDueuVfWfPpxInNtd/qo6xLLsgAJ1DuBrGLVHi8k6913320Op9KoxShxBjmGyE9ETdr5N1GfT5ilTQUAyQpRiq31uEcPh7L7AZGJ7ffY4o4LkvfKK68sOgQpLmL1lltuMUI3q9yLEqv2tv4xY8YEIjMuYjWubc1jq9JWxahu77fTJYCB8kF5RB7jD9IMIKLV3bofx65SYhXrA+IdUcbuPED4Iu+tppFgjtV6f9dh/0mABEigPgjkxKpHkEheBi7wPVcfY2uOXlKshqniUCoEIajsdIUqSkO6IiAAn38gVJEGICqHqtaOerDNHwECX/nKV4xgxdZ/XD7BivKQqxCypV5JYtWWm2YdyDRZdGJjtFhdtVpWd9s2L+DxerpUZPwp0njEWBErOlrbPWXpUEue5l5/cw8tlqn2+FavWi3bdssrfsjIeUNkTu+pMvTShpz4FZFQX49olFPyj+ekbINMg1g9Yq4MyUehm8cfGxJ8eRDcf05f8bVnRKheRp4W6soJUslLaJuHCughMrffVGkwbedEtLJRLhPlUhm69JSccC0aj9WW1HYEbqnrstr3UaxWewbYfiIBiFVcv19WOJQm6qYf9+onZw8ekyhWb3xieur60BbFauI0sUArIJBFrELsafSgPfSoiERIN5xcb0eG+uRluWIVUhHpALC9HmkAEAWqwk+jWHEYk16QmhC87iFWUWLV3mZfKbGKvqCuf/7zn+ZDtYrQOLGqktQ+rEvHBLms8tStA0L76quvDg7gwj3KR9McIFWDHjSm9+MALeRujWOnqRfA3L4gQ/WALbs/vpysuA8RxbNnzzbpEdx50EPPEMGMtUSx2greeDgEEiABEqgDAtFiVcREnyHCTKPI6mA8zd1FitUCYRxQBamqly1V9eePP/5YXnvtNXn33Xe9eVeT5gupABCJCrG6++67J0avQq6WerBVklgNXg9WJKl5LDJiNT+6IFITX1JArIbzmtpide7BhXQUWbbCB5Hno6cZsRrKFZsXrpESGGLVGkM4CjY/Buc9wG6vSKwm8QiiUXORsD3zUbdBBGu+SVusZhpPjeaMTVrrtfo8xWqtzgz7FRCAWN15mx6yeOW/5E8rX/WSGdC1pzRs3cM8l0as/uSBX8uCNctll45byRvrPyqqE/Xhea03rVhFmoGPPwvnzNHoWfu5Lh22jExXYJfrsdUO0qNr96B/a9evlSWr3gj+3afbLtK5Y+ei/q9Ys1JWfPRO6PFSyqZtzzdubTxurL5+Lln5uhnzjlvvEJvSwR4c6nliyXz5aP1a8/Bu3XeVwX0GRr6K3HGhYBQfX9mP16+V11a+Lv165xJMxUVIR3UCzP762nw57eCTU7/aEW3tXouWPi87glfX7pFjSNtAFrGqeTAffPDBIF8qZN9RRx3ljVhVAWbnBMVjkGOQoXqVK1bRB6QDWLp0qfnWH5eKQ+QWVWFoM9Ft7/YhVj6xqifWa0RuJcUq+oN+oN+Ql4gajROrKI/nEXnrMsUhXnrolq8OCM1vfOMb3kPGkA6gd+/eJg0AeOj9L730UiI7lbYqUdFH9G3+/Pne/oDxyJEjxbeGlIFvHrBeEBl95plnUqymfXGzHAmQAAmQQFkEsorVqFQAroxxJUlBSDbIHcF2anS9eJuxL9epr92kNoOIvEWjpDG0tdmJwo3IserbZt1wlycVgL2VGSMqytXa+lIBIFL1gw8+CNaeT6riSUhVBCDgUKtyLuRR7du3r4lexWWnEXCjX5GjtZTI1USxqgOwv3CIiVgVTbNhROy35W9BxGqFxKq1td6sOSlErGYSkT6xakWIBvMW0V46sWq9BjUlgnNwlr7e9PVDsVrOK6Zy91KsVo4la2omAirtJj16o7y65m2vCIUg/c1h56aSSyrKZi1+RN78YIU3cvUH3XeXrh06y38dOCKT4Hto8RyZPG9aIG3P739CIM7w3NRn7jFjQF+P7BuO6lJ8KPfTR68344TYfWjc1ECeQiBe/dhNctOrf5VfH3iS/PiAY0PiVevQdAcohyupLNiqtP7ZvkfJ6d8+2dSL9m7+221yxfMPypm7f0cuPPRMb3s6NtSBufjWDn1Mu40frjDCO0pMo5929DAijtd8tjboy28PPjVRPKLtYx+YJJizw/sMkqeWPWfm9PbDzpcT+w/3rkqbIwrEjc1mgLK6NvDz0+8sMfOEMd989CWxMtftyPn3TjDz+PTom1KL2Vvm3SbXPvOHYG3olwngjC8CdK5LzQmcRayiLUQWXnzxxUbE4Ztvd1u9vTUc0aLY5o4y++67r0D+QQpOnz49FMUaJVZ9OVbRB+QcxTV58uRA3iFi8+CDDw6Eo/bDjuS058N3EBSEntumm0M2Kscq6rYPy9K2olIB6POQwoMGDTJjSiNWlamy9DH1iVWN3NWDo3ypEjQSVu+HrHZTCKDfLjtlgjyu6A8+4KukRXm3P7qGsCZwuWvIJ1bR/yFDhphDyRix2kz/8bJaEiABEmjDBFxxARSxYjUvDG1J6hOcuToKglQj+0RzKGo7rw+UgQsagq3IEqQbsPJVeiNki8Vkmja1rwMHiAwZXzhsq2jMHrFaPM7cVu65Ml/mW7lSi5h6mAXjbCU5VrGdH58Hfdv/IVhVsqIcPpPhgKqkrf9JL0uI0q9//euCL8pxuWLVrh/t4zNg1pyr7hZ4nbfcdnwxW/Mbx+YjSjHP0xpkzniRS33b6xedJ0asIl0AtrAHW+TjI1YLeVRTpAJwtt3rlv3YiFWrr8E2fZ9YdVIBmEjaHcPb/O0UAcH8RaYCyInVILWBpggwaQgK6QnsdAupUgEkRccmLSw+n0iAYjUREQvUCgFIpbPm3RrZnc/H/y1TV12pZ9+cJqVAVGPaT9ThCkU8B/GXFAGLKF1NfQDpd+1xk4LmIPp6/fY4SRovxvet28809yWV1TpR1hWSKnoXnnW3NzpWO+YbN/oAgf2rIy+KnBtfP1U6+hjaFUGSf2Xy942AfvysPwRP4f40uXaVTxq5ufll3zb122XR/oSHrjKCFHJ17rhpXvHsDt7m7c5v0iLWteFK57uemSmjH73W3H7f0RMixX1c/VnFqtal+S6xXdw9BMptDxGjb731lhFudoRo0rj5fDQBZbrTTjuZNAjVviA+EeGaZY51DUEo8yIBEiABEiCBahLIJlb14B1LmAaH30jhUKt8FFuDE6Xpik/dOlwUzRmSmprXNdxmkahN2aaO142eLarPFav5+m0xbOZNI/aCreB5Rt5t0vYYWlfE6nvvvRccVOVGqqpY3bhxo5GvCxcuLDtaFeghSXv27GnSN+HyiVVbruJAq+233z7jy03Xn3WbPbehw5cKUc+hyGY9EMpsR7cOrxowQSaYA6vGyPAFX8gPrO3qhUjZ8g6vGjlxgjmwqvuYgbJyp4mFg640FQBypNqHXdmHV4UEpcPBYmDfr+2Z176Rro1yipG0jdIgM2RG/vCr4DVv8xs9QSbkD8vK5YTNH8Blp1kIXpcxh1dRrGZc49mLU6xmZ8Y7qkSgrYlVjYYEbleiQfIlydIsYhVtqMx0JaUeHpYUBRknlOOWjK+fWleSdNR7EUV6/7gpQTN43E2j4OuDT5ZG9TWqrMpd3zxF1WVHnqLMsrPuTSVkUTZKrNrPuTzSvmRLFatp62c5EiABEiABEiABEqhHAkGuxIjOuyLUjeSMSg2gp3rr/UURptqeK0kjo0cLh/GkbTOyXF54NTqnkgdjjUgNUBR5GlXO87g3uq+FF8x9990nxx57bFmt4ktmRKDiipKqeHzDhg2yfPlyefHFF0vKrep2UvOsHnBAP7QsELcqV6PSAnTq1Ml8Gc6rBQkU5ZxtwbbZVLMQoFhtFqystDkItDWxelCv/eSVVa+baEhcdhRic4hV5Cj93t25yFKNytTIyjTizydWS+knROWRU04xW9uTIkmRJmKvW//L9BnRrWCGvKdR+VLddVkJsYo6VXYmRdhq+4f89gT51WHnyOkPXG629SNVQ5K41nvjxKr9GkkS777XKMVqc7xzsU4SIAESIAESIIG6IuCRHmlSAUhRxFohYjWtmI089Kko+tSNAs1Hz+2a31IdpC+IJm/naLRPRy/ckWsjSqxGC9l86oTXkTNzmIiJ/rOid7UBT8RraxCryJP6/vvvm1HGSdX27dvJF19sMPn1X3nllYqJ1R133FFyYhURq5JKriIna4cOHerqZVrXnaVYrevp83WeYrXVTWnrHVBbFKsn9R8uo2acZ3KOYqv5A6NuMAc6lSIs06wMCD8ITeRZxfZ9MIfctVMRRNUTNT9Jgs+OWIVgnPpCLmdm2m31x0wZ5z3ULM12+GqIVQhsCNVXLnhYJv/5d/Lzv99p5jYp1QLFapoVzDIkQAIkQAIkQAIkUCYBI/wK+QxRW6xY9TzvSsfISFSnq+nFalhebuvZ9p+2zcLhVdiWbV8tL1aznPBe5ixH3l5uxCq29n/++eeBWNVt//bfkKr4t4pV5NnXe8oZ1+abb27OMMjlrm8KolU3biz8bEewaluIdN1uu+3KaZr3kkCbJkCx2qanv/YGj3yef1nyN1m6ZoU55MmWa6WKVURA/uaxm8yJ8bYgrPUcq4i+xInxiMo8+o5zgkOSwKTSOVZ1Jdh5Ot+/4BETOYrIysF9BiYuFjdiVbfIZxGrL536f0EEatzhU25nICtfW/l6cHAVnoeshLyMuyotVtNEniLlAi7kgH17zUpz8BauNCIY5dJErLrpHBInL1+grUWs4kPshx9+aA6K4kUCJEACJEACJEAChoAeGGPld0wSq76Tuu0ozbjoTpt6FrGa62ejyeP67acRFVpIA4A607ZZqlh10xgUxuHkSs2QCqDexeqnn34qa9asMShskYp/t2/fPnhMxeqGDV+aswdeeOGFiohVPbwK5xjkBGouFYAtVpEeAJedGgD/xkG0W2yxBd8ESIAESiBAsVoCNN7SPASw7fz3C++T5R+u8B4GVIpYtaUkeo1cpdgq/s2d95F6Eavotx3VifyZiGDNIiyTyuqM2vlCsa0dp83bh0LFzXzU4VVgHXe5OVa1njSHQaG/jy+ZHzqoyU4PkDTuSohVm1lS6gJNrQC2eoExooTTytA0OVY14jjrK7UtiVUc+LTPPvvIVVddJePGjcuKiuVJgARIgARIgARaKwFLWA7rlhtkklh1ny+Smnm56B4Q5UrNTGI1yIE6TYY8NlYmWWkATKdTtlmyWNVDh5xDqUQfz3x4VW0sqHIiVpOiVSFXVaq2a9febNN/55135JlnnpH169eXDQD5UnGY7C677GLlVi3IVTvnKhqz5SqiXbfddtuy+8AKSKAtEqBYbYuzXkNjhmh6cPEcuXPxw4FcGtz7m3LAzvvKIX0Ghk6hzypWUfcZ946XD9Z/bOrWS/NgNrdY9W3vhhTTSNS4afCVQzSvRjfi3iRpmPXwKu3PLx66Sq54/kHzT/fQrLg+Rx1ehbH8/LCzTAoD3+X2086xmpSzVOdw+qjrgqpVXiaJSlvAJglRVB4lYZVX0kFbqAOMZi95MnTQlj2vafoRJVa1nixpBdz5aEti9ZprrhHIVfzNiwRIgARIgARIgASUgC/Ss9wcq8GBTgtGyjSNhI3KMZrPTRpSXJ6t/uivnbvVPUArbZuli1WNip0vhbZz0apzZaDMlyEmxyrG4Ub0+qWvE+lapSVZqljFVn6IVVy+7f94LCdVIVdz0au41q5dK3/5y18E0a7lXltuuaUJHOjdu3c+UhVS1S9WfSkBIFYhWHmRAAlkI0Cxmo0XS1eIAOTXzX+7zQg8CKnv9vm27L/zPrEno5ciVrt07BwchIR2cBAUxNP3e+9vtmLf+MR0+f2yRUWjgtA7e/AYE9ma9VKxh/sg907qe4SpAkLNTW/gq1uFcN/uX5efHnpmSC7b0jNOrEJO3vnMTDlr3q2miT8ff1Wq7fwoawvHNIdW6Rg0XygiaiccdrZ8vH6t2Z5/7TN/iNyS7/ZTxaJ9kFac3FUpizJH9R1qunL1YzeZeY4bM9qFiBz96LXmHqQdOLLv0BBre27sOUXZPt13Ndv4Z74w26wfrK1JR14Ueb9yPfWeSwRfHCB/rV523Vh3N464LLYezSmLqNRhfb9vOM9d8jfzWsJ6u3XE5ZESO2ktlyNWn3rqKXOiKLYexV3Yfv/II4+YIjvttJMMHTpUttpqq8hb4uqFGMX2KffCN/W+OlFX3KX3ab1x49G69B6c/vrSSy+ZKAG3bTw3Z86coK/f//73Yzm5jJCq4Ktf/WrS9EU+r30Db189mhLBrcCXIqEUNqgXvOz249IwuCzj2IIruOMCe/RZ+UetD3uc2qcoBklrWttw5z1praEP6Ks7NpeTOydRLCq9ZkpebLyRBEiABFoBgWixGj04V2pGbcN3D7FyI1izRayKSF64zg+iQ4v7mNRmOWLVtJaPjNWWwWLUm+fK0McKYjWq3HlIBRpc9S1W8X/0J598YkYTzqeak6h2pGoucrW9KfvFF1/In/70J1m3bl3Zrx5s5cdn8d13390Sq0gFkBOsmhJAI1fRoB21iohXfPbhRQIkkI0AxWo2XixdAQK6PR9y88JDz4yVqXZzWcUq7lVJCGE1dLdBRqRBrOIkdki85hCraBfC745n7pVHlj5r2sIF+XbGoJMTpRcE5Usrl5h7hu9zeGibOx7D8w+99kTsFn1IQ0g/+4qLGnWnFQK3S4cuqU+qB+dfP/rbyNVhR5TaheL6iT68+cEKUzyq7yro7371iYAzxO55B4+JFcm+/sbxsefE7v9e3fvIkN0GphLwiDTVy55X+3E8jzov+N4ZXpY+Xii48zY9TJQ35HA5V6liFXLrpJNOMk03NjZ6pSY+bI4ZM0Yef/xxk1AfeZyef/55c8+VV14pI0aMKOp6Ur2INr388su9Qz7kkENk+vTpob4kbW966KGHjOyy6/WNx+6X3gMhduSRR4r+Wzt1zz33yMUXX2z+iXEj7xbG7eufj9GyZcsM07PPPlt++ctfljS9uO/GG2807SMiwr2GDx9u5sV3ue2Wwgb1gv0ll1wiP/nJT0wz2uadd95p5Lp9uSx9bCESR48ebdiAJS5dTw8++KD5pSJufWh72qc4BlirM2bM8Obi/e53v2vadTklrTW0j6gWd2yoD5dvnvC4zqWuy+ZaMyUtNN5EAiRAAq2EQFF0ZSsZF4eRjkCpEaurVq2SL7/8MpCqaK2w9T+XAkAEgjUnVfEHUhOfB5544omKpALYdNNNpVu3bjJo0CDZZJNNzIAhUfVPLt9qLoLV/YOyuAf38yIBEshGgGI1Gy+WrgABPXkeh/WYXyCX/E2eW7nEbNe3oxN1S7jm+IREW/HRO5E98EWXQs5But189CXmJPbfHHauTH3mHunaobP8+qiL5dk3XzCRh7heWfW6bNWxs/Tcqrvs2LV7YgRtBVCwChKoKQKlilXIMghDfCj0SVLIn2OOOcaM9bbbbguiJvE4RBEee/LJJ4uiOJPqVXGm264UJsQnhBm+cb///vsDuerKvSj4Wi+Emm886NesWbPMmOPEKqTq6aefXpTHFTJt5MiRMnjwYJk2bVrQDUi1pUuXFkm8KVOmyEUXXVSyXO3Xr58cfPDBhjMOR3CjViEVcc2cOTPoC+bm7rvvlkYvbLgAACAASURBVCuuuEKGDRsWpEwohQ0qjRKrYPzcc8+FBHgasYo+QzrPnTs3uFclI0TnG2+8UTS9vnFqoajnEJF68sknm3lx69Q8vXh+3rx5smhR8e4H1B8l3X3P6ZrxzRPK61xqCovmWjM19cbEzpAACZBACxOgWG1h4DXWXCliFVGn7733XrC9XyNWdcu/pgDA45CX+jjue/XVV+WVV16pyOFVQImo1e985zsmiAHthcVqLmrVJ1d1GrbbbjvZbLPNamxW2B0SqG0CFKu1PT+tsnd7TD4iiC7EABFheELfw+Wj9WvNqe4a3YgT6nFh2/WsxY8EwhNReYg4xPW7J2+Ta4+bZCJEe2y1Qyj61d4mjhyu2IKNrdPfuv1ME61qi1jdYp+U07M1TggigcH96XeWyAOjbkiMqG2NDJLGpBGrYLTwrLtjt+on1VXLz5ciViGzGhoa5OabbzYCCULIjbZTMeiTRbh/v/32k1GjRoUiMtPUGyVWwRgRjfi23o6SzCpWIcwgT235ibpxIABkI0RlnFjVcr48rtp3jTxUoeYTzGhTy0cJt6h1pdG1uO+HP/yhiap1I1/jhKPOnRvNm4UN+uYTqxCjH3zwQZFgTiNWo+YS906ePFkmTZpUJOpLEavouzJ0o5HBEY/98Y9/NPnMfNG3uD+LWI16Pfj60Vxrppbfo9g3EiABEmgJAhSrLUG5dtsoRaxiG/+HH37oFat2XlWNVM2lBmhv0gBAqlZSrHbs2FH69+8vPXv2NBI3SazieVyIYMWFlErI1cqLBEggPQGK1fSsWLJCBCA8Fy19vigqVLc5Y0v2hQ9eaU6+17yodtOQn8hriS39u3fd0ZTT7f2adxTRrgf89njzfO+uPWTNpx8bYYto2Yate5it5Z07dDYiVqUqBO/hfQaZfqXdUq25OiGFT+o/vO6Emx54VG5uzgotjZqsRlNQYH387rjLUqeuqMnBJHSqFLEK8YaoRkTzqcx05SCi6vCtuR0RmcQnTb1xYhX1jx071kQ1qujNKlYhypDiwE4HoGPU56LEapSMixp3nPTDPSqabVGcxFAZ4G/IYZupfW9S2xDEKr6VeRY2aMsnVvH44YcfbqJxbSmZRqwichMXpGba/LOlitUogQkuP/vZz2TcuHFmrSlnd16yiFXci4hoXwSs+3jSvJW6ZtKsK5YhARIggdZMgGK1Nc9u8thKEauQqpCrGqmKVlyJqtGqKlVVrL7++uuyePFi+eyzz5I7l6IExCpSW/Xo0aNIrEblWmWe1RRgWYQEYghQrHJ51AQBRKBCpn6w/mOTEgDXrw88Saa+8JB8a4c+gUjVn3FwDw7rQRnkG92mYxcZ2OubQW5KPTn9pVP/T/762nwjPfWwIlfM4kCpXxx8iuzfax95dtkLpu0T++e2xiL9wIOL55ifTzv4ZPM3xLCmD/jpo9ebg7CQSxV16H01ATWhE5rr9vjdBxcdklUP/W+JPuohWnEHaLVEP1qqjVLEKqQpovU0KhPCy42KTCs07XGmqTdJrLrPox/Ixzlw4MAipDjESPO82vdBnv3ud78L8oAiSvHNN9+UU089NZRT1ZVnSX1zO5CGUZJIc+u0o34xNt267kZWJtVrP18KG/QrSqxCtqN+bN9HKglI0jRiFYL7qKOOMhHFyB2L6GT8EuHma7WZJIlV1HXZZZeFMOJgLHxxgNN17UhsOxIYfVb56svJm1Ws2vJex6NzedVVVxmR62Pqe59ImtuWem9hOyRAAiRAAiRQLwRKEatIS/X5559HHFqlh1e1N6LTFqsbNmyQ5cuXy9NPP12RHKtgjFQAGtSAtjSvqi9y1c65invx780339x8biv3Ml9QuAeYlVsp7yeBGiVAsVqjE9NWuoWIz988dpORpIg6RS7U7919kYlURd5VRJfi6rpFF3PSO0QqDnY6qNd+5rT5HTp2MVv8kUdVt2jr6fQoq4cAQYb++O6fmbpwmJSKWbSJ7e+4jr7jHCNxGz9cIQ+Nmyp3PjPTtKHiFG3hUvGrc4RIxr7dv153chJi9e0P34k95KmtrMOocYLRx599kupwqtbAKqtYVQFkb5GGeLvppptC+SjTSEObX9p6k+SlT6wibUGvXr2KpmvvvfcOtsjb9+lhS7Y4RoQlZJp9WFUtilWNULVzmEK0Ifesnd4gSb5FidW0bAA7TqxC+CLfLAQpRGsasYo6NQ/s7Nmzg8O3ovLionySWPUd4IX6kPYBQh1b4/RChCqiUzQKW7fwawSrvcCyilXc6+ZS9eVeTfO6Sprb1vC+xTGQAAmQAAmQQCUJlCJWcXAVxCVEJi5bnto/2wdXqfTE54k///nPJuK13At14vMKdgRBkOJSeYqDtXwRq5pvVcumPcBq8Q39ZOztVo9HT5NF5/TNP7BYrus3V4YsOk/0kaKxPX+d9Js3RBad01NmnXOpyPjrZVgznJuFfk7tPUeuPzosi4sfR5/Hyox8R0dOWSTn7StSNE48nx+rRrebW4Lxr5ZZ5wyVSQt0xCNlWp5DqLwUHs+VzN3XODbXrnkEcvrS+QG6XJ/C/Qxayfe33DXE+0sjQLFaGjfeVQECyKH6q3lTBRGTEKuICuzXe1+TA1WjSiEtsZUfh0qhzO2HnW/uwYVt/ohSXf7hCiNhcciVRhhiazvkaOeOnUVFK+5BvbhwirpGvJ4+aLSMmnGeaQf1XHDwWHPAFVIMoL0/LJ5tUgRAskK8Dt1tkIx+9NrQQVsuDmwfn73kSVOHXppqQCNfo0541xPjfSfR3zjisth0A+ffO8GkPdDLd8I8JDNy1j6x9B8hSYz+geePDzi2aLu7e3L9fx04witk3XI6FpcPhOWvH/1t7CpC3319wU2agmHOa0+aaGa9IMohwkf1P65Ihvp44j6khfj6DrsW9cUdixZASomkuUNZ3xh9bWHO8KXBsrPujUwzENWe3Wms6dO/fXJZqQqyilWINeQZ1VPZ0R899R45VzUC1N5KnuatI229SWIVMuyOO+4IJG8aEYX+2fUiMvGMM84IpTpAVCIiGePEquYm9UUw+hikYYToA0hhN+drFFPIOeQwhbDUC6kR0Cc7V2uSfLPbLYUN2o4Tq3heI0ARkbnXXnvFso0aL+q4+uqrTfSrL1dtklhFvSpK9dAqiNXp06eHpKpG/rqSHu1us802RYdYlSJW3fXjm/vmWDNpXp8sQwIkQAIkQAKtmUApYnXlytxhyJoKwD68SnOsarSqHbWqh0thV8y7775rcq5qztOsjCFtkQYAnxUPPPBAc7svWlUjV+1oVU0FgL/Rp+7du8c0nxeHMkHm3DBMcroyJ/saJxYLzMiKArEaqV6zIgiXR/3jcpp0oN0v7+OO1Fw1S849olFO8YjhxTecK40nXi/DxC5TuH/Um+fK0KWnBJI5iNwdL3KpXac1flugqtAVtw/m33NlyMOugF4s153TKKOCuSgPG+8ujQDFamnceFcZBCDFJjx0ldk+//vjrzD5ViEtEXG64sOVstet/2UiVs8YlNt6b0sv3Ltk1RvmoKq1n601z2G7Pi7kS4Wk0npxOJXmT8XzkKqQoipmEbkKAYtLo1Ah5hCZeuuIy434c3O5anqC3xx2bmQe1mOmjDNCFaLylP4jTM7Wua/NN2kNcL1ywcPmb/QbY0GErl4QuYP7DDRjgZhDGoOz5t0aej4q3YDmS9XCENXf2W1giJ8tmRG1O6TPt6VLx85B/8AEDNzxQcbe8cy9RgDi0khfV0ii3I1PTDfc/nz8VdKn2y5e0afz+JMHfh2wR396btXdHKSlshTzA2FuX5rCQOfv9P7HmwPOkJ5h5guzg3tR36+OLLB1eaLua47+uekjBLx7uWPGmlRhi7mDxIdg980dHtMxTnr0xkDSI3ev3Rbq6fXb40wVdoS12xe3PfA/v/8JphgOZtP16+OV5aWaVaxC7EDauVvrsdW8b9++gQB0c526fdLt9SoM09abJFZdGVWKWNUt2BgTBBnSAKCfSVGVvu3c9rhV3F144YVm+3oSI99W8Li51fZxyJSbg/Tyyy8Xe0t5nHB027WZp2WDfiaJVZQBA6QDuPLKK+X000+PPBgM0Zt33XWXN2dvXF7RLGIV/dEoVI2kVd4qPZHv1p1TfNHgSt1SxKqdxgEpDnyHY1V6zWR5r2BZEiABEiABEmitBEoRqytWrIiVqnakKn52I1rfeecdWbJkibz11lvy6aefloQWKQDwGXqPPfaQLl26hKRqWLAicrWp6Hk7zyrys0ZdUVv8CxGgy0ORnzJABWw4knPk6JEyQ5yI1bcLMlQGjJSR0igNJpLVidIM6sxFlPoiUrX/6O+lMrEoYjX8uBthi756omifv07OfXOUqStdvSICgTqtQeaMbZShJkI3L5I9YhljmXtwPmIVIvUykYkheT1VGhyxGojeZoj2LWkhttGbKFbb6MRXa9iaSxXt3zHyOnl8yXw59oFJsdGfpfYVEtHO0fr06JuMREOb+++8j6z46B0j4yA+IXeP6jvUPOYTbej3jIUzBYdU7dFt1yDfqts3lZsQX+7p8Rp1iIhH+8KBWirG9PAtfR5yDxG8esWJM80rq2Xfv+CRkMTTQ5jwPASuK2htYYkyyE9ri1ONBtb6IY4xh66URDuQo+44ffNo9xnzAxmOy2ZiPw7BOGTKWJPOIap9jQBFPa6stHlCtCf10Wbmy7OqEj2KKR7fY/IRJor22uMmFSGw6/etGfeGzS/7tnnI7rse1AYmuOIiX5NeS1nEqm9rstbvPqf/dk9VR3mVV9huDWmXpd44saoRkHbkbCliFX2EwELkIg4UgvBDjssksYr7EDGKqAHfoV3ad40c1frs/trzhSjeWbNmib2tP24+ow5Awj1ZDkGC9L7xxhuDCFeXeRo2aDONWNW1gPKIfE46GMzHKk5AZxWr6IcdSau5Td1t+vY8+J4rRazqPGF9IH8sWCxaVIjOx/OVXjNJ7w98ngRIgARIgATaAoHKitX2wSFWbhoAFayaEgCffRYuXGjkaikXdvzgi1hEreJSUWrnVg3nWW0y0bGaCgDl9b4kseoTldrnsOjMydS5h86RiXKpFcmZl6y7In2ApgI4RRqPsMShFaHZcJctTwt1utv7fdxSC1D75iKpiSfD8tVIUBkpM27PJw/Iy15xRa6K1bwgDaJTLTlss8skVps76reUhdhG76FYbaMTX61hq0iDLFuy8nUT8Wdv24/rFyQUIltVINllIdmuPuriIIJVI0Ehq9zyKNu1Q2eTtxXb5u2t5FonxNXZg8eEugPheuSUU4KDsobsNrBou7lKPZ+0g7ictfjRIO+rVm7LxSixCkYqX+87ekJRtKwKQ3u8dl12ZCTGf/+4KV7Utuhzx+BrA1GcrjCshFi1mdiC15amtnC1BwPR+JXJ3w8eskVjVrGKdBUaleoTq3aUsI+rPh/VV1sgo8O+ubXH5hOreN7m5Qr1LK/1LGIVkgofAO0DfbQtX9SgHlCEaEREaCL/E8TQ+PHjZenSpcHBRVnqVckH6WRfkGFIAaCyVp+D3EMEp6YocNngACtEd7ryELIXEZ72Fvo0YlXLoB8XXHCB7LnnnkYkI+IRUaNnn312kNcVfdEUCIiEhMQDI0S2Tpw40UhVVySin4hmxB/7UkE5atSoUP1aRmWhiktlbh/chDpQDhGYdrulsEG7acQqymnf8HOUWMVziEbGurHXE6J0wRSP+wR0KWIVbWkkLaJp8csOUkC4B4ApW00/YbdfqlhVFkg5cNJJJ5n14V5Z10yW9wOWJQESIAESIIG2SKAUsepLBbDJJjmp2q5dsVzViFU7dcDatWvl2WeflX/961+ZsaOeb33rWyZaVUWtLVbtiFXkWm1qglANi1U0qnI1LhVAlKjUToeiLvN5QiFiIVZDQrYoxyrEqp2XtRA1CrEaCEerzsqLVV+ag9zI3HGb3KuvF9IhmH/LNJnTe2rxOBGx6mzV93HMFrEaEVWbefXwhkoQoFitBEXWkZqAiiFbFLqRkVGV+fKWalnUt1/3PiZHqnu4VFzn7H7Y5SDJ7Pyo+hzEpV4Qtq4wi4rAjOtDGrEK4YbIXly+qFU7H6iKYlusJglC7Z8rJW1Jp1ISW/zt9AWucCxXrEJAIx0ELjcyU4Up5kFTKvjY2gLW7l9WsWqX94lVtI2IVJX37lpGPzT/r9tPjQBG9LDK26St/FFiVfuQdH/SCzWtWNUck/Z2crduyKjFixcHUXYQdZByiH60L+RnnTRpkpGOWetVyee2ja3bP/rRj4LT0/X5pBNOITQhqlx5qKIY9apITiNW0S7KQfZByuqF6NczzzzTK8r0wClIa70g1iBi3RPvoyJwNerXl2c0eC/bZZdAPEM4+g5ughA+4YQTQu2WwgZtphWrKIu1A5EcJ1YxJ5CYEL9R68ldF6WKVTslACKQ0bc33njD+3LSFAy2jC5VrKIBRMC6OXHdhrOsmaT3AD5PAiRAAiRAAm2dQCli1T68KrzVv51XrNrRqipXkQIA+dqRxz/rtemmm8qAAQOkT58+gRy1ZWoWsYq+desWva88KhWAisJTlg71StCaF6sm92qjTCjKYYrZKJaYPoGM3KpRYvW6XSfJIt3mjyoRFXtXg1wfHPiVS2uQOmLVG1WbdeWwfKUIUKxWiiTrSUVAxRAK+3J5xlWC6L/J86Z5xakKUgjR8w4eI6+tfD3ITQopudsOu8iFD14ZyFItHyVW8XjD1j0Ehy8hVQAupAuwD6SC9HMPk7IjPnGP1nNQr/1kt+67Rh745JOhuF/FHiSpHd1oRzZqNCqE5//9/Z4gAtcWq7ZoRDnkcY26orbh231xx2n3p1SxipyoXTp0CXLRIofoSf2HB6kGskhRu392rtUsddj88XOUWHXz1mpeV52XqChUzMnSNStM9HAUc3eOfGJV8whH5b1N9cLMF0orVrPU6SsL0YRLI0TLra8e7oc01q1dboSpr/8QdDglNo4ROOKPL5KxHphUoo+QnvoLSFtaT6WumUowZx0kQAIkQAIk0JoJlCJWV69ebQ6esiNRc1v/C2LVPbzKPegK97/44otGrmY9wAo5VfH5cueddzZT46YB8B1iZUet2odXbbbZZuYL8ejLF9VZ2J4PsVrIeRqVCiAnERHhWRupALDNvzh/acDAJzGdLf52xKr38CrkWLUiV325YYvEqn3YlXN4VVLkcGt+jdbi2ChWa3FWWnGf9GT2Uk4whxSzDzuyMWkk6bd26CM4sR5iFXk+sd0flx66hJ9R9hcHn2IOsfKlFUAZ3xb3NNPi5rt07/HlBU0TsQpJaked2pGcEGtPLP2HOeQpqq4skbRRZW2xinHZB4PZUq9UsaopGlQy6wFNpx2cO8QsixSNSmmQpQ63zSixaqdZsPOkauoKN9cu6nWlq93fuLVni1XIek2N4ZP8adarW6alxGopfeM9xQQgVPHHPZyKrEiABEiABEggPYH8oTCefH/p68iVbO5f9I24uN3Xq4ERUWZuWefkb/fpmJPAC0UT6vBCcw7esctUgHtwOE4pp4I7cki7Fsk6S38j6s66rlq6fCliFV+GI+LUJ1bbt9+kKM+qlsPYVLBCbiKdEb40X7duXephQ+Dutttu5uBYCFZc5YhVHIK19dZbJ7ZftEaCtRF10FQNH15lXvuTZH5o1Nb7SkQu0xCDiEO6REbKtEXnCY6s8pcvNOqNgr200KuRU/IHW+XrstMjJE4YCzQrAYrVZsXLyitNAFuecfmEqC1Xn35nSVEZFar2tmtf2gAIvlfXvC2QtJBXKvbSjgVyFdG1f3/zeW9qAvdApbRi1ZW2SEPQY6sdzKnyGhWZRqwm5fFMK1bRn1EzzguigFUq3vnMzLIOr4J0/NGMc4PIZI2wzSJFbVFp885SB+Y7TSoAlLOZ6cFgiEId3PubohGs9vpxpastZ1Eu6gAqW6z+/LCz5Og7zolMQ5B2vdrlKFZLoVa9exCtiTysvEiABEiABEigZAJGfjXKwAUiQ7xbYNPX3CJi1US45U/VznctJysK8iK6x6VI0fTjjy6ZE01iSZFc2byAGl08pkytNoPALEQT2qztA4fCc5CpvzVeuBSxChGKz2XliFXcu379epNj9emnn05FCVIVnwUPPfRQI0NRB65yxCrq69SpU6r2K10oNmKz0o2xPhKoIAGK1QrCZFXNT0BzVvqEKMTeDh27yDvrPw5kEyTpKf1HyNtrVsqdix9OlX/VTROQtHU+adQQkDc/ebv8/O93mqLuoVBpxSrudSMxEfmr0ap4PqouO7o0KvJSx2HnDLXTCbgRqygPIThkytgQ74G9vikvrVwi00ddl4Qm1F87X61vK78tOZNyrNr3q+hEZ5pLrGq+VLSB9fOrw84xeWij8ge7h1a5oKLmyE0FEBXFnAg+ogDFaqnkeB8JkAAJkAAJ1COBqO27ubHkJMc0kXFjxZx77UQrutFX0w6dK1Nlolz/rb/JuZeJnHLoXBl7qciE24fI3NHhaLCBE+eIHjwTnJKtCCOiIv2yT8REbI6TfFRYcXRoLsrLiZbDYzvO8vSzUU5BdJmpM3/at4gU+huWs+n6HiVW7e3QJp7NCNhCqyJBhFpUf+zHwW28yKVO5J3NOjSnELoHz5V+noN1oli7jxdHtlqCOyR8SxhblV5SpYhVbONHOoByxCqG+95775l0AFG53F0kaK9jx46yyy67mPyq22yzTejwKqQUwJ8sqQCQBgDpAKpyOZGjdoRmVfrDRkkgJQGK1ZSgWKz6BCDxfr/wPnnotSdiBalGnH6/9/4yqv9xQcfnvjZf5i/7h3yw/uPI+zXqFYIWh2EhhQBE2ZG7DZYDeu0Tm5sUDSFSFdeRfYcWAVOZVo5Y9aUasCNQo8Rq0un12tmog6PwvE+s4nH7Hq3HHWPU6omKjo3KkRp3UJTdxjFTxgWRtHb0Z5JYxRrD1SOfV9cWpklC2palWDPbdOxi8qe6l9aJedP8vSizZOXrwSFWUeLYl2PVHqstkUt5xVKslkKN95AACZAACZBAnRKwt76H5GRuPOFI0HC0Yk4oNgRbXM1BLEdMEoEwhVjVn49ebmRhoyVStWxDPoJz9arVsm23Qk5HX+7BoD9JEaurVsvqbttKUFtoe78TsWr3+ehtc4fJIKfhww0y9YhJov0L99cRq6n6njJiNbLvQ2SuHfGa73fQv0BgNsgdCayLonvjUgEUsS6IeEjxojWga0ZPSrfrLnVsVXhplSJW0c13333XSMyow6uScqwilQBy7OPPZ599lnrkaG/zzTeXPfbYwxwGi638pUasoq7tt98+ddssSAIkkCNAscqVUPMEIO5+/ehvg0OZ0GGIp6j8qDogPThK/9344YrEiFX3MCuNgrUjZJED84d9v++VrBCCuHzpA1SKufIrTcSqLQdt6Wjn9ES7UXX50gh8c+d9iubejmy1I0hRMEqs4jlb3OLf5YpVux/uwVhnzbvV9DsqF6ktet0ySWIV7fbcqnswfzbrJLEad6CXDVqjrpET172iDijTcj6x6kbyzh03LRDDWV/cFKtZibE8CZAACZAACdQvASPGlp6S31pfLP9cwWmXD9+bYxCUN2I1H/mZj8IMb4P3icZwRKl4tsdnyrEaivDUXIk+sar9zJ/SHYhV63FzIvhQaRxbiHzN/axzn9T3jDlWi/o+UeQybd+z3kJi1T2AJ8y6SFpnzLFaFGkcrJ9cv0Inxvvqzjq2Kry8ShWrSAUAORolVnOHWRX+2IdXYZjLly+XhQsXmsjXUi5Emh5wwAHSs2dPc7sdpWr//OWXX+bF60b58stCRCvugZRlmqlS6POetk6AYrWtr4AaH78dMQhZN3yfw822fhzagytJrmYZHqQqroate5i/cfDVhYeeaSQVIhmXrHpDFi57IYiYRfkLDh4bik6FNHtk6bPy++OvEFtc2ie3u4cZqSxDm+9f8Ih07tg56LaO35acdj5OV/bZ0YvuNnSbJYSs20d7W7mbBxYdUnHo9lE7G3VgVNwc+CJW7X4g+tiO+nTzurrjB5sz7h1volV9B4VFiVXct+Kjd8zhaNcc/fNg7qJytfrGhL59ZfL3zVOu8NbyOnc+viiDw900ZYRv7Hb9r1zwcNANW0S792V5DVCsZqHFsiRAAiRAAiRQzwQiZJ8lNLOK1SDHqkes2tvblVpum6/2o3BQjE/a4p7IVADWNARb84Nx2Kd9lypW7Xm260jb9+hUAKGaTRTwfClI5fBJ5ZEH3zSXWC2KWM2NQ6OPffMUJVal1LFV4SVWqlhFOoD3338/OIwKEart27eTdu3CQlXFq+ZDRZTr559/Ls8884y8+eabsmHDhpJGvemmm8rOO+8s/fv3N1v50Q4uN3o1J1YhVJtMhK2mCkDZr3zlK9VLA1DSqHkTCdQGAYrV2pgH9iKCgIq3n+17VOgQIIgk5Bb15VotFaZ9sn1SHYiKnLX4UZn6wkOye9cd5eqjLpav77Cr2IJLI2Y1Uhb/vnXE5aYcLkR5Tn3mnmDLOh6zZS0kG+qHPNZ0BBd87wxzL9q5+9UnRCUt+nPhg1cW1YUUBnoP7oNYhDxUbpBwXTt0Fu2jHvB1Yv/hIQSYBz0QzCeUtbCOH2V8EZl2pbbo9fGGfDx90OiQaEY5CMwJD11l0jTgQp9x0Biu3y9bZP7GevnpoWcW3WuL56g5Voltj1nLJkXi6vjd9arz/dNHrzfziT6fss+RobnBfLtpLjA/WFuvvfOGTJ43LbTeNX8w0k64Eclp+PvGn0WsTpmSS3Mwbtw4L8q45//zn//I3XffHfkyO/74481J9zgVFX9w8j0uve+ggw4S/HGve+65xzw0YsSI0FOIIEB/8A28r7+l1ou+oc1ly5aZ9g4//HBB3+1v+rVuHVPS2FGPjlfH7wMVxQBl0afZs2cLTqjFQQYDBgwo6lck/JRPgCnmEO3g6tWrtAdvXQAAIABJREFUl5kTl/0111xjHnfnK2lO7G5gS9wjjzwie+21lwwdWpxmBeN96623vD3faaedivqUcogsRgIkQAKtm4Bn6384V6kVgYpt8hqNmI9QLC9i1UIb2qqfezxtfk/fBBVFZJr65+YP5ipVrEZErCJHaxCZG9f3dGI1vu/h0YbKtphYDa+JLGJ1+Q39ZGrvQl7dXHoFnZeYsVXhVViqWEVXIVYhRjXXqhulqv/G8xCca9askVWrVsnbb79t/oZgLedCSoBu3brJjjvuaP7G50AIXhWo9t9uRCtkLMQqLxIggewEKFazM+MdLUhAxSpE0Ul9j5B+vfeVj9evNZGjiOzD4/ZhVaV0Tet4YNQNgfRMWw+E1p3PzBRsT9ct65Cczy57QT5avzaoZrfuuxalDtAoSbetHlvtYKJkUc/Hn30SPN2lw5ZB/3Dvs2++EETLoh+IqHUv+x77OUjN11a+Hiru66MWgJC1L+2jj5PW7UuHYJePGj/K+NIUuG3hfrRlc96qY2fDWXOkuve44/D1v0+3XYyQjSob1zcdk9YRN153btz51ntRF9Y8Imqj1goed+9Pw9CtL4tYnTNnjpx00kly1VVXFclKSMyLLrpI7rzzTq8IgzA88sgjZd9995WuXbsWjWvSpEkmRxSk3OWXXx5sidL7cM9zzz1XtFVp+PDcFwIzZ84M1QnxdvHFF5sPry+88IKRtvZVSr2Qn7fddpsMGzZMvvGNb5iTYO+44w5T7YMPPmj6j0vrfuihh4xcTBq73X8d/yGHHBLqL8bx/PPPm7anTZsWPIc+HHPMMea5k08+2Ywzql++tZ/2McjhwYMHmwMSMI8QyXgMPNAu+q0XtqVdcsklgSzWx5PmxO4LWM+aNcu0t2hR7ssT+8K8Y8xYT+619957yy9/+cu0Q2M5EiABEmgzBPx5TMM5NBMjVmNzrIZTAcywt/bbUtfNF6qH10SlAvDkWLUnzUhZzfEZ5IktJRVAihyrRqwWl5tf1Pf0YtXb9980yKSfNsqEh6+XYd0w2nDkqBHi5gCqdDlWQ4IzU47VsPTOkmMVYrWksVXhFVmOWF2/fr357FUQq8URqx9//LGRqIhOxWc6yE7IWN2iX86Q0S5EKqJXIXHxmRlRrMib2rlz53x6gC9NtKorViFhcRAWLxIggewEKFazM+MdLUgAsujUey6JjUzVLfxZo1ftrf+/PurikvNSAgeE2tWP3STf7fNt78FVLYiMTZFAyQSyiFU0MnbsWHniiSfMH5WVKt0g3mzpZ3fKlY1RHY4SqyjvSkU8FiVW8TgiKufNm2dksEaEarvan7T1QtRBotoCFffig/SQIUNMdMBf/vIXU32UWFXRGjdZ7vjtsj55rYLR1y8I16VLl3qFdNYFo6LTlduQpaeffnpIqEeJ1aQ50T6B6X777Sdnnnmmkew+blHznnVcLE8CJEACbYZATLSgvZXbjTJ0IxTDOU9HyoSJjTJXJuYPr3Jzl06S+QFg6+R4POaebD+2UYaOmyHuieBpUgFIPh/qpAW5xkZOmSMN04bKJJkgc24YJkbw3Y7HF8l5bsRp0WFehQQGhdyiTtRrqr6nE6txfb/r0LlyItIE6GXLW5XRAybInPEilx5hsxax86JmyrHqkdg5mSqB5C3Oe2vNbUjahvPQ2vMSO7YqvCjLEavo7gcffBCKWsVjEKcQqitXrjRRrfgZB1SVuu0/LRYI1g4dOkiXLl3MF9Tdu3c3ghXRqbg0DQDKMVo1LVWWI4FiAhSrXBV1QQDRg4uWPm/6uvyjlSZKcY9uuS31iLScu+RvJjUATmLXC3k27Qtbp19d87bskC+Dsqf0H1FREYp++qIV6wIyO9nmCWQVqyq9ECmoUaIq93wRpQq4XLEKqYoIRjci1ifYIHr32WcfI+TQLu5xox61P2nqxZgbGhq8UZgYHyJ5b7nlFpk+fbqJ5GwusYq2bGmZxFQ5+KJHsy58cEaEhcpj+353679PrKaZE61TI1uxnsaMGWMEuR0Ri3IUq1lnkOVJgARIgARIoAUIRETDtkDLZTVRrljFdn58TkIEKn5eu3at2X2FKFUI1UpEpmYdoEayQrAiehWfzyBYkToAEa6QrviZFwmQQGkEKFZL48a7apAAtsM/vmS+vPrOG/LSyiXm8CmVr6+sel3WfPqx7LxND/NY3HbxGhwau0QCLUIgq1hFp+woRfwbEaE333xzbF7LJAmog42KWIUknTx5stn+bQtcn2BDdCnKQ6aq0HOFrN2fpHp1vE8++WSw3T9ucppLrGq9ylqjaN94ozgliPYPEcbIB+sTolkWmM4LJK3mjo263ydW08yJ1vfd737XiHG0qewbGxtDaSAoVrPMHsuSAAmQAAmQQAsRaKNiFXQhUvGZa/ny5UayIkVArVyQrIhixQ6rnj17Su/evY1o5UUCJFA6AYrV0tnxThIgARJoVQRKEasAoFGq+NmOXo2Co1JQ84Da5WxRFydWcSgR0g240bKoy86x2q9fP5MHVPNs2qJO27XlZ1K9cdvzfePNmmP1xBNPDKS0LTDtuiGIEbGLD8L333+/kYxp5GLWvsctbvC88cYbTRFE8B588MEmn657uJRPrKaZE9TrinCNFnbFPcaOX14g9e2LB1e1qrcnDoYESIAESKCeCORTJNhpCOql++VGrOo4//jHP8q7775b08NG9OoPf/jDmu5jzXbu6cul3UHj5bKnmuSSb9VsL9mxFiJAsdpCoNlM2yDw3nvvmf9A8Z/UlltsIZ98+qn5e+mbb8qWnTpJpy23DJ7fbrvt5M1ly2T77bYLyoGSXVbrUHq4B23g8S223DK4H89rW/gb5V555RXTJq5XXn5Z9thzz6D93jvvHJR/97335JN160w57Tfqti/Upc+hf/gZF9r59JNPTJ/x2LpPPgnGg59Rr5ZFn9HWzr16hepGrspRo0YFj+n48ICW17GAn7Zhj1/HgHEpC5sVmPguzBUY6fiVC8ra84Y+Y670b5TXttA3RENiDNoO2q7Hq1SxqnlVMWY732oUg7gDnPTgKtwbJ1ZxEJRGMOoBWq5c1AO27AOrfFGPrvyMqzernIwSqz6pjDFjXPhjj18Pr9JDqyAykcsUEhpSFVdLi1W0iXl/5JFHZMGCBWbe0T+IbpW9KOOK1bRzgnvtyFZdS8jvivm0o26jDq/iwVX1+C7EPpMACZAACZBAdQlUSqwiavWBBx5o9jyqpdJCXtWjjz665GjVlf/fcOlx0n1O85fJgqZLJPdJthVd/7lThu/UKBcEY1spdx5/psg1M+Wk8Jm4rWjQHEoWAhSrWWixLAkkEMB/xO+tWiWr3n1XDh48WGbiMJczzpA3ly6VhYsWSbftt5dBgwfLzb/7nTk9W0/Rvul//kfO/O//lsfnzTNRaDhkBtfhhx9uBKlexx57rKCNPfbYw/w59+yzZfiIEXLA/vvL/3vNNab+7+Oel182ku+TTz6RZUuXyvgJE8x9L7/0khxx+OFG7uJ51IGfZ8+eLaNHj5bbb79dDkHk2eGHB23OmT3b/LzqvfeMREW02cOzZ8uee+0l6M8tN98cPIZyGDfqg7BEf8ACZSEbweP6fJSbNnDZpEmmf3pBYC569lnTd7SHnIraPv7GeIYfd1xo/IhW22uPPYzghHDFfaedfroZMwTpS6+8YrjiWrhwoRxwwAHmZ4wf/Xxk9mzZrls3w13L6c+YT8wZtoj/YuJEuXfmTNOWSlQ8j3vR35dfftnUDS71eJUqVjHWNGJPmVQiFYDKR/sArXPPPdc0oRGreA6Rnb5LZSye8/Unql6VrrasdetHZKUKz0qnAtD23ahNCEcczuXmj7X7FlfGPsBL78EvBFkuPVDr7LPPDiKEXbGadk7Q7i677GJkre+yUzFkWXtZxsOyJEACJEACJEACbY9ApcQqyL355psm/34tXthltHM+KCVr/56a1E4GTDxWfv9WWCyax1/8vay4+yTpnrXSuiq/Ulb+p7t0p1Stq1lrzs5SrDYnXdbd5gioWF27bp0RluvWrpV+/fsb0de4bJmRbioMUeall16SAw84QPDzssZG2b5bNyM4IRYhQSEQISlV9tliFXAhaDt17ixXXHGF/GPRIiMQETmp8hXtQt5CZiIyFOJv4vjxsvDZZ03kK6IuISJn3nuvafdXl14qnTt1MuUhPPEYpCPqxD0QmPgZz6lYVTGK+hc984wZQ+PSpdLQu7cRq7ggHjGed1etMkL5m/36BWvDFat4Qg+n0XGjnxgH6sYFLvb4VWaiLrSNC+IMogntIsJUZSr4P/744/KDH/zAlINchbzut//+RixjXLhw3+n//d9GikNW/X3hQtlrr71MBC6EN+qGVIVoxgXZ3Kt3b1P31KlT63Lt16NYtQ/QUugQq7ptHJLP3Z4OSW4fvuQTq1H16vb0qDyyeI0NGjQoyDNbabGKMeo2fFsuphG+WKvYsu8e/oQ6MV68H9mXymv7MR2Pm6dWy7iS0xarWeZEI1vB+atfDX9qHTlypHkf0vQOFKt1+XbDTpMACZAACZBATRKopFjFAP/973+Xnd++0qCQGutrX/taSdXmIlWlSKqayrA9/pqGnFjNb5W3Gylsm39KLm83V4Y8JTIgv51+yJ/bydzvLRA5aICMv3SBNE0QubzdABlvVRB3v70d342mLdyHSNMe8uN7rEpHqAh2n7Oib+2IVfPzj8WO1T32zhUy80c5lQy5HIwDDwT1l4SbN9UJAYrVOpkodrM+CEC2vfryy0ZWdttuOyMx/ud//1eOGz5cli5bZp5DJCUk5JZbbmkiGyEDEeUJCbpz795GpGK7Ox6D0IPI06hNyFBcKmePPe44eXbhQtn/gAPMPWgDbaIutIELMgWRsCoAUSfE4JNPPGGeh6C49777TBt77rlnUJ9uZ0cEKYQjpCHKYAy777mnEbO4ID1Rp0ZtYlx2H7XviPA8fOhQmT1nTiii0ydWwRGCF8K5d69eRu7iZ0SKInIWF8aIvqMshK8+D17bbb+9YaHl7NQGqO+JefPMWDAGjBNjwv2YJ7SFC2wxbpMCIT9X+KCl7MET9SpHRLUi+hV126kN6mPl5npZj2IV/VYJh5+xbR5iVaMn3YOO7PIqJqMiaH314n7N6Tl37tzQIUp4TiNd9VCt5hCrEJRDhgwxhw7YW+KxJvGYvRVf1x+iVfHlRFykbdq1ikhSXy5d7Zctb22xmmVO4g7acg/qolhNO3MsRwIkQAIkQAIkkESg0mIV7SFyFZ/ZNmzYkNR8sz6P7f+QqqVGqqJzRlrePzw+KjUvH79p5x81ovUfeSELsaoCNZc4IBcFa8vMlbLyq90Lka+h7fjF9wfgTLmZMlyjaa12G6a7EbV5mbr3Almx6+TQuELRt0HbQ2RuuwHyD0ukijPW8DgK9TdNaHUJEpp1rdZb5RSr9TZj7C8JtDICbo7VVja8uhpOvYpVFZrY9q9iFZKxb9++Mm3aNO8cQA4OGzbMRG/GpSbQretaLyrTnLLbbLONyXWKSGZIxVtuucVELNvRrFlzrKJ+PcArLp+r1nvJJZcIpCkuRMseddRRgn5ddNFFJtIzql/lLEyNjgUTHLaFdsAE40YKDTvPri1W084JxrPPPvuYqPNx48YVddWNCqZYLWc2eS8JkAAJkAAJkIBNoDnEKupHiiWz4y0fJNLS1BFMgi+/8dmsnCu9WLXkpvkAbQtPiNHJ0mClEoCQnLxrIfIz6GMo8lXTDxTfXxhT9HNGegqiYQuSM3jse3ML0bYuoJBYDfdbJCd5JS+R3XEYXq9fEGqzHP68tzYJUKzW5rywVyRAAiTQ4gTKEau6LVv/jus8xNiECRPEPqjKVx4C76677gpypsbdB4E4ZswYwYFFkHHIt3raaacVpQHQdiAt//nPfxrxmrZee2xoD//GB2RExeKCqD311FODw6fwmFu3/juOj3Jxx+/egzHMnz9fpk+fHkTOuv3q2rWrDB48uKhf5S4uiF2sF81hi3YwfkhRe+s+pCfkK9IKpJ2TE044wUjq66+/vigNgPYbwvsb3/iGaS/L2it33LyfBEiABEiABEigdRNoLrGq1PAZCp9BW/LCZyZfiqdS+hArVo0EFVnwVoNMdrbL59qKFqNeIYnDsUxaAIhQW5jGiVW042zrz9eRiyb1jFrbcLb5BykEKFZLWSpt6h6K1TY13RwsCZAACUQTKEeskisJkAAJkAAJkAAJkAAJ1DuB5har4PP222/Ls88+KytXrmxWXN27d5f9999fdtxxx4q1k5hjNRCrTsRqqAfJEatFEawJEa/RA8xJ1safNAnyuLoRq5H3FeVVbZQLmpAKgBGrFVtMragiitVWNJkcCgmQAAmUQ4BitRx6vJcESIAESIAESIAESKDeCbSEWFVGONgKh4dWWrBCqCJVVakHVCXNYS7yU6NPC6WD/KL5iFWxcpGGI13TidUBL+rBUpqDNTkVQE78flMWNF0iZsO/lQPViFU7j2uwjX+FNFzTQ368dyFNQKiejDlW7ZQGTAWQtJpax/MUq61jHjkKEiABEiibAMVq2QhZAQmQAAmQAAmQAAmQQB0TaEmxqphWrVolb7zxhslVv3bt2pLode7cWXr37i04R6Bbt24l1ZHlppx4vM+5xZKtodyoIjKiIEnD2/pzVRTnWA1v57/sqbz8FNTTIFOLIkddwVv497GB4HVSBIhIsN0/L1nHB7dZYymKXv2x2CMv1F88DorVLKuqfstSrNbv3LHnJEACJFBRAhSrFcXJykiABEiABEiABEiABOqMQDXEqo0Ih1y988475rCrNWvWGNG6fv162bBhgym26aabSseOHQUiFTnucRjVDjvsUPahVHU2TewuCdQUAYrVmpoOdoYESIAEqkeAYrV67NkyCZAACZAACZAACZBA9QlUW6xWnwB7QAIkkJUAxWpWYixPAiRAAiRAAiRAAiRAAiRAAiRAAiTQ6ghQrLa6KeWASKDZCVCsNjtiNkACJEACJEACJEACJEACJEACJEACJFDrBChWa32G2D8SqD0CFKu1NyfsEQmQAAmQAAmQAAmQAAmQAAmQAAmQQAsToFhtYeBsjgRaAQGK1VYwiRwCCZAACZAACZAACZAACZAACZAACZAACZAACZBAyxKgWG1Z3myNBEiABEiABEiABEiABEiABEiABEiABEiABEigFRCgWG0Fk8ghkAAJkAAJkAAJkAAJkAAJkAAJkAAJkAAJkAAJtCwBitWW5c3WSIAESIAESIAESIAESIAESIAESIAESIAESIAEWgEBitVWMIkcAgmQAAmQAAmQAAmQAAmQAAmQAAmQAAmQAAmQQMsSaLfuoR81tWyTbI0ESIAESIAESIAESKDVEWgnIsGnSvwj5kp4OnxncuF2yUVEJFWhQtORxTHI9lm7mCsfYlShFRD0M358YJT+Q78zvqiupkWatlzaRYOBpK3TW85/c7p15HYybUcS5ttUk6KuFEVMPRkYZRp3yWsYN0Z0PtWY0uHJ/KrKNPikOUw7kHw9sSytutJWm2Gtp+UUrrJC7+tp13piJ3WRt0v10kmsznmDzvaemfJ9Ie1cBtVlvsEzTM//WckwiktU7LVSiTGlfL8sZZwl3YP/M9P/D+tvopa4tLa+ZPgPsaT5F2n34RVlr4ASm+ZtJEACJEACJEACJEACrYZAls/hWcqmAJTp9720bactl+X3uyx1phi3KZKyznZpf+9LWw5tpyrbrshDpx1auJw10LSeILKcRxw3iRhGSVdRnSknIKles4hT1JWiSFBPqrIi8a8fp5KUdXqsTPSCSVtnUC5h4aWtD8RTvzCSJhCVbZKikFUksp/OIks7nqJyqCeiTynrrLpYTexn/nWTWC7N1DijTfX+FrWsIzqUts6guxUZWPGXgWlwuGXa11BfsvznFzvWSo0Jr7PWJFYrMZ7UHxISVmOa/5iTFnTaDw1J9UQ/3+6jyWWvgNJb550kQAIkQAIkQAIkQAL1TyCLbEr9+VYLxv/i09Qk0j7xc3e+rrRtx5ZzZEVZdaa9OWKJBLfH15OOUf73wvYxMsbuRqquN4k0ta+AWHUaS9W2jsdl5x9fNkZaZ9qOJLzEg8YTfslP1Vy2tR4/7hK5Fw034rWcajz5ylKudfObbeL7Qa7OpqYmaZ/85pHu/dmAzCBWE99j8oNIOx5vuYjXcso6w8USbkpZZ25+UhROUSQnstqLNFXiyxtntKn+X4l7j/F/eZN2beZXaPrFHLtKU76nx9WR+g0y6eVSgb4E4fjlStFUiyxpQPlFkOG1762xkn1J+QYYObJKzJF5h63A+q1EHZXqS/xSaNd0LcVqilcLi5AACZAACZAACZAACcQRyPI7TpayaahnqS9txFDs7ybWk1k+93v7maXzHhjB7Qn1pG3GlEsZrZKqzvYi7QCp3KvE9AtF8x3zS2NJayMVBDV5IhsjWJiw0RS/ECc2Zy3IxLL5OYkt5zyZts6i6c5HFrqPZ6kv7VpPO4/oS6Wi8Az2lK+bxN/znQGkZeQtFxOx2vSliGzM8MKs0HtMJrGa9N6RX1dpGcWOtsS17m07YhFm7meK94TEGayQKMu0NSSuU5UYU5YXeVJfktZYIuDoyPA0twZlMi+OiNorUU85c7RRZOO6NP+5pKRTifGYN/sKRBVHd7ndvmfvUomVlBIKi5EACZAACZAACZAACZBAWgKV+kCdtj2rXIs13TINpW4lbUH8BpG2bAn4i2+pVGP+jmcaTildQaqBzTeRzbt1kqYoudqyQAuISxlPRea01Eoq1+GKuaJMC6jUcZdyXxSrL+XzDjvJxk23yShX0/dBW/5oY3uzsjc0tZN1X+Ln9Ppho7SXz2SzFnplpO9XegqllqzcGs/1oJbGVioT3lfrBJqaNsqm7TvJJtudZcnVWu91ef3bctP20gHfH8u4vfkqK48l7yYBEiABEiABEiABEiABEqgbAlX49QdNdthUNtupizR9WYX262Zu6rijNTmt/k61a/pSvuj0dZHNuokIIldr9apJqLUKi/0igSoT2CibtOsknbpfLE0b11a5Ly3TPLJkmO/VNj3tG3y3ahnmbIUESIAESIAESIAESIAESKANEjD5PDtsKh16dolOB9AGuXDIVSLQtEE+22JX+XKz7aVdpnQAVeovmyUBEqh5Ak1NX8pm7beUTjtc2GbEqk4KxWrNL092kARIgARIgARIgARIgARIoJ4JUKzW8+y1wr5TrLbCSeWQSKC6BChWq8ufrZMACZAACZAACZAACZAACZBAqyVAsdpqp7Y+B0axWp/zxl6TQA0ToFit4clh10iABEiABEiABEiABEiABEignglQrNbz7LXCvlOstsJJ5ZBIoLoEKFary5+tkwAJkAAJkAAJkAAJkAAJkECrJUCx2mqntj4HRrFan/PGXpNADROgWK3hyWHXSIAESIAESIAESIAESIAESKCeCVCs1vPstcK+U6y2wknlkEigugQoVqvLn62TAAmQAAmQAAmQAAmQAAmQQKslQLHaaqe2PgdGsVqf88Zek0ANE6BYreHJYddIgARIgARIgARIgARIgARIoJ4JUKzW8+y1wr5TrLbCSeWQSKC6BChWq8ufrZMACZAACZAACZAACZAACZBAqyVAsdpqp7Y+B0axWp/zxl6TQA0ToFit4clh10iABEiABEiABEiABEiABEignglQrNbz7LXCvlOstsJJ5ZBIoLoEKFary5+tkwAJkAAJkAAJkAAJkAAJkECrJUCx2mqntj4HRrFan/PGXpNADROgWK3hyWHXSIAESIAESIAESIAESIAESKCeCVCs1vPstcK+U6y2wknlkEigugQoVqvLn62TAAmQAAmQAAmQAAmQAAmQQKslQLHaaqe2PgdGsVqf88Zek0ANE6BYreHJYddIgARIgARIgARIgARIgARIoJ4JUKzW8+y1wr5TrLbCSeWQSKC6BNq0WH3//febqoufrZMACZAACZAACZAACZAACZAACZAACZAACZAACZBAfRFoR7FaXxPG3pIACZAACZAACZAACZAACZAACZAACZAACZAACVSfAMVq9eeAPSABEiABEiABEiABEiABEiABEiABEiABEiABEqgzAhSrdTZh7C4JkAAJkAAJkAAJkAAJkAAJkAAJkAAJkAAJkED1CVCsVn8O2AMSIAESIAESIAESIAESIAESIAESIAESIAESIIE6I0CxWmcTxu6SAAmQAAmQAAmQAAmQAAmQAAmQAAmQAAmQAAlUnwDFavXngD0gARIgARIgARIgARIgARIgARIgARIgARIgARKoMwIUq3U2YewuCZAACZAACZAACZAACZAACZAACZAACZAACZBA9QlQrFZ/DtgDEiABEiABEiABEiABEiABEiABEiABEiABEiCBOiNAsVpnE8bukgAJkAAJkAAJkAAJkAAJkAAJkAAJkAAJkAAJVJ9ARcTq+o0fyadNH8rnG9dJkzRVf1TsAQmQAAmQAAmQAAmQAAmQAAmQAAmQAAmQAAmQAAlYBNpJO9m8fSfZot3W0rH9VmWzKVusfrxxlbyxeqlc++j98viri+TTLz4ru1OsgARIgARIgARIgARIgARIgARIgARIgARIgARIgAQqSWCLzTrIkD36y7nfGya7bNtburTvVlb1ZYlVRKq+uvpVGXbDJRSqZU0DbyYBEiABEiABEiABEiABEiABEiABEiABEiABEmgJAhCss865XHbfdveyIlfLEqsffPmWnHfX72T2i/NbYsxsgwRIgARIgARIgARIgARIgARIgARIgARIgARIgATKJvCDvoPkmhNOl2022ankusoSq+988Zr0v/QsRquWjJ83kgAJkAAJkAAJkAAJkAAJkAAJkAAJkAAJkAAJtDQBRK0+M/G3ssNmu5XcdFlideUXr0rfCaeV3DhvJAESIAESIAESIAEl6pwhAAAgAElEQVQSIAESIAESIAESIAESIAESIIFqEFg86RbpvtnuJTdNsVoyOt5IAiRAAiRAAiRAAiRAAiRAAiRAAiRAAiRAAiRQrwQoVut15thvEiABEiABEiABEiABEiABEiABEiABEiABEiCBqhGomljduHGjrPpyCVMBVG3q2TAJkAAJkAAJkAAJkAAJkAAJkAAJkAAJkAAJkECpBCBWu23SR9q3b19SFSWnAvjiiy9ktbxBsVoSdt5EAiRAAiRAAiRAAiRAAiRAAiRAAiRAAiRAAiRQTQIQq9vKLrLZZpuV1I2SxGpTU5OsX79ePtx0GcVqSdh5EwmQAAmQAAmQAAmQAAmQAAmQAAmQAAmQAAmQQDUJQKxuvaGXdOzYUdq1a5e5KyWL1U8++UTWdvgPxWpm5LyBBEiABEiABEiABEiABEiABEiABEiABEiABEig2gQgVjt/9lXZcsstKVarPRlsnwRIgARIgARIgARIgARIgARIgARIgARIgARIoD4IVE2srl27Vj7puLwCEau/khf/91jZ3eW97u9y4fnj5FrzeK6MLNhb9r6tPiYmXS/ra1zn/2SBXL3Ty9a85Ed58iz5YsDXZM1rk2X7ayo/QZHtpoPMUlUi4J+3/Os99PoupYP19dopZYRlrftDp8i7I/aU5+4ZIIc9ltz6Lb96UcbIfbLZL36RXLg5SmTsb3N0gXWSAAmQAAmQAAmQAAmQAAmQAAm0PQIQq1uu7ymdO3du2YjVyojVvGRZ6f5C7z6eRaKcLI9ee4Hs91bzSL7KLrEs46psy6lqc2RHtCj7nqxIKXBStesUKkswldIg76kIAd+8QeAd82ElXps1/tqpAMGy1n1GUZlJrJovUkSm/z/D5LSSx+m8T2fsb8nN8kYSIAESIAESIAESIAESIAESIAESsAi0CrHqi0TN9It+aElQrFbsFZJGdhx6spz/2G35yOKKtRyqqCzB1DxdYq0pCBTP28ly/qG3ybUpIihTVN/qi9Tsum8OsdrqZ5MDJAESIAESIAESIAESIAESIAESqEUCrUKsdk/cQm5Hp+XE6Xc6WdMRRLw6aQWiHhcJbVtXiTtdjpUx3VHvx/JXRGD2zG1xF/l3cXRWfvu7vSheTUhVYNox9Wsbf5YeI6wUB0ZkHihdrUoz1bnu7zL9rT1lzNZ/Drb0GjmzWxerRmssce0540M/pm3rpgIoTuNgpwMo5ioiSVvA3T6tvE8u/PB7VgqC+DbdF6nKqb9+dKB8J2Bvz6eurftEBhwruwf9SzG2oD606qyROLYp5rnkeYt4lwqvPbe/nnQcThR5/P0ikjhvIkV1WGtB58ms3/x6NWt/ub4m8q/JQMqGI1Yz909ECq+tuPcUF2iu3aL3LPN62T73vuERx5n756z7PfJb9VO/R4W+FHHWeH5IvteqSQVQ9N5WYB9el7nHlw7KpRHI9U3LephGvbaw1p7sGaQumN0X71nvOu+5+fo+yu9uKPP1VYv/mbNPJEACJEACJEACJEACJEACJEACLU+gzsWqhH6Jj5aIBYny1NdelDFbFedfLYgON2LVk24gLw60PZUegWhQsWDk0r9zIlesNj2RnDnh4MqAwoLItWHLt4J4sAWSWJI5V6ckyBqPKM1LseL7822asSyXsa4gcuVQbCqA9FyLBJbKEff1kpclNoNA8hgpk+vz7rb0c+bSK1Z362KJdJsBcviqVCyWrVHtmDUYmsu8NNR16RlHYS5yMj0k5hzuZc+bA8EXOWrWtJkHyeU4DonUsDyMv/8XgVSNnrdxYsRgiFl4/QTCTvuh4iwv46LuR7R7efORF4Ox7ylhoOa1HCrvzH8m/ln4WV8IZXqP8qzxPN+V+S+Dgh0CRnAeKPo4hlL03uZErOr7p/3+XbzjwBXSMakAJCfT7T6ouDeP5WW7/70y+fXV8v9Ns0USIAESIAESIAESIAESIAESIIFaJVD/YtUiG4rq8oieQKI4h6yE8zb6xWo4wswT7eYRK5qiINWW3IRt897UBrYUzMuCYpkQfQCNr077MZ/sLYwlJynDaRjAxcqXmkKsFt9fqDNSQEUdkuNlmCCDEw42i2dQEKtx6yO3RB2574whtEYcaWVuD8bmRCkHdRe4+9ZbpnlL8W4VX19yOo3i8brrNCywjRj1ycg8x+J5cvpQtP0863w4/bPWmkZc2gc3xeaCLVqn2fO9ls8v3GbRmvFErCa+B2IurMjRIPLW1LW93K85VX1i1Zlb3xIMv1/F51h139sSeWV4faV4ebAICZAACZAACZAACZAACZAACZBAGyHQqsRqYc6cbZ+OPLMFrEaZnn/oyXLtYziRPiJi1bMgQhGrIVGWIC3ydRVv13a3Kxca9YpVW8AFW57djmar0/QpnwqguH/5ur1bcgtbeIM8mJUQqx4JHnn6eIScLgjafMRqzFy6T8VLyoJYjRPEacRqqF3PNuXc88rY3npfzD1tn3cP1ZmUvzRqa7ZPsPvePWO2difOm0aseuq1o6t3elkuPB9zgqs8sVo8H9FiFQIx/j3F7XdS35qJX5b3KG8qgL1lb7xFmsvz5ZLWH1q/GsltrS+fWPV+WRKXYiLh8KpQGykOuvKMN9vro418YuAwSYAESIAESIAESIAESIAESIAEQgTqW6zGHYISei46IkzlYSFfYJqI1fAqitq2GhWxWhCW7jb8bNGlIbnhi1hNWOw+WVssVqPTE4SrV3FmidwaEatudGVyTt7CyNJKyuYQq6Ho48i5LOae3Ge7Ms+8hdqyhKgVBR4fseqrX0S894+TayPEqj0OX8Sq3UpUuoH93pos219zWz5liH0SfXzEalaxWtSXUPqI4skrGltUFHZeEJuc0OXyaymxGhquJ41AolgtCNXIPK6uOI+LAjbvjdZ7q2+9Re4YSHp98BMFCZAACZAACZAACZAACZAACZBAWybQxsRq7oChsATL5wAMot1SiFXnl/CsYtW3xb2w1Tvm8BpXvngiVkMyLuH07VJSAQT3/Htf+WKALarwMoqPDAvLL5/sjomCy79KvZG7+gpOjHz05IVNSMGQNhVAuWI1MRWAzuUCkTEJ3GPF6vPby9VJ8+YRY66MTp8K4Gvew5oSt2ZLOO9osVgNr7VKi9XE/sVuHXffU3z/xdgHQlnpM4qK+g+7Suyfj18LiNXwQXE6GOe1niRWfakwdDzBGJKjUPVLoqI+xYnVpe/Kd3onvK+15U8MHDsJkAAJkAAJkAAJkAAJkAAJkECIQCsQq1+zTucujC182JNzqnUo/6p7GFFEKgDrBHJXjJYkVn0H8QRbvYtXadrDq7oGY3PTIaSoU7fwhg6v6lLgawsPwSnmDvv888GhMCkiVuMOkkoSv0Ujcts3rjfXT7EPr4qZS7fOqIjmwmFk0YK43MOrvHNphHY891yf7UPLrDVuxGrCvHnEqm8sIaaRh1flxGr0/RqxeqAkH15lRUP7DuwqJxVAmYeJhQ/vct9T/P/rBOkDrPVYXDL6kLcc/wz8WkqsugfmuQfEpRSrxYdLdbGidpPFqn5ZJeu6yMrnrTQGnveJ4DVjxGqW1wc/UZAACZAACZAACZAACZAACZAACbRlAvUtVoMTp7t45rD4lHYTVejNRWqX1VOs7V/inVx/jgjJKlbR2dBBW4L275PeOGm9U0JO1O6Fob66wInAdXNzhmRXgtzB0+v+Ln/96ED5jiVg3Dyr9snd3hysPmndSYycnbbtArk6JL+KcyhGb/3N9T82YhUFXAbr/i7T39pTxgTtxs+lV6zu9HKOS8A+Ym0F+SdRS4qxWXMpZg0Mk9O0AzFzmczdWsPBgAr1p7k/zMEZC+Y4f/p7V1tY2zd5RGsuZ2V+S3vo/oIc7KpliubNfc2EXyflRKwib2j49YhOJMyH5Na0yTnqzYnr3O97+eWFo73m/a/SJP7J/EzEbwuIVRzgVcxSJDxGHU9uDn2Hf7lMzf2rj819SeJ88WP+7Ts0K0ij4JkLz5zpfGZ/fbTljxAcOwmQAAmQAAmQAAmQAAmQAAm0bQJ1L1bb9vRVevTJUa6VbrHW6/Ntq6/1PrN/dULAyL3t5X5bqNdJ19lNEiABEiABEiABEiABEiABEiABEiABEYrVtrwKnO3Uum3ejkpty3gwdorVtr4Cmm/8idHXzdc0ayYBEiABEiABEiABEiABEiABEiABEqgAAYrVCkCs5yritvrX87gq1XeK1UqRZD0BAc3766YbICISIAESIAESIAESIAESIAESIAESIIG6IkCxWlfTxc6SAAmQAAmQAAmQAAmQAAmQAAmQAAmQAAmQAAnUAgGK1VqYBfaBBEiABEiABEiABEiABEiABEiABEiABEiABEigrghQrNbVdLGzJEACJEACJEACJEACJEACJEACJEACJEACJEACtUCAYrUWZoF9IAESIAESIAESIAESIAESIAESIAESIAESIAESqCsCFKt1NV3sLAmQAAmQAAmQAAmQAAmQAAmQAAmQAAmQAAmQQC0QoFithVlgH0iABEiABEiABEiABEiABEiABEiABEiABEiABOqKAMVqXU0XO0sCJEACJEACJEACJEACJEACJEACJEACJEACJFALBChWa2EW2AcSIAESIAESIAESIAESIAESIAESIAESIAESIIG6IkCxWlfTxc6SAAmQAAmQAAmQAAmQAAmQAAmQAAmQAAmQAAnUAgGK1VqYBfaBBEiABEiABEiABEiABEiABEiABEiABEiABEigrghUXazWFS12lgRIgARIgARIgARIgARIgARIgARIgARIgARIgATyBLZc31M6d+4s7dq1y8yk3fvvv9+U9a6mpiZZu3atfNJxuezR7aCst7M8CZAACZAACZAACZAACZAACZAACZAACZAACZAACVSVwCurnhKK1apOARsnARIgARIgARIgARIgARIgARIgARIgARIgARKoNwIUq/U2Y+wvCZAACZAACZAACZAACZAACZAACZAACZAACZBA1QlQrFZ9CtgBEiABEiABEiABEiABEiABEiABEiABEiABEiCBeiNAsVpvM8b+kgAJkAAJkAAJkAAJkAAJkAAJkAAJkAAJkAAJVJ0AxWrVp4AdIAESIAESIAESIAESIAESIAESIAESIAESIAESqDcCFKv1NmPsLwmQAAmQAAmQAAmQAAmQAAmQAAmQAAmQAAmQQNUJUKxWfQrYARIgARIgARIgARIgARIgARIgARIgARIgARIggXojQLFabzPG/pIACZAACZAACZAACZAACZAACZAACZAACZAACVSdAMVq1aeAHSABEiABEiABEiABEiABEiABEiABEiABEiABEqg3AhSr9TZj7C8JkAAJkAAJkAAJkAAJkAAJkAAJkAAJkAAJkEDVCVCsVn0K2AESIAESIAESIAESIAESIAESIAESIAESIAESIIF6I0CxWm8zxv6SAAmQAAmQAAmQAAmQAAmQAAmQAAmQAAmQAAlUnQDFatWngB0gARIgARIgARIgARIgARIgARIgARIgARIgARKoNwIUq/U2Y+wvCZAACZAACZAACZAACZAACZAACZAACZAACZBA1QlQrFZ9CtgBEiABEiABEiABEiABEiABEiABEiABEiABEiCBeiNAsVpvM8b+kgAJkAAJkAAJkAAJkAAJkAAJkAAJkAAJkAAJVJ0AxWrVp4AdIAESIAESIAESIAESIAESIAESIAESIAESIAESqDcCFKv1NmPsLwmQAAmQAAmQAAmQAAmQAAmQAAmQAAmQAAmQQNUJUKxWfQrYARIgARIgARIgARIgARIgARIgARIgARIgARIggXojUMdidbFc12+szIghPnLKIjlvX5HFN/STqb3nyPVHb1tv81OZ/j5/nfQbJzJt0XnStzI1emtZ/cC5MvTS+TJwYh2yXjVLzj1ikkjF+r5aZp0zVCYtGNky3B8bInNuGCa5FZ5/bYyeJovOac4Zr/RiysishdZ1pUdZH/XFv7/W5Wu8IuB1jXoqs19vZm02yoSHr5dh3cJl8f/R2NsHep8LSpr7ZzjvpW19TjD+qdLgYVqRqS2qJMdb8p8jmqeN2q019/+5xK/T2u1+5p4133hz7xlzD83+ucj0aekpLfL/uGkr9DkijzD/XiR193ki8xJokzdEznsSDfOZuVFOaebfK5K6UTvPl/f/ReQ85H83me8ZqP6OWxkG5f/eoL8D+vqT6TOjs7Zyn5ma/3epynCsZi3lrcFq9rx5225GLvw9NGcd2rpnsxZw3YvVNL/0lDrhqe+r9RdWyf3L8otsM75xVfgdt/iXldwvPo1jcyK+Ipf+MiLS7KLZ/UCWet0mDLQlf6kzXcnKrMXWdRqZU/ovzzoNzTWPpa3ndK/nFl8j3sFkeZ8qjYbeFfkB3/1iJkqs2r8kRYoKW97av0ykm5PyRlj5u0NrpOTXrPnoVidiNUs/05Yt//0lbmaLXsetTZo4667o/8hmHW/pc9eS76+F/38a5I7gC4zS+16Zd5Jqt1+ZUdRyLfUnVtO+Z1aYeuJ7RHn/P/vnIVp2ul8Elfu5v9z7QTvpy5nUIthmjffuaQ1W4EiF5zVUXZa1VYvvTeWtweYkW926LS47VvgLobI+01aXSmzrGcdVifePGqaRqWsUq5lwRRTOuAAr0WSmOlqkf/X8hr5aVq/aVrZ1IssyMXYKGwEj02SajJWxr09o1g8F4Q8zlR9LORyy3JuZWYus67QjKP9DVsm/4KTtYqZy9fx6zjTQTIV1jRZHgjvzHyFWdY6nHTpXxl7a4I9mN79UzJUhU4bI3HGTpCGImGwFc1LWazbLLz2ZpjWicC3xLv/9JRORVatldbdt8zsgMt1Zm4WT1l2zjrf0ufv/2XvveEmqMv//U9Xpxpl7505kMhOYASQJEgYQBhTFwLrmFVgFdQ1fBX+i+9IVdEE3uiuw7rqrMO4X2f2qu+iqK4pKToKAkmeYGSbnuTn0vR2qfq9T1dVdOXT37XQ/9Q/M7VMnvM9T55z61HOeUx9h1dj5okklZXvbVscQ6l1+dVrRyLmUve4IFBobudXTUbfK5gs/YdXVgchYJ1RlB0d13hu8bSkiG5NtLT7cj775jbjbtBHHpoicp+MxaMg8p5FL0NqiIXmEqFTEdlFYLTGd4cKqc1un+Yua2VB0T6USuOK2BpOXHSC2d94AfFVsAbcabinfwsth4aVZbO/Q89pXCm1wjlmIc9n+afnd+YBY63o5Nt0GXKWFArgCO7Tt6V51s+dlfpF11hswvKmsddTas+x72lZWy2Wqt/HCoAmPhS0e0FzJN2Hjb67S61hIv6/I3rx91p+Lvb/M29icHlRh66m3JnhLi/3r2H3YaFr8+NXN7LVpsLOWZ7PZc66HJtKILXxfAm689CZYtwzZPd5ux8qQtufPyZSv5Rko1DrARl2strTtVvuiaGUm0nvb9bWIbjuGF6qfXWullrzkoIeLKPE1GNj6RPNEhH5fgbUWYsLlmTD61rqFSs9Xb9M9uAE34hK7CFdcVAeNN2bShXqutoaIiLygN2VpthHrM+18Vty2iTnHW9PzD6D4u2M7nH0sKPSno49EPUy2aizYtTHxTi3/jQ9Zx3a/Z1xvg4cgakbtKqyaF+L6eO/2wmTuD23sg9Ff5S0O9X7ZiOu33VQc+0tjintoA6/5SrPjsx7Rt4AWGGqEhfirPbeF58PkjVu0kfPvM80Jev+t/H549naP1SB7so4xIeZR2zh2+W2bgA/rfXTFbn1Ltj5flWxqcSH8TZGBtuPBKgDr6wgPu67m+GJeQxiNN43DYedERzrbnOffnnLHm8J9lue8sHYxvJUC5pnwazTd7ozwUNVrr1sbxHpB73stFEDAusg+L5rHV/96+q9lnfOtzzriVsNj1Ta3iGf6fTtsc2Dl46u3PbnMq0Hl223EZx3iPy4aWxsLzy2uD15fOewz/BrJ03Yd6x77vFrFfg9cP9qsyCKshhhf7esGl/BVxnwYdsw897cu83HotZF17ee6RjPbj11I9pkvroUeysd8hV7HF0N6ibvd12zO59m6Fde5FtNt0XW+cg014P/eYFlT+far/qNj3RRUpoW1eUehbmc7bCHbSh+8xbrbFiIw4L3TGiwt7NztMjZZ1jcFKLbxx/ycG/OCsVPS+U7s9r5uC4fgY4NB61q/McduX/rzeD1W3nhTMfyi99o8eE6w7wytrr1adz/qa7PSWk5fpxZCmJTx7lpdfcX6DmB5F7O9q2h94jOf+faRMY6E1KXwwXfi0X+/q2AGhXet/f5jGoXV0lPT9MKqZ4xV2wuFW4xV7QExeRPaB3/DUBzChv2l2aTsCzHEHgvGumWjsAAp1s9YkNhEGkP8cPGk8DNg+/aQYrxNXI6/uPJOfM0Wp8aZ3jyk2oXVq3Cn/UWtyM8uJtrjlRbaWXjhNl6K7cKKOfagMYAZaSz948NF7y9zbDjrZFx8WSks0q1xVQPqWVgQlLzIXJY4li891q+aXv1jLBT6HV9nnRO9xb6MBco5H8I7H/su7rJsLy5M/uKlQFusRbM9P07FZ6ewGPdj6LYIdPzNh1lpYebs0zsLopn+3JXENl/bsQgfdiYFAddi10K0uxo7LjUv6OwLXvvXa2e+QX1rFzhLz7lThDMWkuYPE8YC0feZdmyr8gqD4fKi5CLWOITVGx91iKHGs+Jov2scLZNgWhxndfZ32sW6osBpPCPOdMUXE+MZMJ4XyzhkiyNZWGx5b1uzsXHb0u8mrNo8TEovA+alvZvnqxEfO1yfuIoz5n4xtU9ffFsX6/7zFQAbw+K/bXNacUwzx4k0Pef6S14U9taxMMieLByC5lGXGNvmMUQTVk0MjfnL+oHViKnrNma72bWIv2u13dILY/TxBVWYE+9ZcXtgn+hcvNpjs77Q4424zzr3Fv8t7CpgntHrbfrg4bNGE0+bdW3nb4OR2usS37xoK9d+Brj5G7Y47vY2W/kZ42tQv2jPsc9a1u1F2X0dIdYKXqEACh///dYYZYyv/nydH6PM84BlfC/YiN3D3y7CGCwca1DbuG+tl1s/mdZXLvYZdo3kZ7u6cOhtn9Xr9zDrRx9hNWh8td1qX+sYz7pZWPUeY5zvJeYPlOHXRrY1mmNtbxPxzOuVoPniGLuXZdh1vMfuNoeA5gxbZn4vtNu293wVYs3keG+wr5FLnev2sdP41fqx1rqec1+nGfF7rWtUh+2Y11Vw7rTw4+J8N4kyd5vGJu1jc5h33tKz7NVHJU5OL2LzettYd5nfvYw1yzs/tAF3fdd73NDXMz7zpQ2MfYwurRFD2I99vejyQlhVew14NovC6t0rcXtAn7mvpd3fQ8vTV4KE1ZvwaHG+9f/I4t1HhgNDxHW+zWM16P2VwmoLCauVxFh1Tu7Wx6hoKJqXgc/hT3ZhtehhVMjP8kJtEiA17xbndgLL4FnIwjFhecTnc21ToX7ag+9bN8fy2xTTzl5vezwdu7Dq4XFYKN+tnnahwX0CtQbLd+OiLVRthzA4JldxIIQmrEatp5OD7VXIsXXO3A64HBDhHJC8vRDcxBg9/7WasNpuO2jFyjCa7VmFVRsn44VZe6HwZxgsrHo8A6Y+9LNrw7uz5NnnEuvJ4V1h9lj1mdyKIqzuveN9AIm7sOocn7z71ltY7dO9dV08F7UXq7KfaUMkczuAIsjO9V51CKs+Xij6HXZx0CaGm9tSHDf1xZuFpWt/uqSzx/2yiZvuc0C4thftuvjS4y82OZ5dt602jr+Z6xKxXua5w6Nfgu3HpUzHFkRnGtfxVhykZxdWHYfl+LXR+tITZE9u447nPOpoU8lWix6r5rq69pPNC76wS8HR7471gLivWuOL4R1k2rdw5SaEnRPd0rmKHq7PqfOgNkdcXLvXl6WTfNYYQfOM5i0Ubo3mEFYDbNC//9zWTHZP9MLc8DohrD5p2b2iWZllbLetJgofJYL6RXtRdjt4ymPy9V5HiEMw/YVV+5xmGUPLGF/9+QZ7+ZfKF/UOf9hcKHEvYLdAMQ83+wy7RvKx3aD5qXr9Hmb96COsVvyeYn32w42Z+nhT/trIPt4EzK8OYdW+7nVfX5t3CJoPVLav24LeR830DQHN7MHmmHNDzVch1kyFNZv5ufeqq3cbzCK1+24d5zjiLqzqgmKJvVuZXvN8MGMXYdVzrrMLq5W9S3rWzcsL32fNkhbC6hbzgcbW9YzuUR3+QGvv5zGE/bjW02Weq5a9BqzlrMJqtHfX6usrQcKqy25X+/teAaXfmKntDIukSxlev3Yb8dcmZvQh8SaTbnqP1UqEVY2DbUuCebuGVfCyCQKOE6B1A9Q959xWs8ZLdxni1o2PWrafBy7E7Qtss7DqW7fmEVaNLS32/hKDh/tLSKltvoKh7UUnaPHt6GmbPZV+1/tf80DwfAEyBi1nyAPLl3zbAGkWVg3nfUu9bJ5kpWfGX9QP4lR6fqJNTlGZicVz/YVVfRFvXbCZ+ylIWA3uWz9h1SxInRTpQ45zLPIUvQJEDk+hqnBqtf+zYoyf9m35JduJungr1cdYDBe+nrtV1HgGQizK7UKShzbh+LOl/g6PVbugXLrd6bXvUmIxvER44cDIxa9f3LaL6fd5zVfGnGl+5isQVm90O+vYFALCYZPWDyKGx7rm8+uzgDeeW7f5QouXW3dhtdLxpTQ2VTInBgl4YgtfNKHRfYuqM0ax7cXPOETSIk7Zw9wUjKO4Fgu3RquvsPoNW6geextcXjh3Xu2xprE9dz5rWcfKzkXMtQqUxnPm4jEadXwNeMajCquuu9Q8Q154nyQetLbzEuzM21h9hVWDk+eaECiFqHK33SBhVatLVfpdF1b914+2jjcJjX7rcbdnPRp7+9hu+8Bm/sjl2D0Y5V1MT1sULbV/uYQReupanOQ7X9yDlZtEyLVy1vF2Mcxv9eEUow1hw8HX80NgCGGsKsKqeQ3v/gEktLBqcbmdP60AACAASURBVEaCxZElaJ6fXmHVf35ylh3giWsIqvadWsb7YyXCajFkkSlsgudhqn5zfgj7mQZh1XcOqKewGllfaRZhNfj9lR6rpbF6Bgurbltg3Seqq3deUozHpaPz3q6pCaseXxQK07Yttp6/uOUmolYkrPrWzbH8bliPVTfOBpew3jnT4bHqPnGXXPj96+b2JTfgS37RI8/d48Dao2WI+l6evWG9MYRoEXAFMRML87oLq3dsxH1X2jw7fcMXhPGGsKbxFVYLY46IxyTEMEt8wEgeq4WXlK8CN9x6Lh759I3Al7w8zYJFvKL47tpHpva5xc21LYAiCasRPFYt5leRsOrmMVnK3VdYdfNONV7i3MKpGMKSyN4WEiHMx0RzmwOF1UjzVZWF1Qheds54x7YPOj4L+MB5tN7CasXji7vnY9Q5cTqEVU34CRxv3IXVUMKVaWv/LW83DjnxC6lhCwVQZ49Vv+nRGF/9+0UXcoxYfe7rTNtKoAJh1Xf8CTW+BtTFkkewx2oxN0fYCZ9Tyl1PMPdba7l7M/raZ8Aayai384W01GYtrJWnfVaz38OsH72FVb/1+LQLq1HWRpYm2Po0yH5Ce6ya4jkW5/Gw63ibsOpSJ9OKw/Iu2dgeq9UUVgtrIhF7W/MUL63Lg+b56RVWnQ4mYddh4gOJvW5udXWKz+5e00Eeq+Z3CFdNw/aoR1qbB+wSc5vvKv0Q4LfGd8yHRoxVLRRANKcgv/dQ1x3Bvu++Pjt0ROg+lzWpn/YzvR6rbvOf94edoHf+Vv99xgurN5kPcil8+TViNBkTlRBWrSe7m7c19Fm2N3rGWC0ujqKJW/rXU5cg+H6hACwxmYwvDT4xVj1fbs1CQsAgYP6qWTjEJDB2qct2/bDbuR2cTV/3nPHIrP1l9cQMERcncHuzMUw4RfLiL4VDb75xww58xjP+qzOGmfH13LKFyBITseDp4BNjtbR9PZrt+XHS6iUEoYpjrAYzKwXdN8e2Kdl1TUIBaMKH+YR2e0D+II/VQj+Znlt73/oLq8a2+5W4/I4dWGneZhwpbrLxYehG4KqNuG+TEFjNp0AXX/c8D1dyLBbDeKw6xgTnF9CgxVslMVaLz4Dbi3/oOJ+2cd+yOrDFP7J5rHouiMzptODwbtuzjHJvxsobr3U98CpQnDG30RRL0DPGqud8VWVh1ZW91xY103xUOKSsNMe4fVG3id5+82hh7jfPWYb3ixh7HVtuqx0KoOLxxfC0cl8rhJ0Tg2J5luOxqn+IDhpvSsJq6Tkv9Knp4CC3NYUQ+uyxJg2v82J8TVt/GWs7Zzz20sEXntt2fT1wnOO8cSDlBp8Yq15ipUVY9RynCh5yPmtZ+/jgWFda4ihGj7EafXwtPeORPVZdYryWDgYz4hwXXqdt5yg45i6PcdFp5y79ahwI4mGfYdZIQbbrb5/V7HfvGKue4Y9MQqPfetxTWDXFeDSPtcFjjPMDp/6chFwbec1tjl0mtliiDmHV+u5QaoMurJrXK+HX8bYYqy51Ktqwx/uq+LgUVajyjFtsOpuhslAAprFcCzVSfozVklB2O3AlcCeuhmFjQe/L0yusur9LGtx0+zC9w5jWYZ7Cqjm94Zlu2X3lboNBMVYD50s3YdW0fiq1JWyM1Yiic4CHtZu9Wucgr2fTOGR1B66uSozVSvUV87kdxrt8YQwoR1h17aPwMVYt6xBLHwS/v9JjtfTQNL2w6nl4lelEac8Od9mi4x4KoCB4mQcb8+KumI/Y+uFySrflJLdo4lYxqLdxmpsot3D6oNfp9NatLBtwvXYyufiq53LKoO/p7WUKq+IrrT0ujGBnP52xAmH1JPspdzYumhhudst3O6W6GPPPZkW+9XT3XNBMI+QiyLH91tWWdGMrnVpubCuyxzgxnZzscqqr1Uai2Z7ZG9HZn+FPvPXlEpJZcbFd7FOzXRdCcJg87xwLKFcPR+PwmDAxVgthHCzbGs1bvUxbyLy2bdvGG0ffFk9d1NmKlxVrzBqflzvP0x7dJTe3LVPWlD52bkoY2mPVMSaYx8pSey3e/uaFRUFIK20ct2+zK2xddaQTp3Lfg6Inm9dixbaFx2tstW+7tDAzj6Vmuy7Uyf3AO0M0/T42/uZ9sHzoM2Wuv6TrL7/2OMpBX3/1Z2ElLseduLNgJ6X2OWMmWU8edbEDB0NnGof3TEF8L/HT+0+L/WRh77111xGv0zLHOO3J6itva6fbPGqbs8yn9k67sGqEialkfKnSnGhdP+jW5RlCQfwYdqufLaSRq91axsgNuFy8OG8reHG5rCkcB6KEWqPpdmfx+vd5/v2FP5dW2NeVV26COGRQK0+L129db3gfkmeNYe3bLwFrWWctfdYRnjFW+xzbzu224WYLznpbn/EgvsX7xTNbOHDUHEDEYZshxxP/cdFr+6t9u6/fOsh/jRTWdmvW74HrR5sVWdZUIcZXV7HGGF82YeNvrip6XfvbhFNYdR58J/KNPrf52qqlvc53HMsp74UPyYadRlrH2z50G2s1t/HSK3RdeGH1FlzmsmayhECIGgrAI/SHM6yCz7PkYltWj3zDscF2QFPAHOjuAW4ma7WtSGNT4b3cnJt9bLfY15WX4/I77ix+KHcTfS3pTYc4Fg808lmzuIV5KtlL4V3Ca750e1ah19eYvYptc5l7nH1dLWHV3V4d63UfLsUYqyKkR4BO4fbMVU9fsYdxMb3Ll+2x6tFHbmOhSSNzDX9m0bWc3O1jmnlNFfRO0uq/N7Gw2updw/aRQOsQ6P/pzXjkrGu1OKW8GoCA/SWhAarEKkwPgWAvjekpl7mSQJFAmeON5eMecZJAFQlwXKwiTGZFAiQQkYDbB4KIWdQoueeOqxqVz2KCCbCPghnVKgWF1VqRZjkkMFMJ+MaJmqlQ6ttuTsL15V/L0ikg1JI2y3IjEHa8sabzC71BziRQGQGOi5Xx490kQAIRCLiGoVqp7U4LPokiQjnTkDTs/D0NRTPLkATYRyFB1SAZhdUaQGYRJEACJNAQBIrbO/y2XDdETVmJKhGggFAlkMwmOoHI441ti6LPScXRK8M7SKBEgOMirYEESKCWBKxhHayhxGpZj6hlUbSLSqz26dlHtWfuVSKF1cbpC9aEBEiABEiABEiABEiABEiABEiABEiABEiABEigSQhQWG2SjmI1SYAESIAESIAESIAESIAESIAESIAESIAESIAEGocAhdXG6QvWhARIgARIgARIgARIgARIgARIgARIgARIgARIoEkIUFhtko5iNUmABEiABEiABEiABEiABEiABEiABEiABEiABBqHAIXVxukL1oQESIAESIAESIAESIAESIAESIAESIAESIAESKBJCFBYbZKOYjVJgARIgARIgARIgARIgARIgARIgARIgARIgAQahwCF1cbpC9aEBEiABEiABEiABEiABEiABEiABEiABEiABEigSQhQWDV1VP9Pr8ElNz6KDTfcg1ve3jd9XfiHm3H6h4FNT12LkyoupR8/+fQluO/iaa6zo57P4ebTb8fKu2/BZfMrbkRLZPDcrafjqjvcmzLtNjUNBLXn4Tcbcc+tlyHK06Ddt/NqPPXpyq278mYJO70Kd165KUR99LS47Slce4p/yY3VxsopVZKDsPvbV9R6/Amo8eGf4JpLd+DqqoyxldBpgXurOl81Ho+GtN/Gw8QakQAJkAAJkAAJkAAJkAAJeBCY0cKqVRyxiirTKpxU9UW1EYTVWoistSijsnFCE1bhIuBpIs9NeDSUuBemDrXp81YQVqOJJjNLWK3WGBeNcRj7rkKacoXV0PeFt5UqtKa+WVRlvqrNmFUOqNrbbxXnstD2Gkym3PE+OGemIAESIAESIAESIAESIIHWJjCjhVVr19bwRbkqL6pG7ev1wlrFl8MWecY8hVXRvoK4iqp4Q9emz8t90a6WYFe5WfSj/3Af+kJ7VIcfAxqnjZVTqjSH2gtTIWpcRcHJvbTwthKito2dpCrzVW3GrHJANqT9ltOQCu8pd7yvsFjeTgIkQAIkQAIkQAIkQAJNT6DJhVXny63l5cB4ub4NuOrDd+qddc71xa3NJXEE+nbhQneKbds34MbSdmbtxdL4VSS63LSNv7DV2GwKpjLEn61bxC/HJq0+IhTAFdjx6Utw02NWO7rcbyuy4f1YrOsmbPzNVXoogGXfs9XT2l6HtTraBUsYBP2F83qsvPGmIptS3czCqvn/9Rdoc5vM2+CNcAvmuhTztLUN2IDri6EGTGWg4AFqaZCpTwL6HS7tNtuFfUt/2G38vsIqdDvZoQmrcDDSrKrY74W23rYR9334JjyqtdNon42v8IJ93w5923PBzkU+Gx9yhiXwb4ct33Oux6aL78NVIhTAl4AbhcetF2+bYVlExyqyNvLdhKsKIRd0JosLITwsDB22ZH9uAbsdXH7bJuDDeiiAK3bbwyB4e7S7hYAosXY+D77PN6zp9ToZITcCxrsA1vbn39xPTrbmscD/mTYLU05xplRnjemNK60hULR+ug8b774B+GqEsTCof/2EVTsn83htvs8znXXM1/o6YOyNZLsAfMdJe0f6tSeiTVQ0Xzn6xGfM+vRilzHQNIZXMOf627JzzVay34Bx2bN9LutA37S2j5KWtIX1waaVhXVKyDWOCHkR0Nd+XKz2JvohYG3i277CeIHSWqvpV8psAAmQAAmQAAmQAAmQAAn4EJgBwqp5C3Zhwb9a364dKhSAJlrdBLOnoSakbCu8NBzuR//8PksMSofQcCNsAqEQcS/HX1x5J752h1mkNV6ozenNveeMF1mMC3vtZ4Cbv2GpJwpinld8yf7D/eibb46eaX3h0wWjkripl2XUzV1YXfl9cY9d5LwJKwuioaPMopCxEffZYmHq5RlCjFHe1dhxqT1mpu1FzrH13tTvLv1p5nTPitut4o/2srrD1H/eT1NYYfXqnZdYGRWFFDPbq3CnSfCx2FxBfCvG1bW119pPhfoWXrq9RD29r5399ug5H8I7H/su7rKEMfB/cS4+V1Vmbdi60Yai7RtewMW+Cm8jjuf6Dl3gDius6vZie15NrDWB2xgriv1sExdNJmXvB+sz6COyFMRvq0e0f3xZh7B646Mlcb9gU+K51UV672c6rLB67SlOL3er2BN2LHRrl9sY4BJj1dQuPY6u+YNHX8GzfAeuvnslbr+0NG450hXu0+LxHqN/6PFjH9529ZjV3uOkLS63X3vOeiSwXq5ie1nzlf7M6R+OxJxinWuNf5digTu9yf3Gjehzrrstu8VONuzXf1wOap9znvZmYZ87zfNZwbaLY39IYbVgr1Fs0NhFUZybTTG199nnA8scFYUF198kQAIkQAIkQAIkQAIk0PoEZoCwKryhSgcsmcWv8MKqNQ/N063oUaIbicPDqCBEuW6vK2yt1IRVe0zOogeX26FQbttPC1ssXyeE1SctbdVkA6+4n0Xb9vaoc9xrqZuPsGppk57/jqvMBwLZvXyFeKu/rFkODrJ4nVmFVfsBQ05PZY9+18Q+W3+aOZ1/X9kHi0USVn37PeBl2lVYLbXJfUun/9Zlt7rr+azVhNV2mxe137ZRq0BSPdaOMh1blCuzEUM8i+KxqgmrjgO+bF6aEQ4AC37mrM9IkYkmrPqwdjlIzCGsWupZaoMmrPo80+GFVX08Kh10VRobnGUY4TOcbTL3k1koc44BbodX+T8Hutgk7tM/9HgfZGbKRxNW/dmHt13zuO82TtrnBZ/2eMwlfuNU+fOV7nHsfYiiRygAN29bN1uuaM4NHvuETWrCque4HNQ+82IxKOyBU1g125m1D6IIqxFt0Pxx4JTCGqYwBmjCalVYtP4imi0kARIgARIgARIgARIgAQqrxdPLrS8wQeKQYToOrzmbmFn+i2o5wuo3bNu1C7V0PTTJEFTt2+1LYkKwyGPeoqz/v+ax6naAk1YVQyiwe7+JF0IXYdXyfFYmmhXbUvCitG5rt3OyCRohD52KJKze4Tb4GH3ReMLqXW7VtYW8sDwT4rkKErE1sS886/DilLstBYnv0yGsasKfI3yH4dXnhBr8zPkJq/ZwDX7Pf0FIKYx/znHKT1i11juKsGr5KGX6cALNQ87vmTD/ZhccTb8ZNhkQY9URnkVspRbZ2O7zTOfiseo3poS3XTHu+42TbvOCS7gZ0R7XcAkhbML+IcD8ITCgj6wfGM1zi01sNARV09ga9JGg/Dm3GsJqwZPYFHbEGqrGabveLPyFVeuH2yjCqv/z7/eMi3HK/Lvuser/PHq3jwtrEiABEiABEiABEiABEphZBCisliOsmrxn3Dw7HF6xfi+q0+yx6m3Obi+b1r8FizxhhFWTx6qbZ1fRq6q+HqsGJ6tHnfhrkPdRibCvsFoQOcRWTVfPKIeI7CGg3XoZ+hrAY9VvmAz6KGFwErFSS96LwazDi1ONIqzeg5Wb3L21vTwhg5+5aB6rofrJCItSA49V/Xm6EfjSLTj3t9fgRtygbR0P9qx3Cqve3qROgbR4t5fno9F2c3xmt10JRUbBHqvmGoe33VtwmRZD2uZ96LWTwa89Hl7MgTYRZb4yMnMTsi0e5dZx1O2Do6+wWtGcWwVh9Y6NuO9Kmwe016FegSxq57Hqa4NRPVZD9/XMWkSztSRAAiRAAiRAAiRAAiTQEsJqKZZZwdPH4rVUjVAA3jFWHbHIbJ44uleHOQaj4SlanRirxgE8G3xirLoLEAVWJo8hwzvLiGFpj/dobYv95dDkseoVj9ERi9DsNeuMi6mXV26MVb9QAO7xEAUne0xMZ2xFH6naK+yCLQaqI56pEUrCTbTR4kBavYlCCas+cT+94gxa4mganqQ+MVa9tv1ahVXv2JPaIVSm+KNBrMOLU+XFWDU8sIoxVk0HLZl/K3p37bwa/jFWdWH1pkJMZ60jHTExrfYUJsaq63jnE2PVS4CMFAogSoxVH26GLd+Iq7HxN7drAquIKRr8TDiFVWvsaNsHEC+PVZeYydb4nYVQANpBcNbYypZ0IWOsGuzD264hrJqfG7fdBQUefu0p1yaizlemA+6MeJ3FMatoCy7CqrkcY4wUc7dLvc3sQ825Hh8Jyo6xqgmr5pi7Rvgfl3jJLs+4+1xm8k4uzsP2+NX6PO2/xinFBHaLseppg0HCqlv891B9zYU1CZAACZAACZAACZAACcwsAk0urNq32dpO1HXx8okcY1VsV/Y9odjllHYtTuedME4Gt24n3YDrtdPehfdLwMm7brZo39555SYUPf9cTqb2PYHcllfpNHl9C6e+rf9yXH7HnbizUBfHyfVa/FqzyOp/griVpSjHOA38cmwqHMBR2lJrD1NQ8JDVPLp8TqkP6Hdnf+oHFpkPszHaqzXbHArA5xAoaz9bO690SrwmOThPxLZsqw8KBWDa+ivq5rLl3q0u1jrYjcteJ9OzVBA6zFud/fIyC3ZurGE7mMWTta2K5YhT1u3Z1sOR7HXbcMMmbPzNVcV4wGaG9t/MbfRl7bIdO0o/bLjycuCOHaXYyZb8bOOdy6ngfs9/WGH12lP8n2m7l7cfN7O4/KjF5oOeCZsxBHH1CQXg7C97aBLdM9EZnsBsP6X6av0ZMPZGst35sM05tnHSCFtQQOLbnog2IbKMNF+Z+tC6NVzkZB6/bWPWp0+ylmMSVB8VY1phDi31ujv74vhsmnNvwI22uMfhPFZveTuc4zJKc0NQ+8wW6p/WPF/a1zAbcPmVwJ3bNuIebXdCmDVOwZM2oK+DQgGUxkPB2mVtErqv/Q83nFlLbLaWBEiABEiABEiABEhgJhBofmF1JvRSndoYbXtunSrJYkmglQn4HmbXrA13O9CuWdvCepNAdQlYPkxVN2vmRgIkQAIkQAIkQAIkQAIkMA0EKKxOA9RWyZLCaqv0JNvRtARaUVj1ik3ZtJ3EipNA+QSs86x963/5+fJOEiABEiABEiABEiABEiCB2hCgsFobzk1ZCoXVpuw2VrqVCLSUsFraPu8boqSV+o9tIYFAAoV450Y6c+iZwHuZgARIgARIgARIgARIgARIoN4EKKzWuwdYPgmQAAmQAAmQAAmQAAmQAAmQAAmQAAmQAAmQQNMRoLDadF3GCpMACZAACZAACZAACZAACZAACZAACZAACZAACdSbAIXVevcAyycBEiABEiABEiABEiABEiABEiABEiABEiABEmg6AhRWm67LWGESIAESIAESIAESIAESIAESIAESIAESIAESIIF6E6CwWu8eYPkkQAIkQAIkQAIkQAIkQAIkQAIkQAIkQAIkQAJNR4DCatN1GStMAiRAAiRAAiRAAiRAAiRAAiRAAiRAAiRAAiRQbwIUVuvdAyyfBEiABEiABEiABEiABEiABEiABEiABEiABEig6QhQWG26LmOFSYAESIAESIAESIAESIAESIAESIAESIAESIAE6k2Awmq9e4DlkwAJkAAJkAAJkAAJkAAJkAAJkAAJkAAJkAAJNB0BCqtN12WsMAmQAAmQAAmQAAmQAAmQAAmQAAmQAAmQAAmQQL0JUFitdw+wfBIgARIgARIgARIgARIgARIgARIgARIgARIggaYjQGG16bqMFSYBEiABEiABEiABEiABEiABEiABEiABEiABEqg3AQqr9e4Blk8CJEACJEACJEACJEACJEACJEACJEACJEACJNB0BCisNl2XscIkQAIkQAIkQAIkQAIkQAIkQAIkQAIkQAIkQAL1JkBhtd49wPJJgARIgARIgARIgARIgARIgARIgARIgARIgASajgCF1abrMlaYBEiABEiABEiABEiABEiABEiABEiABEiABEig3gQorNa7B1g+CZAACZAACZAACZAACZAACZAACZAACZAACZBA0xGgsNp0XcYKkwAJkAAJkAAJkAAJkAAJkAAJkAAJkAAJkAAJ1JsAhdV69wDLJwESIAESIAESIAESIAESIAESIAESIAESIAESaDoCFFabrstYYRIgARIgARIgARIgARIgARIgARIgARIgARIggXoToLBa7x5g+SRAAiRAAiRAAiRAAiRAAiRAAiRAAiRAAiRAAk1HgMJq03UZK0wCJEACJEACJEACJEACJEACJEACJEACJEACJFBvAhRW690DLL8uBJR8FumJQeRzU3UpP0yh8UQb2jv7IElymORMQwIkQAJlE1AnR5DZ/jDUzHjkPCQ5jviSUxHrW+l7b35wD3J7noKaz0YvI9mJ5KrzILXNinwvbyABEmhBAoqC9H33If2rX0HNRh9TyiGSOuMMdL7rXcgNv4DM7l9DzaXLySbyPVK8Hcllb0CuZzleOvh9jEzuiZxHOTdIUgxzO9dj/YJ3IyanysmC95AACZBAkUAul8dzL76Khx9/Dltf3Yt8XtF+SybiWLt6KS449xQct3op4vEYqZFA0xGgsNp0XcYKV4NAemIAmcnRamQ1jXlISLV1o62jdxrLYNYkQAIkACgjB5EVwmo+Ex2HJCG+8ATEF5/se29u37PIHXwRUNXIZUixJBKrzoM8a2Hke3kDCZBA6xGYfOQRjN52W1njSSU02i7eAGndYajZsUqyiXyvlOjClnkdGJjaHfneym6QsKTnHE1c5UUCJEAC5RBQFBUPPfYs7vj+rzA27v9BqquzHVe+7404/5yTIctSOcXxHhKoCwEKq3XBzkLrTWB89BBy2cl6VyOw/GSqS/Na5UUCJEAC00kgd/AlCOETqu49EPWK9a1AYuUG39uyOx5Fvn9n1Kz19JKsCbfxhceXdz/vIgESaCkCI//yL5h64omatym+chHiF8WAWL6mZU8mZGzukTCpRN9VUGlFu1NLcNaK6yrNhveTAAnMQAKDQ6O4+V/vwstbdkVq/WtPXotPfPiP0N3VHuk+JiaBehGgsFov8iy3rgQorNYVPwsnARJoIAJqbhKZLfdCTQ+VXSu5sw/J9W/yvT+z+VdQxo6UXYaU6tK9VjvmlJ0HbyQBEmgNAvUSVmPLFyJxcQyIl/cRqlz66YSMLT3ApDJRbhZl30dhtWx0vJEEZjSBQ0cG8Tc3/yf27T9aFoe1q5fgs598D3p7usu6nzeRQC0JUFitJW2W1TAE7MLq5NgQBvZuhqLU1gPBDESWY5izZB3aunqKf6bHasOYDCtCAi1JQIiq2a0PQhkvb9FrQBGiZ3LNhZ4xULUYrlvvhzpV2fZZIeAm1lwAKd7Wkv3BRpEACYQjQGE1HKdqpKKwWg2KzIMEZhaB8YlJ/N2t33d4qqaSCZx3zkl444WnY1Z3pwbl0OEB3Pfw7/Hb372EqYw1ZvYJ61bg859+H9rbGed5ZllQ87WWwmrz9RlrXAUCFFarAJFZkAAJNDcBVUVm+0NQhvZW3I6gGKgVxXC11U7uWYzksecCcrziejMDEiCB5iRAYbV2/UZhtXasWRIJtAIBEUr/zh/+Gj/75WOW5pzymtX4+FVv9/RAPdI/jG9+58cWMVaSJPzp+y/BpW84sxXQsA0tTIDCagt3LpvmTaDawurj+TxeyCt4bSyG02JyWejpsVoWNt5EAiRQJoHs7qeQP/JKdQ5/kWQklpyK2IJ1rrXJH34F2b3PAFXaFSD3LEFy1fmAxIMNyux+3kYCTU2Awmrtuo/Cau1YsyQSaAUC+w/24y//9v9CxFc1rrPPOB4fu+oytLclfZuYnszgXzf9BI//7qViukUL+/CVP/8genu6WgEP29CiBCistmjHsln+BKotrP44m8MBVcVxsoyL4jGt8CFVxc9yeQiZ9e3xGLoDBAAKq7RaEiCBWhHI7f09coc2l31YlVs94wvWI770NNcm5PY8g9yhl6vXPElCbN5aJJadXr08mRMJkEDTEKCwWruuorBaO9YsiQRagcDPfvk4vveDX1mE0euvuwJz+2aHat6hw4O46et34PARPfa/8Fr9xNWX4fUbTg51PxORQD0IUFitB3WWWXcC1RBWjb1CwQAAIABJREFUJ1TgWSWPnYqqiaiqGPgBdEoSFkgSlssSHsvpMVvfnohjLoXVuvc7K0ACJABN4Mzte7Zq3qMGU3n2YiTXXOCKOLPtwaqEHLBkLscQX3wyhKDLiwRIYGYRoLBau/6msFo71iyJBJqdQCaTw9/d+v/w3IuvFptyxXvfiLe96exITbOLs+edfRI+9dF3RMqDiUmglgQorNaSNsvyJNA/OIbntuzF0PAERFyW6b5OXTcLc2YlisVEObxqEsCjuTy2KQqCjroS3qqilMvKFFb3H5nCyzsqO+zFi6XQeXtmd+Ck45agr5dbK6bb5pg/CTQCgfzgHuR2PQE1N1X16kgdvUitf7Nze76qYurlX0CdGKx6mYglkFh8CmLz11Y/b+ZIAiTQsAQorNauayis1o41SyKBZicwODSG6//q9qK3aWdnG66/7kocu2JRpKZtfXUfvvb172Eira9Xj1uzFF/8zAd4iFUkikxcSwIUVmtJm2W5Eti5tx9PPbcDubxSM0KvO6EXfT2lGC9hhdVRVcXPc3kMFNTfXknC8bKMVxQFR1QVK2UZ62QJLyoK9ioqRIuEF+sb4jGslv1jr7qFAth7KI3nt41MK5d4TMbpJ63EiiV901oOMycBEqgvAWV4H7I7n4CaTU9LRaRkp+axKrX3WPJX00PIbH0AamZ8esqNpxBffiZivUunJX9mSgIk0HgEKKzWrk8orNaONUsigWYnMDA4ii997XYc7R/WmiK2/3/1L67GnN7uSE2z5zN/Xg9u+uLVjLMaiSIT15IAhdVa0mZZDgKZbA73P74Zg8MTNaVTjrAqHGl/nstht6JqXqivi8VwUkzWhFO3GKsv5hU8lNd9WhtZWBX1653dgQvPXodkgqds19QQWRgJ1IiAMjGA7PaHoU5Njwe81oxYAslV50GeZfVKUEYOILP9YSCfnbbWSqkuJETZHXOmrQxmTAIk0DgEKKzWri8orNaONUsigWYnMF3CarkCbbPzZP2bhwCF1ebpq5asqRBUH/jtZkxlcjVtXznC6mFVxf9mcxChAE6NyTg7ph9SJS43YfWoquKnWb1d5cZYrYXHqqhfKhnHBWet0wRWXiRAAq1FQM1NIrv1ASjj/dPbsDoKq6JhcmcfEseeCyGy8iIBEmhtAm7C6shrzkD/uW+E0tZeceOlXBY9Tz+KOY/9xpJXbPlCJC6OAfHSLquc1I7dqbcgLS+ouFyRQbtyCMumfo64WtpdkE7I2NIDTCpWR4RU9lwkc68FUPmHcVWaxFT8YWTjz1naQWG1Kt3KTEhgRhCgsDojupmNdCFAYZVmUVcCzSSsblUU3J/LQ8ipb0vEMd90GBWF1bqaEQsnARLwIKCJqtsfhjJ6ePoZ1VlYLYqrIhxBvG3628sSSIAE6kbATVg9+I4rMb6ievGWU/2HseSOWwOF1YH4iTiYPA8q/EM+hYUlQcHCzMOYk3uheIuXsNo19UFISvVCOeVjOzCR/BGF1bCdxXQkQAIWAhRWaRAzlQCF1Zna8w3S7lYWVsdVFT/L6aEA3haPodMkxLrhr1eMVVEXeqw2yAPBapBANQmoKjLbH4IytLeauXrmJTxFk2suhNQ2y5JGnRxBZuv90xuGwFSi3LMEyVXnOw/RqgkFFkICJFALAm7C6qFPfAFjqc6qFZ9Sc1hy81cChdX+7jfhkLKqaoeviuXiAnk7+kZ/GSiszsldi2y2tIOq0sYn29Lol/6FwmqlIHk/CcxQAhRWZ2jHs9mgsEojqCuBZhJWo4YCiAqWwmpUYkxPAiTgRyC7+ynkj7yCaG/7EqS2bkixBNSpcQiP17CXiK2aXLvRNXnmlfsgYq2GvYTHqZTqhJrPQp0cBSCiXIe8JAmxeWuRWHZ6yBuYjARIoNkIuAqr134ZY5KIgl+dKyUDS/7hS5bM3EIBHO19Fw5nFkItHGxaaemSJGF+8iDmDv53MSsvj9W+/GeRyVRaYun+tvYcjuAWS4YMBVA9vsyJBFqdAIXVVu9hts+LAIVV2kZdCQQJq7O627F+1SL0zO7QDomq1iXlhwG1tBKdHBvCwN7NUBTdw9TtEq/19+TyeFVRQh1eFbWubsIq5DaocrRTFO3linoPDU/g5e0HMDLqfho4PVaj9hbTk0BjE8jt/T1yhzYDaikOYGCNbYJkpNiscgyJpacjNm+1azH5I9uQ3fMU4DPGGjdqsVJN2/nLEoglGbF5ayiuBnY6E5BAcxKgsKr3G4XV5rRf1poEWpUAhdVW7Vm2K4gAhdUgQvx9WgkECasXbViPeXMqExbdGjA+egi5bMkTK4ywKvIZVVVNXBXeq+LqliQcL8ua2HpEVXGcLOOieHlbstyE1WSqC+2d1YmddWRgFPc++rJrf1JYnVYzZ+YkUFMCuUMvI7fv2VAiZrFiQlTtOxaJ5WdattDnD21Gdu/vAwVauWsekse9wXv7vQhLsOXXUMaO+LOQZCSWnIrYgnWldKqK7K4nkO9/NZr3rRxDfPHJiC9YX1P+LIwESGD6CVBYpbA6/VbGEkiABKISoLAalRjTtwoBCqut0pNN2o4gYfXSC14D4bVa7atcYVXUIwvg4Vwe4jArN//WJIBFsoTXxmJYGBBX1dyu6RZWhbfq3Q88T2G12sbE/EiggQjkB/cgt+sJqLmpSLXyikuaP7odwmMUSs4zP7FtP7HqXMjd/idiK8P7kN3xuH/d5LjmZRqbu8paXpnxYqV4CvHlZyLWuzQSDyYmARJobAIUVimsNraFsnYkMDMITA29hMHN34aa13dFKiowNilDVfS9ppKsoqtNgRxx62lQPlKsHb3rPopUz/EzAzRb2fAEKKw2fBe1dgWbUVg1emRCBZ5V8tipqBhSVUcEQDF/LJElXBSLoyPEZEJhtbVtna0jgekmILbuZ7bcCzU9FKkouWcxkseeC8hxx33ZnU8gf3Sbj6iaQlwIoXNWhCozjPCr1WfV653er0oOmVcfgTK0L1RZRiKpvQfJ4y6CEIB5kQAJtAYBCqsUVlvDktkKEmhuAlODz2PgpW9CyU3UtCFyvANzjv8/SPW+pqblsjAS8CJAYZW2UVcCzSysmsH9OJvDAVXFWlnGKlnC7/MKDhXE1l5JwlvjMS1sgN9FYbWupsjCSaDpCeQOvqSHAIgQV9Uez9QMQeQlwgp4xUXVvEEjiKpG3vmBncjtfsrbc9Xn8KlIcV+LyqqshwRYSK+GpjdyNoAECgTchNXxa76Aqd55VWMUT49j1t9eb8nP7fCq8blvxUhiHdQqnQYgQcWs7GZ0Hv3fYtleh1cta7sOUKq3s0uVB7Bn8p8tbebhVVUzKWZEAi1HgMJqy3UpG1QmAQqrZYLjbdUh0GrCqjnG6mZF0UIGiNABy2QJb4nHfZfcFFarY1PMhQRmKoHMK/dCGTkYuvm+ompAnFYplkR86WnOLfshSxchBnJ7noGa9zjOWsRHXbBeE0TtVzniqjxrIZJrLwpZOyYjARJodAJuwmr8U5+FdFz1YiqrB/cj99UbAoVVZcFFUOedB0jlxdh3DnJ5SEcehnzo3kBh9cT516E97h+GJUpfjkxtxZb+b1NYjQKNaUlgBhOgsDqDO59NtxCgsEqDqCuBVhZWBdgn83k8nVeQAvDWRBzzfbxWKazW1RRZOAk0NQERU1UcDqWmh0O1Q0p163FRO+Y40gd6lMYSSCw+BbH5a0OV5ZUof/gVZPf9AciLz08ul8/hU8rEALLbH4E6NRqqDlL7bO1wLeFly4sESKD5CVBY1fuQwmrz2zJbQALNTIDCajP3HuteTQIUVqtJk3lFJtBswqqIpfqTXB4iouql8ZJQaoQCMHusChiHVRU/y+a0Q64ujMewRpY9GVFYjWw+vIEESKBAQAiqma33Q82MBzKRUl1IrDrPXVQNOvxKjuvb6hesCywnTIIgcdXv8CldXH0Y6tRYYFFSshPJNRdCCKy8SIAEmp8AhVUKq81vxWwBCTQ/AQqrzd+HbEF1CFBYrQ5H5lImgWYTVo+qKn6azUGcj20WSr2E1X2Kil/kclAorJZpIbyNBEggDIGwwqqUaEdixZmQZy92ZBsoVFZZVDUqkDu0WY8Nq4iR1Xn5iqvD+yAO2FKz+mm0XheF1TBWxDQk0DwEKKxSWG0ea2VNSaB1CVBYbd2+ZcuiEaCwGo0XU1eZQDMKqz8pCKsbTR6oXsLqvbk8tigKOiTgsngc4iArr4seq1U2LmZHAjOIQBhhNdj702drvc+2/GpgFodk6eKq8O93EVcr8bIFQGG1Gr3EPEigcQiEEVYnp7JIT+agqGpgxcXyrC0ZR0d7spi23Bir+byC8XQG2Zz4rB58JeIyOtuTiMUKu5rU8mOsTqQzmMzkEKLJkCUJ7W1xtKUSxUoyxmpwfzEFCZBAiQCFVVoDCegEKKzSEupKoNmE1ZcVBQ9ooQCAE2Myzo/pBxXYhVWxlH4sn8cLeUXzVl0nyxBCrN9FYbWupsjCSaCpCQQKq5KE2Ly1SCw73dHOwMOgpllUNSoULK56x4UVomzu4IvwUhMorDa1ebPyJOAgECSsZrJ5DI2moSjBoqqRufj03dWZ0kROcZUrrA4MT0CUH+VKJmKYM7tDv6VMYVWIuWPjU9oaNewlxNXZ3W1IJePaLRRWw5JjOhIgAUGAwirtgAR0AhRWaQl1JdBswuouRcHdBWFVLMDnSZIWN1V4pYowActkGbMlYFtegbExdbEsafFYS/4A7sgprNbVFFk4CTQ1gSBhVQsBsPr1kDv7LO3URNXtD0MZPewxMMUQP+YkxBceXxM+uYMvIbf/OU/PVVH/xJoLIMXbrO0IiDFLYbUm3cdCSKBmBIKE1fRkFiNCZAzjummqtRBVuzv1Q+7KEVbzioKB4TSE12qUS3irzpndjpiIxV+msDo6PqV5yka5JEnCrM4U2tv0VSqF1Sj0mJYESIDCKm2ABHQCFFZpCXUl0GzCqhBPRSgAY9nq5xUg/B2EV+vrYjF4H1lVwk9hta6myMJJoKkJBAqrHb1IrX8zYAtHIuKT5o9u8xZVF6zXDquq5aV5nx562VNcjc1ZgcSxGxxVyrx0N5SJQdeqUlitZQ+yLBKYfgJBwqqowdDoJDJiW3zI6ogt+bO62hAvbMkvR1gVRaWnshibyIT2lhVeo50dSXQUxM1yhdVcXsHI2GToEATCQSCZjKOnu/ShisJqSGNhMhIgAY0AhVUaAglQWKUNNACBZhRWjcOrzozFMAEV+xUVR1RV2/IvNlIJD9XVsqx5soYRVI1uoLDaAAbJKpBAkxIIElaFp2dy/ZssrVMz48i8ci/UyVFnqyUZ8QXrEF9yal2I+ImrUls3kmsv0uKmmq/My7+EMt5PYbUuPcZCSaC2BMIIq5XWqFxhtdJyyxVWKy6XHqvVQMg8SGBGEaCwOqO6m431IUCPVZpHXQk0m7A6rqr4RS4PES314ngM3QXvL6/Dq6LApbAahRbTkgAJmAkECqs9S5Bc/XqrsJqbQmbLryHutVySjNi8Na7xWGtJPbf398gd2gyo1i21csccXSS2ed9mtj0IZWgvhdVadhLLIoE6EaCwqoM/cf51aI8vqFov0GO1aiiZEQnMCAIUVmdEN7ORIQhQWA0BiUmmj0CzCateJJ7LK/iDouAUWcZJxqmuEbFRWI0IjMlJgASKBISnZnbbg1CzRnRnKxzZRVgVKfRDn14qiZceh1ypk5NQDh4GFAVSRzvkBfMdwmbk7hifADKFwCqdnUDSGYk6u/sp5I9sNdVP1uK9uoUn8BVWPWLMRq4zbyABEmgIAhRWKaw2hCGyEiQwwwlQWJ3hBsDmFwlQWKUx1JVAqwir1YBIYbUaFJkHCcxMAsrIAWS2Pwzks64AYvOP8/RAzfe/ivzRVzXxUu5dpoUAEJdydADj/3wbJp57CflcHiIOYEcqjo5kDHIiAWndWkjveCuwelV4kfVoP9S7fgL1d8+URFWjxr09kM46A9Kb3gD09hTbUawfgNjcYxHrO9a1jbk9z+ixWd2uWALJVedBnrVoZhoIW00CLUYgjLAqDq+anMoizPlVerzRGGZ1tkGWxb/KO7xK3JfJ5jA6noGIeRrmisUkdHekkEqKgFKi4DykIw9DPnRv8fZ0QsaWHmBSmbBkafZYVRRVO7BLlB+qzRLQlkpoh1cZFz1Ww/QY05AACRgEKKzSFkhAJ0BhlZZQVwKNIqxOjQ9jYP9WqPlc3XhIsTjmHLMGqc7ZxTokU11ot53iXW4FR0bTuPuB511vF4v5C85ah97ZHeVmz/tIgATqSCBIWI2LQ6iWnhaqhsI7dexvb8XY718onqidiMno7UgWBYdiRpIE6dSTIX34T4Eua8xTS2G5HNSf3wP1Jz8HcgHjrCxDOn8DpPe9C+hoD1VnkYjCamhUTEgCTU8gSFidnMpheGyyOIaFbXBXRxJdHbrQWE6MVUVVMTA8gVwunKhq1CselzFndof2AatcYXVsYko7NCvKJUmSJqy2Fw7OorAahR7TkgAJUFilDZCAToDCKi2hrgQaRVitKwSfwimsNmrPsF4k0FgEfIVVcRDVMa9BfNGJgZUW2/0HPvdlZEbGimmTcRk9QlS1xTS1ZLZ8GeRrPwH0zXGWIUTVTd+D+sjjgeVbEixcAPlTHwOWLg51X+7AC8jtf94Rk1W7mR6roRgyEQk0C4EgYXUqk8Pw6CSE0BnlEqKqEFfFVY6wKu7rH5pANpePUiwS8Rj6egoft8v0WBWiqhBXo1xCWJ3d1Ya2lO4tS2E1Cj2mJQESoLBKGyABnQCFVVpCXQlQWPXHT2G1rubJwkmgaQgECauJJaciVtji79UoTVS97gZkRseLScSW2DmdKcQLW2N9gRy3BvJnPgl0mDzf83mo370T6kOPlsdyVjfkaz8JrHbf/m/ONH9oM7J7f09htTzSvIsEmopAkLAqGjOezkB4roa9kokYuk3b4ssVVoW36ujEFMTW/DCXGGdFKADhtapdZQqr4tZRLRRAeFFXCKqd7bqQLC4Kq2F6jGlIgAQMAhRWaQskoBOgsEpLqCsBCqv++Cms1tU8WTgJNA0BX2FVjmvxVWNzV3m2Rx0YRP81X7R4qorEs9oSWlzVsJd06RshvfedxZir6u+ehvqt24O3//sVsGA+5M9dA8yf51uN/NHtEIddQXERUuixGrYLmY4EmoJAGGG10oaUK6xWWm4lwmqlZVNYrZQg7yeBmUWAwurM6m+21psAhVVaR10JUFilsFpXA2ThJNAiBHyF1SBRUVEwetPXMfqMNQazFle1MyAEgJ1fRzvkz10LrFoJDI9A+et/APYfqJiytP44SMJztb3NM6+KGFRcQ2ZAAiRQSwIUVnXa5sOrqsGfwmo1KDIPEpg5BCiszpy+Zkv9CVBYpYXUlUCjCKvp0QGIA6yAcNu2BLRkexc6Zs3TPLOUXBZjQwe1/3pdwekl7eCq9u5SjEJ6rNbVPFk4CTQNgUpExewDj6L/ln9zbFvtbkugM4K3qgFLuuBcSB+6Auqjv4X6nX9HqOOpg0iLQ7L+5D2QLrmIwmoQK/5OAjOAAIVVCqszwMzZRBJoeAIUVhu+i1jBGhGgsFoj0CzGnUAjCKtCUO3fuxlKPnwcLtEaSZIxe+EKdPUuwpGdz2NqYsS3m83pRXnpkX5HejkWR9+SdZrAqom3qS60d/ZVxXxGRtO4+wGrR5qRcSoZxwVnrUPvbFNsxKqUykxIgARqQcBPWJWSnUiuuRBSuz6umC81k8HQNV9Eev8hy99jhdiq4r+Rr7l9kD9/LdQ7/h/UF16KfLvnDccsgvyFzwKzZ7kmUdPDyGy9H2qmFCO2mDDIa7d6tWROJEACNSAQJKyK+KaDI+lIh0jFYjJ6utu0g6TEVW4oAHGAlIjvGvbcLHEuoIhzKg7O0gvOQzryMORD9xZJphMytvQAk8qEha7ZY1UcmCUO7MrlldA9INraO6sdIs6ruOixGhodE5IACQCgsEozIAGdAIVVWkJdCTSCsCq8TAf2b0UmPRres0qSkGjrRO/CVYin2jE+eBCj/ft8PVbjqQ70LjoWibYu9/SShGR7N+YcswZyPKH1C4XVuponCyeBpiFQrrCafexJ9P/9Nx3eqqlEDL2Fk7EjQ4jFIF3xPqg/vRsYGIx8u+cNwmv1Ix+EdO7ZrkkorFYPNXMigUYnECSspiezGBmfghpW3Sw0WAicxgFW5QireUXBwHAa+QjipihaiLpzZrcjJstlC6vi4Coh6Ea5hKjb3dmGjjZ93UlhNQo9piUBEqCwShsgAQqrtIEGINAIwmoDYPCsAoXVRu4d1o0EGoeAr7Da0YvU+jcXD5Qy13rsb27ByONPORoyqz2BjmT4Q6vsGUinvAbqlq1AerKqkKTTT4P0yY8IFcKZr6pi6uVfQJ1wEXPpsVrVfmBmJFBvAkHCajabx+Bo2vHRyK/eusiYQkdbUktWjrAq7hsaSWMyE20XlNg5JDxH9YLL81idmMxAiKtRtGThqdrT3Y5kQh9TKazW27JZPgk0FwEKq83VX6zt9BGgx+r0sWXOIQg0irCaSY9ZQgFImvdoFyQ5BlXJQ/wexeshkWpHLKFv6cpOTSCfDedBIEIBiHKNi8JqCCNiEhIgAfgJq3JHL5LHX+qgpI6NY+CTn8fUkDWMiRAXejtSSMbl8snO6a2ut6pRk3lzIV//50CPM6yBSJJ56W4oFFbL7zfeSQJNQiBIWBXNEFvi01NZqCF2xotxry0ZR6IgMGr65sH9yH31BguR2PKFSFwcA+KlTJUFF0Gddx4gFUIIqComp3LI5kIUDCARl9GWikOsPbWrTGFVW3Nm85qoG0ZclWSgPZVAPFYa6ymsNskDwGqSAAmQAAk0FAEKqw3VHTOvMo0grHrFWO3uW4zZC1Zg6OCrGBuIdqp1ItWBuctPQG4qHSl+K2OszrxngC0mgWoQUEYOIrv9Yah550ccedZCJNc6D33K79yNo9d9Gfms1bNKliT0daVQVnzVajTGL4/2NsifuxZYfaxrqsy2B6EM7XX8JsWSSKw6D4IFLxIggeYnEEZYrbSV5QqrlZZbibBaadkUVislyPtJgARIgARmIgEKqzOx1xuozY0grLrFWI0l2zRRta2zB5Njgxg6tANKSK9TSZbR0bMAs+cv12Kuho7fyhirDWSZrAoJNBkBVUVm+0NOUVGOIbHkVMTmH+doUPbhx9H/j99ybJWt6OCqGmCTPvUxSGec5lpS/ug2ZHc/DSg2sXjWIu0ALxgeYTWoJ4sgARKYPgIUVnW25sOrqkGbwmo1KDIPEiABEiCBmUaAwupM6/EGa28jCKsNhsRSHYYCaOTeYd1IoLEIqLlJ5HY9ifzQPoi9r1I8hdiC4xBf9BrXimbuexj9t37HEeYkIQ5R6UyWtqU2VjMhvfsdkN72Zs9a5Q5tRv7AC1BzU5qQKnctQGLVBkjxtgZrCatDAiRQLgE3YTX/6c8jv2R5uVk67pOH+hH/q+BQAJn5b8Rk9+kAKgifYildQdvoU0ge/lXxr+mEjC09wKQyYUm5tuc6xNFTtTZPKXuxfeRfLfl1p5bgrBXXVa0MZkQCJEACJEACrUaAwmqr9WiTtadRhNWJ4SPIpEcj0Yun2tHVs1B7cRdb/seHD2vxWL2uWDyJrjmLtLituewkJgYPQbGlT7Z3o2P2vGIWFFYjdQkTkwAJRCDgJawmYzJ6O1NlO3ce7pbwr+cm8Z5nslh3KFyMwQjVhvTHb4f0R2+NcgvTkgAJtBgBN2H10LVfxpikn25fjSslA0v+4UuWrNxirB7tfRcOZxZGisXvVz8Ra3V+8iDmDv53MZmXsNqX/ywy4cL4h0LS1p7DEdxiSUthNRQ6JiIBEiABEpjBBCiszuDOb4SmN4Kw6hVjNYiPJMmYvXAFunoX4cjO5zE1YT0Axn6/ln7BcnTNOUaLu5oe6XcUwRirQdT5OwmQQLUITIewOhUH/uqNKTx/jIzFQyquv2cK80fValVZy4fCalVxMjMSaEoCFFb1bqOw2pTmy0qTAAmQAAm0GAEKqy3Woc3WnEYQVkUc1MGD25HPTkXCF0uk0LtwFeR4AhPDhzE2eEjbfut1CdFUxF1NtHV5po8n29GzYKWWp7josRqpS5iYBEggAgEvYTVMjNXRWQo6xmXEbE76Pzgtjv8+JYF8YUfsWTvz+Ny9GUg2bXUspqJDkSCXoblKn/gIpLPOiNBSJiUBEmg1AhRWKay2mk2zPSRAAiRAAs1LgMJq8/ZdS9S82sLq4OAw7r7nYWzbvtuXzzvfdiaWLpnb8AxffHkPfv3Ac456rl61DJdech56e2eHbsPIaBp3P/C8a/pUMo4LzlqH3tkdofNjQhIggeYmkN+5G0ev+zLyWdtBT5KEvq4UhMDqdk10KvjBn45iaE4evf0xHP9cCqf+LoX9XTHc9KYkBjpK9yXywNWPZ/GGzTlsb8/h+wsm8UjPFBQJuHXLbKybiEeDmExA+uynIa13HsYVLSOmJgESaGYCjLGq9x5jrDazFbPuJEACJEACrUKAwmqr9GSTtqOawmp//xD+9bYf4OjRwUAaV75/I45dsSAwXb0TPPPsdvz07iddqzF3bi8+9uH3oq8v3KEFFFbr3ZssnwQai4A6No6BT34eU0PWMCaSBPR2pJCMux/EMtat4IdXjmKwr+SumshKGNjeh+dmpRyNPKY/j6FtR7A9lS3+1pWXcPMrs3HCeERhdW4f5C99Dpgzp7FgsjYkQAI1JeAmrMY/9VlIx62vWj3Ug/uR+2rw4VXKgougzjsPkGLVKVvNQzryMORD9xbz84qxeuL869Aer956dmRqK7b0f9vSDsZYrU63MhcSIAESIIHWJUBhtXX7tilaVk1h9Yd3/RKP//YPodrdCsKqaOjZZ52C97zzTaHaTGE1FCYmIoEZRWDsb27ByONPOdo8qz2BjqS76Ok3kUoQAAAgAElEQVQmrGbyMbzQPxfpnPMeVVExuLMfUyPpioVV6fTTIH3yI0CsSgLGjOptNpYEWocAhVW9Lymsto5NsyUkQAIkQALNS4DCavP2XUvUvFrC6uTkFL59+39hx869obi0irC6csUSfPTqd6OtzeklZgdBYTWUaTARCTQvAVVF7uCLyB/ZBuSzkDp6kVj6Wu2/Xlf2sSfR//ffhKJYg52mEjH0diRdb3MTVoenUnh5cA7yiruX68j+IYwfHq1MWI3FIH36Y5BOPdm3j9SJQWT3PA3xX8QSiM1bjfjCEwDhisuLBEigJQiEEVYnp3KYmMxADRHLWQwPIixSZ3tp3CvXYzWfVzCeziCb8467b+6ERFzWyo3FCuNnBR6rotypTC50mzvakmhLlT6I0WO1JR4PNoIESIAESKDGBCis1hg4i7MSoLDqbxF+oQDEnRRW+USRAAkYBLK7n0L+yCswv1FLiTYkVpwFefZiV1BqJoPBT34ek4f7Lb/7HWClSsD/+9AIDiwpxWYdnGzDFiGsih9drtEDwxg7VAo5MD8j49ube7Ag4y7EumaycjnkP/8M0OEdC1oZPYTsq49CzZa8Y4WgGpu3Follp9NYSIAEWoRAkLCayeYxNJp2fDTya74Yvbo6U0VxtVxhdWB4AqL8KFcyEcMcI859mcLqRDqD0YmpUKKqUTdZltDT3Q5RvrgorEbpNaYlARIgARIgAZ0AhVVaQl0JTKewqih5TIyPQ3VxVbjq8oswb253se2Gs5b9rBbh5CC2sUqyBLtcILIVeYtFqf0S+Ym/2h2kjPxc71H09OZ7Xt15GP/1P49p2UuShPaOTsRMW2AprNbVfFk4CTQMAWW8H9ltD1oFxULtYn0rkFi5wbOumfseRv+t33GMlbPbk2hPlrbcZ7syOHraQQyu68cf+ubgQKI0hooQACIUgAgJYL/EGDq8ZwDpwYniT70TCs7dkcO52S6clu9ElxqwtV94q/7ZVZDOOsOXeXbHo8j373SkkRLtSKx+PeTOvobpM1aEBEigfAJBwmp6MouRcSEyhnBXNVVDeI52d+q7gMoRVvOKgoHhNITXapRLeKvOmd2OmCwDZQqro+NTmqdslEusLWd1ptDeltBuo7AahR7TkgAJkAAJkIBOgMIqLaGuBKZLWM3ncti9czvSE+Ou7fvC567ACcevrGvbwxT+wEO/x23f/VkxaVt7B5atWIV4Ql8AU1gNQ5FpSKD1CSgjB5DZ/rAWAsB+yR29SB5/qTcERcHQ//clTOzYY0kjDq8Sh1gdPeMA9p+3GxOLxqDGdJHiSKYPr6aXQTF9cnqxfy6GppxhSXJTOQxsO4y8yYNrYmAEY0eHtbzikHBxdjb+LLMAJ+Y74ObDKr3mBEjXfBxIuocnMCqeeeluKCIEgP2KJZBcdR7kWYta3xjYQhKYAQSChFWBQHisinAAYa94XMbsrjYk4vqHnnKEVXHfxGQWYxNTob1lxcf2ro4UOgriZrnCajaXx/DYJHIhQxCIuoowAMJj1bgorIa1FqYjARIgARIggRIBCqu0hroSmC5hdXIyjV2vboUQWN2uZhVWJUnG8mNXo6OzS2sWhdW6mi8LJ4GGIVCRsApA2b0XR6+7AbkpqzDbvQDY9vHnML6kFB9VNDqvytg8sQojuZLX6sBkG15xCQcgQgCIUADGlc/mMLT3CMR/zdfJ+Q7cPrEKvartAKyuTsjXXQMcuyKQN4XVQERMQAItQSCMsFppQ8sVVistt1xhteJy6bFaDYTMgwRIgARIYAYSoLA6Azu9kZo8XcKqoijYv2cnRoaHWkpYnTW7B8csXQFZbBWjsNpIpsy6kEBdCfgJq1KyE8k1F0Jqn+1bx8yvH8DAv2yyeFklYzLUs4ex/d0vI9dpFV2nlKQmrk7kS95OmwfmoH+y9O9sOouB7YehFDyolHwew/uOIjtp3a7arsqaqHpmXv9oVLwkCdI7L4P0dh+P20JiNT2MzNb7oWZcdirQY7Wu9snCSaDaBCis6kRPnH8d2uMLqoaXHqtVQ8mMSIAESIAEZhABCqszqLMbsanTJawabRUeqyqc8bVWLpuHbtPWp0ZkI+p0tH8U+w/q21pFlNdY3OrJRY/VRu051osEakugGsKqqPHE7Xdi+Gf3WA4/mdWWwOF3v4oD5+2BKlvHU+G5umtyCY5k50BRZUzlYxAhAUTMVRFbdWhnPyZH9IOkJkcnMHZkCErOeqhLDBK+NLkYV2TmOWJZS+eeDemqKwDb2OdGl8JqbW2OpZFAPQm4CauxD3wQ8pnnAIWPzxXVT1WhvPAc8v/2T5ZsYssXInFxDIiXYqiqXcdCWfLHQML/41Xo+mSHIe/9EaSxV4u3pBMytvQAk0opVrX4cc2cD6Gnbb22Sqz0UqGgf+Jp7Bj6oSWr7tQSnLXiukqz5/0kQAI1IpBOT2Hz1j34wwvb8MrWPRgaGatRya1ZTM+sLqxdsxSnnLga69YsRXu7M+xVa7acrYpCgMJqFFpMW3UC0y2sVr3CDZYhhdUG6xBWhwTqRMBXWI2nkFh9PuSu+cG1UxSM3vR1jD7zfDGtiP/X253ErvduxpHTDzjEVZEwp8ZxYGoejmbn4PBkN146PAdDh8cwsncQ6eExpIfGoHgc5vLBzDx8YXKxFmvVch23BvJnPgl0dATXW4QzGDuM7LaHoOamnOnpsRqKIRORQLMQcBNWRd2lE0+C1NFZeTMyGSibXwQmJy15uQmrWoLUfKjtCwHXKNFRqqNASh8Epg5bbvISVmNSCrNSayFL/vGnw9Qgr05gaPJlR1IKq2HoMQ0J1JdALpfH0394Bf9z9yPYsetA6BjP9a1185Uu1sQrly/CH116Ll57ylrECzG5m68lrHG1CVBYrTZR5heJQLWE1ampDL6z6b+w/VXr4SuRKtOEiVcduxQfuerdSKWCF9Qjo2nc/UBJLDE3N5WM44Kz1qF3djgBowlRscok0NIE/IRVRBQV1clJDH32eqT3Hiwya0vEMKsrgd1v3YqDG/ZCMXlr2cFK4204+sQS/OJB4F55CGLfgNslPFU/PrUAn5pa6BRVF8yH/LlrgPnzQvdbNRmELpQJSYAE6kLAS1id7sp4CqvTXLCXsDrNxWrZU1itBWWWQQLlEVAUFQ899iz+479+g+ER90Oby8uZdwURmD2rEx9498U4/5yTIQRXXjObAIXVmd3/dW99tYRV0ZD/vfsB3Hv/b+veplpW4KILz8JbL70gVJEUVkNhYiISaEoCQaJiYvmZiM1ZHrpt6vgEhj73ZaT3lcTV2R1JtCdiGDquH3sv3onxY0aRT+Ug52XExxPo2j0b83+3CHNeLImhY1Iev42N4ZeJITwZG8NBOYseNYazct34s8x8HJ/vcG5gnTMH8jUfB1aGr69oWH5gF7K7ngDy1liwWqMjisuhQTEhCZBAXQhQWK0ddgqrtWPNkkggCoFdew7hX27/ieahyqt+BIQH6yeuvgzLl1Yv3nX9WsOSyyVAYbVccryvKgSqKaym05O4/d/vmjFeq8Jb9eoPvhPt7W2h+oLCaihMTEQCTUnAV1iVZCSWnIrYgnWR2qaOjmHo819Bev8h7T5ZktDbmUQiph+eNy1XmaKqqEv+0GZk9/4eUEuxD4t1pLA6Ld3FTEmgXgQorNaOPIXV2rFmSSQQhoCqAvc99Az+/T9/iamMy8fkMJkwTVUJpJIJfPBP3oSN558Gic6rVWXbLJlRWG2WnmrRelZTWBWIMtks/vCHl7Ft++4WJaY3a/WqZTjllPVIJhKh20lhNTQqJiSBpiMwHcKqgCDCAoz8xVcxvm2XxiQZl9HTkdRE1qpf8+ZCvvaTwNLFZWVNYbUsbLyJBJqSAIXV2nUbhdXasWZJJBBEQMRS/cGP78dPf/EYVKGw8moYApIk4e1vPgfvfceFjL3aML1Su4pQWK0da5bkQqDawiohexOgsErrIIHWJeArrAKIL1iP+NLTygOQy2H0a/9YPNCqPRnDrPZkFc6gNlVn9bGQP/UxoLenvDqKA7T2PIPcIefBK1qG9FgtmytvJIFGJEBhtXa9QmG1dqxZEgn4ERCi6h3f/xXuue93FFUb1FQorjZox9SgWhRWawCZRXgToLBaO+ugsFo71iyJBGpNoBJhVZ0cRr5/p64/9q2A1DbbWX1FQfrOH2LoR3dri/mOZBzd7YnKxVVJgnTWGZA+dDnQ5h7WJFT9KKzW2uRYHgnUlQCF1drhp7BaO9YsiQS8CAjn1B/97CH88H8eoKja4GYixNX3/NEF+OO3nc+wAA3eV9WsHoXVatJkXpEJUFiNjKzsGyislo2ON5JAwxNQxg4ju+0hqLkp17rGepcisep8x2/5wT3I7XqieJ8US2qerbG5q1zzyT31Bwz8/T8hN5lBV1sCXal4+WySSUjvfzekC88DZPe4rfmBncjtfqpUv3gKcXEQV+9SR7nZ7Q9BtMftkuIpJFafD7lrfvn15Z0kQAINQ6BcYVVauw5STy/UiXGoLzwXuT2x5QuRuDgGxF1iOfvllpoPtX2hlkJKHwSmDkcqO52QsaUHmFQmIt0nEve0rUdM6kBWGcbI1LbI91NYjYyMN5BA1Qls2boHf/2N/8BE2n2dF6bA3r5jsHj58ZAlGXt3v4SBI3vD3BY6zazZ87Bs1cla+n27XsJg//7Q94ZJ2D2rT8tflmLYu+vFquffM2cRFi9fD0mSK65/d1c7Pn/N+3Hcaud6NUxbmab5CFBYbb4+a6kaU1itXXdSWK0da5ZEArUmoKaHkdl6P9TMuGvRcs8SJFe/3vFbZvOvoIwdsfxdiJDxZacjNmeFa17q4BCGvnAT0gcOa8KqEFgjX0sXQ/7Y1cDSJZ632kVfI6HcNQ/JdW90tmXbg1CG3F8SpGQnkmsuhNTu4o0bufK8gQRIoN4Eogir0voTELv0MkhLlgLm2PSKAnX/Xij3/RrKk4+HalIkYVVOQVmwEWrPyUC8Q0iqhTJUIDcBaehZyIfuA5RgoSSqsNrX/los7DoP7YlFkFD6cKWoOUxk92H/6K8xPLUlVJsprIbCxEQkMG0ERscm8NWv34kduw6UXUY8kcSa9Wejrb1LyyMzlcbWlx5HJpMuO0/zjc2efyLZhjXHn41USozVwGR6DFtffhy5bKZsPmtXL8EXPvMBdHaEO2i67IJ4Y0MQoLDaEN0wcytBYbV2fU9htXasWRIJ1JpAoLDqIkaqkyO6GDs15qiuJq56eIZqiRUFE7d9DyO/uBftiZgmroY6zkqWIb3lEkiXvQVIJj0xeYmq4gYp1aWLpG2zLPe7icRGAgqrtbZIlkcC00sgrLAau+ydkC+4CEh4jzfI56A8+Vvk7/o+MDnpW/GwwqrauRLqMW+F2jbPJKjas1YhTR6BtP9/IY3v8C03rLAak1JYNvsy9LWLk6ljnnkqahaHxh/B3pG7AzuKwmogIiYggWkl8LNfPo7v/eBXFZWRauvA2uPPQTyR0vLJZafwykuPYWoyuhe8W0WYv5OKCAnwp++/BJe+4cyK+o43NwcBCqvN0U8tW0sKq7XrWgqrtWPNkkig1gQChdWOXiSPv9RRrcyWX0MZdd+SGiiuAsjv2IXhm74OjI5hthBX/dTVFcsgf+SDvl6qooJ+oqr4XZ61CMm1G51teeluKBODrugprNbaIlkeCUwvgTDCauxt74C88Y1WL1WvaikKlN/9FvnvbfKteChhNTUfyrJ3Q23Tt/4HXdLkQci7/8s3PEBYYXVlz/vQ13GqxUvVs8lqDofGH8TekV/6VpHCalAP8ncSmD4Cg0Nj+Mrf/jsOHOyvqBAKn/74povPooV9+MqffxC9PbqnMK/WJUBhtXX7tilaRmG1dt1EYbV2rFkSCdSaQJCwKrV1I7n2IgiB0XyJQ6+yO5/wDCEgxdsQX/4615imxXwUBZP/czfSP/5fdKt5yLJNXe3shPQn74a04SzPWKpGXrqo+iTUnLvXmPBWTaw6D3LHHEs7RAiEzCv3Qp0cdUVPYbXWFsnySGB6CQQJq/LJpyH2viuA7u7SUDU2hr0vv4ytr+7AiqVLsOLEExDrnoXiF6FsBvlf/AzKr37hWfkwwqqy8k+hdok41YWxUFUwMbQfzz37HBLJFNavPw4dPccAkrFFX4U0th3yjv/rWW4YYXVR14U4pvsNkCUjPIuKdGYYr+7YjN279mH16pVYsew4JOKleSCrjGHX0F0YnHzBs2wKq9Nry8ydBPwIVMNbVeQ/XcKhUXfm796Lwmv1E1dfhtdv0GPP8mpdAhRWW7dvm6Jle/YP4ukXvANnX3DWavTMam+KtjR6JYdG0njgt96HFrz2xCVYekxvozeD9SMBEnAhECSsQo4hsfR0xOatdtwd5CEqJdqRWHEm5NmLfdmro2NIf/c/EXvueSQyU5qIKp2/AdL73gV0BI/jyvA+XeTNusf78qtH/sg2ZPc8BSh51zpSWOVjQwKtRSBIWI195BOQTzpVF01VFYNbt+Jvv3UbduzZVwQxt28Obrj241iwbn1RXFX37kbu5r/zDAkQJKyqPSdBOeatQEwf88RHop//9Ef43n/+3NIBV135R3jjW94GKVaIvZdPQxYhAYbcD9QKElZFCIB1cz+OjoQxTqvYte9lfOWL/4CJ8dKHqvXHr8E1n/0oemcfU6iPisHJF7FtwFvUpbDaWs8OW9M8BNLpKfzVN/4D4uCqSi8Kn/4Ep5PPietX4s+vfT9SyTLOJKi043l/zQhQWK0ZahbkRiBIWF26qAdrVs5DR5tPbCyiDSQwMZnB1h1HsOfAkGdaCquBGJmABBqWQKCwWohN6ubtKRqVP/wKsvv+AOSz7sJkSHFVExKGRqA+/Qzkk18DzO0LxSzYc9Y75qsyMYDs9oddY8UahVNYDdUNTEQCTUPAT1iVlq9A7KqPQeqbq7UnNzSIm2/9Fn733IuO9q1Yuhh/+YXPom3+Av23dBr5H9wJ5aknXFkECavK4sugznmt7q2qKnjh6Ydw0998xzWvL/35n+E1Z5xX8GxVIQ08DXnfT1zTBgmrfe2nYvnsP0ZM1oXa0YkjuOmGr2PXTqfzwrnnvw5/9vGrkUzoW1On8oPYPvA9jGfdxRsKq03zWLCiLUZg66v78LWvfw8T6eAD7kTTu2f1YdmqkyFLMRw5tAOHD+6Eks9pVIKEQ1mWMXfBCsxbuAKqomDPjucxOmINP2DkL0HC4QOv4ujhXVAUpaz89+/ZgqEB62FcleQvPEPnLliOeQtWipUo/PIXfA4d2I6jh3aGr38sjvkLV2j5K2oeu7c/6+DjZX4d7Sn8xXVXYM2x/g4KLWa+M645FFZnXJc3VoODhNXGqm1r14bCamv3L1vX2gTCCKuCgNzZh8SaCyC2+Nuv3KGXkdv3rK/Xp+a5OmtRVWEq40eRffVRb2FUjiG++GTEF6x3lCu8wbJbH4Ay7h97jMJqVbuMmZFA3Qn4Cavy6Wci9t7LgXbda/TICy/g/3zlrz3r/NVrP441556r/y4OsvrVL5H/+f+4pg8UVld+CGrXsdq9SnYM3/7Wbbj/od+55nXh+Wfgox//MOSCwCmNvQp5x3dd0wYJq4u7L4EIBWAcWPXCy4/jpuu/6dnmf/zm9Vi8cJ3eZGUSu4Z/hP70713TU1itu7mzAjOUwC9+/QS++5/+MZANNPFEEmvWn4229lIsz3wui4P7t2kCojj13u3wqsxUWhMkFx6zuniwlchzMj2GrS8/jlw2oxURiyewZv1ZaO8oHRwqDsA6tH+7JrBGzX9qagJbX3oc2YzuUS/H4liz/kx0dPYUezts/n3zlmLh4jVaHYzLnr8bH5G/zmcXkql2Vz6ifkJwFnwEA+Oy8wky0Q/9yZvwZh5iFYSpqX+nsNrU3df8laew2jh9SGG1cfqCNSGBqATCCqva4rVzLhJrXu8qrmZ3P4X8kVe0rbNulxbj9NgNWh7VuEKJqsechPjC4x3F6aLqgxB5BF0UVoMI8XcSaC4CvsLq685G7D0fANr0l+zNDz6IL//Ttz0b+OkPvAcb3vYWIB6vqrCanxrGN77xLfzuqeddyz7j9NfgM5/5OGKp2drv1RJWVTWP+x+8G//2ze97tvmLf/lxnHyCLibn1SnsGvox+tNPu6ansNpczwZr2zoEbv7Wf+OxJ52e9m4tTCRSWHP82Ui1WWPpi7RCQBw4ug9z5i6BEBj1v2UwcHQv5sxdbBFUjbyFoPjKS48jMzWh/SmZbNfyFwKk/fLK/+jh3eibt8QieBr3CkFXCKuZjB7+qZz6++Ufpf4ibf+RvZg7f1loPvb6B1ndeWefhE999B1Byfh7ExOgsNrEndcKVaew2ji9SGG1cfqCNSGBqATUyRFktt7vux3enKfcswTJVeeXDm0x/RhKXHU5QCpqnQO38EsSYvPWIrHsdGfWqorM9oegDHnH6DbfJATh5JoLIbWVPC2i1pfpSYAEGoeAr7B66umIvf8KoEMXGI6+9BI+ecPXPCs/Iz1W//kGLF5wnMYkp0xg1/BdGEi7x3elsNo4ds+azBwC5cRXnbdgORYvPwFiW3xll4rDB3Zg3+6XLdksWrIW8xetgggbUMmlqioO7d+GA3tfsWQjPGcXLzu+4vxFKIBDB17F/t2bHfVfcMzqivl41d+PyXFrluKLn/kA2ttT/397dx5k2VXfB/z3epvR7Itmk0YajXaJTQIZsAQGC4xjvMhOgosqFlMSdmLHBSRxXBUHqATZrorjVGGccioOUmGDAzYVY+yERDYIEEhsQggCWmc0WmY0izT7Pr2l7ut+Pa+733q6+3X3O5/3j436nXvP7/PruX3f99177kzojF3AAoLVBdycHKYmWF04XRasLpxemAmBFIFzj/19jJx4oeWhdcPVFkLL8pWrMwhXm4aqxZW19cLfFuY3FaFnxYYYuPYtLdt4IwECC1ug4RqrGzdF76+/P0obNpaLGD5+LO7607vjS9+Yfkv+9vE1VpdU1lg9dTKGP/3JGPnegzUBmi4FUL3GaozGzh9+K37n3/9xzW195IP/PK65obhqtAhBZrbG6roLXh7bVv+T6OtZVt7XidNja6w+vWv6l09vuPXV8d5fuyMG+sbXWB16MZ44dHecGar990OwurD/LZhddwocPnIiPvT7d8WBF+o/H6NW5cVaqhddcl2sXrspIUAcjaOH95cD1bNnxq5Unfqa6+0Xt/Nv3XZ9rF67OWn+x468GM8/91icPnVs1udfBKqFz/PP1fep99u4ccOauPN37oi1a84v1dCdv7n5ViVYzbf3C6JyweqCaEN5EoLVhdMLMyGQIjC0++EY2v9I3dv4p22zuCL0wiuj/9Ifm37l6shQnHvq6zFy5PwTtKeOLy1ZGf1XvC56lq1ra7pjoerXY/Ts8brjGoWqg89+J4Zf3NFWnX2bro++rTe0NU9vJkBg4Qo0ClaLWfe+59ei51Xnj22n9+yO//wnH4//9/iTE0VduH5dfOQDvxHrr7124hg4uvvZGProH0ScGVv3b+qrWbA6uublMXLRz0X0jt0uOzp8Nr76xf8b//W//9WkTf3qe34p3vQzPxel3vE1AYdPR8/z/ytKR2pfNdpsjdXe0pK49sJfj2X9lYejjMae/Y/HB3/7P8Wpk+drecnLro73/+tfjdUrLhqfz2gcPP1wPHX4f9RttmB14f47MLPuFTh0+Hh88PfuihcPHk0qsggoL77k2li9bkvTK0BTAsN2AtDU7c/1/Nvb/r7Y/cwjE2vCttuUC9evjt/9d3fEurUr2x3q/YtEQLC6SBrVrdMUrC6czgpWF04vzIRAikA5sNzx1Rg9V/sqg5rbbHC7fXkN0ye+HMV2671KF6yO/u03txyulue464Eo1oSt92r0gK1myxTU2mZpYFn0X/mGlueYYm8MAQKdFWgWrJauf1n0vuNXorT6/INQRk+fjv1PPhkv7j8Qq9asjouvuy56V1RdPXTubAz/7V/HyFe+VLeYZsFqMXBk2ztidFVxm/347bijI3HqyPOxZ/dzMTo6Elsv2RbL1lwUUarcTjsapWOPR88zf1F3v82C1WLgpuWvi62rfiZ6SmNrKBZXwZ4+dzSeeXZHnDp5KtauWx2XXHR19I2HvsU7BoePxa4jn42jZyffMls9EcFqZ3+37Y1AITDTYLWiWKypumXrNVE84Gn6EgHFFZgHYs+zj9S9QrVZN8oB7qXXxZp1W6ZtvwhUjxx8PvY891hyIFnMf+ul18ea9RfV3v6hveUrbCsPwWo236k/rwTQc7X9yv4Eq+12ZvG9X7C6+HrWVTM+eepsfOmBJ2JkpKvKWnTFFEvlvOnmq2P5Muu+LLrmmTCBKoGh/Y/G0J7vR4wMt+5S6om+TddG39Ybp40Z3v9YDO7+XsRo/YN0oyC0eoNjD5v6SoycPFh/bqWe6N96Y/RuGntadfVraPf3Ymj/Yw3nMm1QT2/0XfyK6Nt0Xese3kmAwIIXaBasFgX0/vwvRc+tbymeitK8npGRGPnON2P4k3c3fG8rwWos2Rgjl74tRpdubr7fIn49sy96nv1sxNkDdd/fSrBaDN6+5u2xftmNUYrmayCOjA7GvhNfjT3H72k4T8FqS230JgKzKjBbwWoxqYu3XR8bN192/sueqpkePvh8PL3jezOa+9ZtL4kN5e1PfY3GgX1Px55nHpnR9uvPf663H/HCvqdj9zOtPUCsUZGC1Rn9CiyKwYLVRdGm7p7kw4/sjqd3H+7uIhd4dZdtXRs3XL91gc/S9AgQaEUg5arOqBNADr+4M4rtxchQ47Bh7SXRXzwMq8FrcOd9MXz4ucYl9PSVH1bVe+EVk96XFhg3ePhVK5DeQ4DAghVoJVgtJt/z5n8UvW95a8SysbVHa74Gz8XIA1+L4c9+umm9LQWrxbWiyy6J0S1vjdFlxa359R4kMxqlU3uitPcLUTrV+PBhAe4AACAASURBVNjYarBaFHDp6l+MDcteHT2l+oHy0Mjp2Hfi3th74itNaxasNiXyBgKzLpDy8Kpak1i1ZmNsv+qV0dPTW3OOxVWle575Ubyw/5mkGtZvvDQuueyldddDLbb/3NM/jIMHnk3a/toLL45tl7+i4fZnMv+53n6laA+vSmr/ohokWF1U7ereyT69+2D88Im9MTQ0uqCKLP4YDA+3ceVXg9n39vYmLMI9txx9faV46dVb4rKt6+d2R7ZOgEDnBBIe7lSeXE/f+NWd41eLtrOd3v7ov+y10bv20pp1Dh9+Ngaf/mbE8GBTh6nrqxZXqY5dhds43J264brrtDadgTcQILDQBVoNVos6SpddHj1vekv0XHNdxAXLxtZTHR2NOH06Rp/aEcNfuidGn3y8pZJbDVYrGxvd8PoYWfvKiIF152/9Hx2K0tlDUTr8UJRevL+l/bYTrBYbXL3kmti84g2xfOCSKNZfrTwgqwhUj53dEftP3hcnzrUWpAhWW2qRNxGYVYHh4ZH4w//yl/Hdh59I3u7SC1bGlde+Oorb3SuvocFz5SVJJv23oXOx87Fvx6mT7a3n2ur2i9v0dzz27Thzuv7a+rWKrLf9kZHhGFgyto518ZrN7RfbKhV3cvVXllRJ3351Ta+96fr4l7/xtvKfH6/uFBCsdmdfVTVLAl++/5F49LGnZ2Vr1117WfzkLdfPyrZshAABAo0EWrrtvtYGenqjd83W6Fl+YQwfejpGThbrq7b2hVfvum3Rf3nxhOvpr8Fd98fwwVaPpaXoWb4uetddFiMnX4zhI7vbW9qgyIiXr4/+q94Ypb7zHyb8xhAg0D0C7QSrs1l1u8HqbO273WB1tvZbbEewOpuatkWgdYG//NyX43/+7X2tD6h6Z09PT2y/6qZYtWbDxH8dHh6Kp3c8VP7fl135yujt7Zv42emTx2LH49+KInht5dXT21cObZevWNvS9ovQdsdj34rhoeZfsBcbrDX/IlDd9eRDMToyEtuvflVH53/yxOFyODwy3N6X/BWcX/7FN8Y/ve0NrdB6zyIVEKwu0saZdmcE/vp/fzv27XtxVna2efOF8Y9/9tWzsi0bIUCAQDOB5HC12Ybr/Ly0dGUMXP2mKA0sn/SO0aGzce7xf2j4wKrEXdYcJlSdTU3bIrAwBQSrneuLYLVz1vZEoFrgez/YEX/wsU9HcfVqu6/p65KOxoG9u8oPeipeG7dcHhdfWtyhVLmEsr31Smtuv2o91S1br47NF1+Zvv1Lr4uNW7bXHT8X89/z7GNxYO9TZZ/igVyN9t9OPwYG+uLffuAd8ZLraq1D286WvHchCwhWF3J3zG3eBT7zufvj0KH2bouoN+l161bH23/plnmvyQQIEMhHYOTUoRjc+bUYPXtizosu9Q5E/xWvj55Vkx/YMnLiQAzuuC+KgHWuX6UlK8bmsGzdXO/K9gkQmEcBwWrn8AWrnbO2JwLVAgcPHYsP//7d8cLB9j6L1lpX9ejh/eWrVUfGnxhdXBFaXLW6eu2miV0WS+A989T34/CLexo2Yibbb2W91eIq26lX1J44djB2Pv7tpvNvZb3VWuuqtuJTXDH7zM6H48ihfW39om7ftjk+9G/eHSuWn1++oK0NePOiEBCsLoo2meR8CXzhSz+Iw0dPzsru165eHm9908tnZVs2QoAAgVYFigdGDT3zrbkPNnv7Y6AcrG6ZNLWRY3vj3M6vtbS+aqs11XpfqW9J9G17TfSuvWQmmzGWAIFFICBY7VyTBKuds7YnAtUCxVLQf/qJv4sv3Td2+34rr96+/rjqutfGBctWTby93hqkxTqlV13345PWKz179lQ8+cg3yuuW1noVa48WY5ZesKLp9mutkXrm9Il48tFv1F1yoJ3tL1m6PK687jUxMHA+sEzZ/rmzp8tzKv5v9Stl/rXMbnvrLfGOt725lfZ5zyIWEKwu4uaZ+twKnDk7GF//zq44cWp2rrJasWxJvO7HtsfSJfWf0jq3Fdk6AQK5Cgy/uDOGnnsoRodbWzsryWkeg9Xiatm+S14ZvRdekTR1gwgQWFwCgtXO9Uuw2jlreyIwVeDJp/bE7/3hJ+PU6dY+j/b3L4mrrv/xKELH4lVZV/XYkRdq4k69OrQIVJ94pAgZT9V8fxFiFtuvPDyqsu7psSMHar5/zbrNse2KG6Knp7f883a33+wq2pluv12fcghb+JybHMLW+81dvWp5fPC33hXbLjl/ZbDf8u4UEKx2Z19VNQsCx0+ejfsffCrOnE1bpHrqFJYu6Ytbbro8Vi4vns7qRYAAgc4KDO1/NIb2fL/tB0G1OsviitH+K38ielZsnDRk5OTBGNzx1RgdbO0ktNX9Tbyvpzf6Ln5F9G26ru2hBhAgsDgFBKud65tgtXPW9kRgqkCxvuqf3PX5+No3ftAyzoWbtsXFl449MLlYM3Tv7scbji3WQ924ZeyL6QN7d8be3U80fH+72y/WK92weXsUIWkr82l3+1u2XlNeM3au6q3e/p5nH4kX9z/Tci9+6idvive+62ejVFnKtuWR3rjYBASri61j5tsxgaPHT8f9D+6Kc4PDs7LPgf7euOWm7bF6pfVVZgXURggQaFtg8NkHY/iFJyKK+8tm+VW6YHUMXPNTUQSs1a85fXhVqRS9G66O/ktvmuVqbI4AgYUsIFjtXHcEq52zticCtQSe33cw/sN//LM4fOQ4oEUksHHDmvjQb707Nm1cu4hmbaqpAoLVVDnjul5g974j8b0f7onh8UW+Z1pwb09P3PjSi2Pr5jUz3ZTxBAgQSBMYHY3Bp74Ww4d3R8TshqvFQ6sGrn5TzXmde+JLMXKsvcX+mxdYit61W6P/8teHSwGaa3kHgW4SEKx2rpuC1c5Z2xOBegJf+IdvxZ99+p7yVZ9eC1+gt7cnfv322+InbvZ8lYXfrdmZoWB1dhxtpQsFdj57MH74+N5Z+wNWKpXipddsiSsuXd+FWkoiQGDRCIyOxrmd98XIkSJcnb1X74Yro3/ba2pusHyl7IHGt6K1O5OeNVtj4IqfEKq2C+f9BLpAQLDauSYKVjtnbU8E6gkMDQ3Hf/vE38VX7/8+pEUg8IZbXhH/7D0/H319Y2vLenW/gGC1+3uswkSBJ3a9EI88ObtXWF1/1ea4evuGxBkZRoAAgdkRGB06E4NPfiWK9U9n5VXqib6tN0bfpmtrbm5o/2MxtPt7EaMjs7K7nuXro/+qN0apb+msbM9GCBBYXAKC1c71S7DaOWt7ItBI4OSpM/EHH/tMPPp462t8Eu28wHXXbIvfft/bY/ky56id15+/PQpW58/enhe4wHd/+Fw89/yRWZ3lJRetiVe99JJZ3aaNESBAIEVg5NShGNz5tRg9eyJl+OQxvf0xcPkt0bP64prbGjm6J849dX/E8OCM91VasiL6r3h99CxbN+Nt2QABAotTQLDaub4JVjtnbU8EmgkcP3E6/vCPPxOPPvFss7f6+TwIvOz67fGv/sUvC1XnwX6+dylYne8O2P+CFXjgu7viwMFZCByqKty4fkXc/KrtC7ZmEyNAIC+BkZMvxuBT9884XC0NLI+B4grSC2qvIT16+mice/LLMXru5IyAy6FqEeAuv3BG2zGYAIHFLSBY7Vz/BKuds7YnAq0InD5zLv70E38XD3z7R7O2ZF0r+/We+gLFkn83v/ol8Wvv+fm4YOkAqgwFBKsZNl3JEcUfpCd27YuTp87W5Th6/EwMDg7PKld/f2+sXln/toDVKy+Iyy/d6IA8q+o2RoBAI4Hhw8/F0DPfitGh+sfDZoI9y9bGwPVvbfi2c498IUZOHW62qbo/L/Utib5tr4neta76T0Y0kECXCAhWO9dIwWrnrO2JQKsCIyOj8cWvfjc++Zm/j7PnZn43UKv79b7pAksG+uNdb39LvPkNr4qenhKiTAUEq5k2Pueyzw0OxTce2hHHjp9ekAyrVl4QP/7KK2Ogv29Bzs+kCBDoPoGh3Q/H0P5HIhKfNlt+kNSVb2gIM7jzvihC3KRXqRR9m66Pvq03JA03iACB7hIQrHaun4LVzlnbE4F2BV44eDQ+8Rf/J777/SeiCFu9OidQhKivesXV8Z53/ExsWL+6czu2pwUpIFhdkG0xqbkUOHbidDlYPXduaC53k7ztgYG+crC6asUFydswkAABAu0IjBzbG+d2fi15DdS+zUXoeWPDXRYPrxra90g70zr/3mIN12Jd1VVb0sYbRYBAVwmc+pu/iZOf+1zHa1ryuhuj5+WHY3Q4/Qr/lEmXepfEIxuWxtHB/SnDZzRm88ob42UX/cqMtmEwAQJzK7DvwKH47N98Jb75nUdicGh277ic25kvvq339/XGa3/s+njbL74xNm+03v/i6+DczFiwOjeutrqABYoLsr7/6LOxe+/B1Iuz5rS6rVvWxQ3Xb4uSOwnm1NnGCRA4LzCjNVB7eqN/6yujd+PVDUmHDzwRg7sfihhp/4R/bA3Xn4zSBa4I8HtLgEDE6KlTcfzjH4+zDz2UfKV9u459l18eq3/zN2Pw2Dfi3P5vRox06Av6nv4Y2HJzHL9wWzy676/izNDsPli1vkMpVi29OF665V2xfGBTu1zeT4DAPAgMDQ3HD370VHzjOz+Kx554Nl44eMSVrDPsQ3Fl6ob1a+LlL7k8Xv2q6+Il114WfX29M9yq4d0mIFjtto6qp2WBM2cH4+wCu2p1yUBfLF3S33IN3kiAAIFZERgdjeJBVklBQaknepavj+hpsnzJyFCMnDwYMTrS/pR7+sYeWOUbp/btjCDQxQKjp0/H6Jkzc15haWAgSsuXT+xndPhcjJx4LkZTjmdtzLZUHF9XXBKl3vMPQzl25rkYHJ7ZgwBbmcKSvjWxYsnmVt7qPQQILGCBYomAY8dPCljb7FERqK5audy6qW265fp2wWqunVc3AQIECBAgQIAAAQIECBAgQIAAAQLJAoLVZDoDCRAgQIAAAQIECBAgQIAAAQIECBDIVUCwmmvn1U2AAAECBAgQIECAAAECBAgQIECAQLKAYDWZzkACBAgQIECAAAECBAgQIECAAAECBHIVEKzm2vlZr/tgfP59Px13Xnl3PPi+l0/f+sMfjZveuys+9IU/its2Ntr5D+KjN90V25u+b9YLmPEGD/7t++Onv3hr3POx22J9q1s78Pl4/1vvjPtv/tD0cWWziLsf/EBMFi2Mbo9PvbuOdav79j4CBLIQKB+bPnJ/zVpv+fA98Ue/0PIRKwsvRRIgsIgFKudVNUt4Z41zqkVcq6kTINBlAuOf8aZVdUsLn6HTKJI+v6btqqtHVc61x86r98RHPxbxgVqZSFcr5F2cYDXv/s9u9XWDwIgffOymuH1HjfBw2gxmM1gd++MUH38wPnDD7JZaa2tJf5iqPgBMCzjqeBaWd1028zBktrYz97L2QIDATATqHpvKx5hPxTsrx8jy8WhX3DHty5yZ7L39sUnH0vZ3YwQBAt0oUD6O3Ru31viCvnwu+udzF1DMG2eD8+95m5MdEyDQnkDlM2GNC2fGQruYk3C12TnXYvm82KyO9prR7rsPxuc/9vV43ftuiz3lvzNx/ty63U15/6IVEKwu2tYtxImPBZm7pl0B1U7AmWOwem/c+uHtcedHplzRW/NE+WAcPLA+1je86nch/m6YEwEC8yVQ/2SznWNz52Y/vyfHnavTnggQmAOBBsFqsbexcLXLrlwVrM7BL5JNEuikQJO7EZsc12Yy02455+qWOmbSS2PnV0CwOr/+Xbf3Wlemjn3Ltn389qvxJQMemFz6xBVTMTlYrXUL67T3fvzWuPe9d8bYja6Vk+XJt1KUrwa99JPlq7MmvapuwR872T7/08a3yE6p4+YPxd1vvjduLy8F8Lr4erEsQt0aq2ZQ9Ydy+2emXNU79US55u1tVR8OKlebfTzi9vE6y1YXjS83UOy26lvQ6m8gy85P3xF3x+0TBtX1N+5D1/0aK4hAVwnUO9mcfGyOiOorVsevZq13vJx4b9XxJhocT4vtnD+mTP87UDmuTz7WFMe3d8WuacfT6lBk/G/G+N+BsLRBV/3uKoZA2wJNAohJx70mx7mp54XV51DTj6uTv6iafl41dty6uGpplsl3C1TOYysVNz6/mzjeTqph7Grc8vlk1flsq8fftq0NIEBglgTqXZxUa/O1Pkunfx4cO5ZF3PLA/eOfpavP18a+jJq4U7LGMbP68+LYe++OW794e9wZ9Za5q/4sXjXvJsfjRp9Vp587fiBi2lxqfT5vsP/qZfpmMLeigz5Hz9I/kwW+GcHqAm/QopvetBPayWuv1rpSYPLtDVOC1QMHY/3GqvX/Jt2qOh6eTv0wP7HkQNVJ7ni4OPlD9/lvB++57K6q8DcimqwJO62OqrVSP3rlnfGBKVdD1L2Fo9orxgLQiTlOClZrfZM5blv5wzX1FpJp67dO/qM9LVj9yP1Tbgm+M7aP3yJ8sGEfFt1vqQkTyEqg0Rqr57+oqgpWv7A97qo+FpW1phyDpt2ydv5YP3Y8nXLLWtWyA7feN/lLpKkB7+TAYvpV+pWT67H1vKf/HciquYolQGCyQKvBapPj3PTj2ORzqJaC1arzqsnr762vOs+8I3a9deq6+U3O72LKcw2qzhfHgtv0469fJwIE5kOgvWB16t2Lk86L2vw8WDk2TZwPTlkmatLnxamfB6dcENVwuZXxeVV/Fp+4IOuDER9pct45bZ7j25v4rDrlWSfT59LgfPLtu8qfwSvbqpxblu/Cfe3XJ38+r3FO3HRuPkfPxz+qju9TsNpx8m7f4djJ3r1vHl8DdMoJbvkgF1MeujTpPbWWApi6kHdlfazpt7FOPtGdGqxOX3NrYj4/cW+dB0XV7letOir7LgerDWus2uYUn0kB7PPVD6+qfcvupHqnfZiYPqb6j+O0YHXSg7dq7a9eH7r9d1p9BBa3QP3bo6acyFe+uCoHDg2Ol0WgWSO8qBwXy4HEtAf5nT+mvOvZxg/6qznfqVcLTHyhtjCXM1jcvzFmT2ARC7QVrNY/ztU6jrVz3jTtODbtdv3K+e5YsDr1eQCNz+/GlzSonGtODVZncPxdxJ03dQKLWKCdYHW8zHrnRW1+Hmz2JdH0NVbr33VU83N+pSu1js1FDXdvj3vKwWrj885m85z687pzqem2PT5Z77ksdf6mVG+/2dzGCHyOXsT/QFuaumC1JSZvakeg+uAStb49ajlYrRyApt7eUDnwthusTr3NaryqidvjpxzwaiweXnFoGqxOuQVrbFyNBybUu8K3uAr19l3x0++N8SUU5jNYbdaHdn47vJcAgU4L1A9Wx29PqnwInxSsNjleNgtWPzK2OMvUV71bX6ctPVKZU+UEuOp4XPcLtA48pLDTvbM/AgTaFJjDYLV6Js0+SLcbrE5ZqGpsV5UvkBocb8tX7rcRrJYf5jplaanGS1+16e/tBAgkCDQLVqs+B8bYg0frLk0yZ8FqlC+euvOB6s+zkz+fth2sVqRmIbxsGqw2PZ+srMFdmdR4/jDleDmpuePnpo3/HvgcnfAPYlEOEawuyrYt9ElXDrL3xPa7q65erTw0oNVgtXxr/JRvr6Zd3Tr5W/52r1itSNb7Nm7iytsp5E2D1ak11mtZrT8klVslbr4l7n+gsjbtPAar5WUUGvVhof8+mh+BvAXSgtXaT9WekGwWrE67YqoycuxKh123PxjlD/jl1+TjW6Mv54p3C1bz/n1WPYGGAk2C1YmlnJpcmT/fV6xOqnHWgtWx8/JGx1+/XQQIzIdArSXfqufR+K6fmdzB2OxLovOfkfeUH1I9+er6GQarHbxitda58MR/Ky5mKq6c/dhtUVmAcOJnda6mre5OQ0Ofo+fjH9S87FOwOi/s3b/TsTVTbolbHtgedzz4gShWwit/fK7xNNZJt79vrFoKYOqao5U1pSa+KWv/itVaa6wWfyCmrvk3aW2VX6ha47VuHeN/EG/+UNRdY7VW0FDnA0BlrZZpD+OadBVtrTW4qsOQWVoKYNr6tJVbQGpcgdv9v9oqJLDoBOoHq7WOIbvijgZrD06cUDcLVmuu8VdcgT/+MKorq5aEabBOVvmuh+ptVa4csBTAovs9NGECHRFoEKxOWnNv2jnm+S95PvXuu6OlNVYnHsx6/uEkkx7EV33e12QpgGKfY+tGF6/Gy2pNnE/XWwqg7hqrY8HqnQ2Ovx3pkZ0QIDBdoHJ+U+uOyap1T8vLKTU6L0q5YrV6e3XXWB0LVquPVZUH/FWOe82vWK16lkglFyiejdLqGqsNlq1rdsXq5Lyh6sr94nyyfJforvLD/27bWJVZNJlb5Zy4ebBaXbfP0d36z1+w2q2dne+6alxuX32yeOcDkyd4/gEqVcFqcWCb9rTTD0f8bnEbQnF5/q1x75RvziYf2M6vAVO+zenST47dOlH1mrzf22PSTxssBVA56T1fxzvj7uLp2OVvu2o8dbD6yYLVE6j7AaAy96nLIDR7auwcBKvFVWUN+3A+OJ/vXzv7J0BgusD5L2pq6dR4kmzxZViNJ6BOf9DV5Ktaq0+oKyfb5/fY+Fg26VbUiX2PjSme7DrxhOviWDp+An5/+RgdNa6g8FtAgEC2Ao1u24yq41AB1ORJz9OOY1POC6t/fsuHx56EXbkatPWlAP4obhsPeasXUJl0TGx2xepEzWNfeG//TNUxc/wXYWJ7NXwsBZDtvxaFLziBqetwVp1FjT9QuPgvk45NU8+Lyg9iav3zYPlY9fT2eOeff2ric3D1MWHSXZ1Tjh/FeWH54qQ/rzr2NLprc9oxt+qY3OR43OzK2vPH86pzxylzaeR2d9x+/lyzzN54btXnxK3PrdhuYVWdZ/gcveD+GSZOS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bikhDgAAIABJREFU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ghW8+29ygkQIECAAAECBAgQIECAAAECBAgQSBQQrCbCGUaAAAECBAgQIECAAAECBAgQIECAQL4CgtV8e69yAgQIECBAgAABAgQIECBAgAABAgQSBQSriXCGESBAgAABAgQIECBAgAABAgQIECCQr4BgNd/eq5wAAQIECBAgQIAAAQIECBAgQIAAgUQBwWoinGEECBAgQIAAAQIECBAgQIAAAQIECOQrIFjNt/cqJ0CAAAECBAgQIECAAAECBAgQIEAgUUCwmghnGAECBAgQIECAAAECBAgQIECAAAEC+QoIVvPtvcoJECBAgAABAgQIECBAgAABAgQIEEgUEKwmwhlGgAABAgQIECBAgAABAgQIECBAgEC+AoLVfHuvcgIECBAgQIAAAQIECBAgQIAAAQIEEgUEq4lwhhEgQIAAAQIECBAgQIAAAQIECBAgkK+AYDXf3qucAAECBAgQIECAAAECBAgQIECAAIFEAcFqIpxhBAgQIECAAAECBAgQIECAAAECBAjkKyBYzbf3KidAgAABAgQIECBAgAABAgQIECBAIFFAsJoIZxgBAgQIECBAgAABAgQIECBAgAABAvkKCFbz7b3KCRAgQIAAAQIECBAgQIAAAQIECBBIFBCsJsIZRoAAAQIECBAgQIAAAQIECBAgQIBAvgKC1Xx7r3ICBAgQIECAAAECBAgQIECAAAECBBIFBKuJcIYRIECAAAECBAgQIECAAAECBAgQIJCvgGA1396rnAABAgQIECBAgAABAgQIECBAgACBRAHBaiKcYQQIECBAgAABAgQIECBAgAABAgQI5CsgWM239yonQIAAAQIECBAgQIAAAQIECBAgQCBRQLCaCGcYAQIECBAgQIAAAQIECBAgQIAAAQL5CsxzsPp8XLvh1VEq9eTbAZUTIECAAAECBAgQIECAAAECBAgQILCoBEZHR+KxF74dy89cFCtWrIhSqdT2/EuHDh0abXfU6OhonDhxIk727o+tF14RK5esa3cT3k+AAAECBAgQIECAAAECBAgQIECAAIF5ETh+9lDsfnFnLB/eND/B6ovHn4+VGwbiyg03uGp1Xn4F7JQAAQIECBAgQIAAAQIECBAgQIAAgXYEiqtVd7zwcBx/4VxcuHKerljdu3dv9K0ajFXrl8Xm1ZfFioE1AtZ2uui9BAgQIECAAAECBAgQIECAAAECBAh0RKAIVE+cOxL7jj4dxw6eiqFj/bFly5b5uWK1CFaLJQEuWN0bqzctjZ4lhUHbKwt0BM5OCBAgQIAAAQIECBAgQIAAAQIECBDIWaAUI2cjju4/E6ePDpcD1XkPVos1V70IECBAgAABAgQIECBAgAABAgQIECCwGASKh1XNW7B68uTJeP7558tXrApWF8OvizkSIECAAAECBAgQIECAAAECBAgQIFAIVILViy66KJYvX17+3+2+SocOHWr7ctMiSC2C1X379sXx48djZGSk3f16PwECBAgQIECAAAECBAgQIECAAAECBOZFoKenJ1auXBmbN2/ufLB65syZOHDgQBw9ejQGBwfnBcBOCRAgQIAAAQIECBAgQIAAAQIECBAg0K5Af39/rF69OjZu3BhLly7t3BWrxUSLMPXIkSNx6NChOHXqlKtW2+2e9xMgQIAAAQIECBAgQIAAAQIECBAg0HGB4mrVZcuWxbp162LNmjVRhKwpr6SlAIodFbf/nz17thyuHjt2rPz/Dw8PW281pQvGECBAgAABAgQIECBAgAABAgQIECAwpwLFOqq9vb2xZMmSWLVqVTlULf7/ImhNeSUHqyk7M4YAAQIECBAgQIAAAQIECBAgQIAAAQLdICBY7YYuqoEAAQIECBAgQIAAAQIECBAgQIAAgY4KCFY7ym1nBAgQIECAAAECBAgQIECAAAECBAh0g4BgtRu6qAYCBAgQIECAAAECBAgQIECAAAECBDoqIFjtKLedESBAgAABAgQIECBAgAABAgQIECDQDQKC1W7oohoIECBAgAABAgQIECBAgAABAgQIEOiogGC1o9x2RoAAAQIECBAgQIAAAQIECBAgQIBANwgIVruhi2ogQIAAAQIECBAgQIAAAQIECBAgQKCjAoLVjnLbGQECBAgQIECAAAECBAgQIECAAAEC3SAgWO2GLqqBAAECBAgQIECAAAECBAgQIECAAIGOCghWO8ptZwQIECBAgAABAgQIECBAgAABAgQIdIOAYLUbuqgGAgQIECBAgAABAgQIECBAgAABAgQ6KiBHC0QVAAABeklEQVRY7Si3nREgQIAAAQIECBAgQIAAAQIECBAg0A0CgtVu6KIaCBAgQIAAAQIECBAgQIAAAQIECBDoqIBgtaPcdkaAAAECBAgQIECAAAECBAgQIECAQDcICFa7oYtqIECAAAECBAgQIECAAAECBAgQIECgowKC1Y5y2xkBAgQIECBAgAABAgQIECBAgAABAt0gIFjthi6qgQABAgQIECBAgAABAgQIECBAgACBjgoIVjvKbWcECBAgQIAAAQIECBAgQIAAAQIECHSDgGC1G7qoBgIECBAgQIAAAQIECBAgQIAAAQIEOiogWO0ot50RIECAAAECBAgQIECAAAECBAgQINANAoLVbuiiGggQIECAAAECBAgQIECAAAECBAgQ6KiAYLWj3HZGgAABAgQIECBAgAABAgQIECBAgEA3CAhWu6GLaiBAgAABAgQIECBAgAABAgQIECBAoKMCgtWOctsZAQIECBAgQIAAAQIECBAgQIAAAQLdIPD/AeiJISXmPwraAAAAAElFTkSuQmCC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7" name="AutoShape 2" descr="data:image/png;base64,iVBORw0KGgoAAAANSUhEUgAABVYAAAKjCAYAAAD2wVQ2AAAgAElEQVR4Xuy9CZhUxbn//w6iIIKCC4JEgWhwR41KIi4YNEGMSyJuMaBR0b9x18erJopJRGP08neNXq9RuC7xGteoGMQkxCWuYFSMG9ELaFAEUZBFUGB+z7dm6kz16XO6T/c009Mzn/M8PEB3naq3PnV6GD7z1lt19fX19cYFAQhAAAIQgAAEIAABCEAAAhCAAAQgAAEIQAACmQnUIVYzs6IhBCAAAQhAAAIQgAAEIAABCEAAAhCAAAQgAAFHALHKgwABCEAAAhCAAAQgAAEIQAACEIAABCAAAQhAoEQCiNUSgdEcAhCAAAQgAAEIQAACEIAABCAAAQhAAAIQgABilWcAAhCAAAQgAAEIQAACEIAABCAAAQhAAAIQgECJBBCrJQKjOQQgAAEIQAACEIAABCAAAQhAAAJtj8CDDz5ohx12WNubGDOCAATWGAHE6hpDS8cQgAAEIAABCEAAAhCAAAQgAAEI1AoBxGqtrBRxQqD1EECstp61IBIIQAACEIBAuyXw/PPP2+abb25f+9rX2i0DJg4BCEAAAhCAQHUJIFary5/RIVCLBBCrtbhqxAwBCEBgDRD43e9+ZyeddNIa6JkuIVCYwH333Wc333yzPfTQQ7b++uuDCwIQgAAEIAABCFSFAGK1KtgZFAI1TQCxWtPLR/AQgAAEKkcAsVo5lvRUGoHJkyfbHnvsgVQtDRutIQABCEAAAhCoMIFqi9WvvvrKvvzyS1u5cqX7tWrVKlu9erXV19e7mdbV1VmHDh1srbXWcr/WXnttW2edddzvXBCAQHUIIFarw51RIQABCLQ6AqWKVW3dvvjii+3VV191czn00EPt2muvjeTYiBEj7IEHHnDvff7553b11VfbnXfeaQsXLrT+/fvbBRdcYEcccYQpW/Gee+5J5HH00Ufb9ttvb2PGjEl8X/2/+eab7v3hw4fb6NGjc9qde+65Nnv27CgO/6ZiUb/Dhg1L7Nf3Gb655557uv59RmVa3DvuuKP98pe/zOtXrx155JG23XbbuTmLn+IIr7CN/vz666/n9eOZ6g3df/fdd9vMmTMd02OOOcY0Z38l9aH41MbPQ+vUt2/fvFhuvfVWmzRpko0dO9bFnIWd5/bkk09a9+7dbdSoUTkswvmpP7UfN26cPfzww9EzdN5550Xj+f4mTJiQI13FT5eeHy4IQAACEIAABCBQKQLVEKsSqcuXL3e/JFLLuSRZO3fu7H5JtHJBAAItRwCx2nKsGQkCEIBAqyZQiliVKB06dKjdcMMNLtPQi1OJQC/+NtpoI1uwYIGbswTgv//9byfZJPQkFc844wx3v+pqfvDBB65dXJj59yRwL7vssjx+Glt9jRw50nr06GHTpk2L2mi8IUOGOJHr49CbivWHP/yha/fXv/41cU28NA7HFB9JWr9d3c8pLvc22GCDHBHpB5DAlDRUzLr38ssvtyuvvDJHBodt9GfJYgng8NL9usTymWeesdtvv93VJdV8jzvuONt7770jmZnUh+axaNGinHWSBH3qqady6pvutttu9tlnn9ldd93lYi7GThL02GOPdfOSsPbxfP/7349kbzg/vz4/+9nPIgaSuVdccUUUi9bhoIMOctJ+/PjxEQYvpEOJ3Ko/XAQHAQhAAAIQgEBNEGhJsfrFF1/YsmXLXIZq/FJmarHLZ7HG20msdunSxdZdd91iXfA+BCBQAQKI1QpApAsIQAACbYFAKWJVwkuZhmH2pBhIeHnZFYrVUKh5VupDl5d2/n79HgqztLHCfhSLpOcdd9wRSU1JOsk+icdQrOp1yU/1qwzUMBsz3md8fieccIKTnZKppcq9uFiVWHz66aftj3/8YyQ042LVi9j486V7f/CDH9iUKVNyMjkljXfZZZdITCZxV1/h2ujPErLi4DN+vSRVJmsYQyF2IRsfr+K85JJLIikaxqM1Dsf093hhrd/92kuOn3/++VGGcans28LnkzlAAAIQgAAEILDmCbSEWF2xYoUtWbKkoFCVNFX2qi8J4MsB+DIAHTt2jLb/S8ImSVaVB+jWrZt16tSpYuAWPHKWXWqX2HWHbBT1mfRaxQZs7KglxkiOebpdu9sUGzrtbBtY6UlVoL/SubTu+VQASVW6QKxWBTuDQgACEGh9BEoRq17gKZNQ2YlJ9THjGavasn7KKafY4MGDE2Vmc8Wqtrgrc9PLQYm+o446ym2PD8WqMjElJCXtVNszvh1fcaTJXLX/wx/+4ERhqXIvLlY1jrJ3n3vuuUTxmCZFdZ+Xxkmxh8IyqQ/dq4OifHav1klr4+fl+5cUVQZyKFYLsdtyyy3tlVdeKVgnNYxH7eNZshrbZ7K+99570TqoHIGyYb1ILpV96/u0EREEIAABCEAAAq2RwJoWq/oeeunSpTlT99mpkqP6JYmqWquffvqp+6X2ymrVe37Lv3Zq9erVy23912v+ShKsyl5VUkElrmqJ1UrEXl4frVtEli5Wy6PAXYUJIFZ5Qlo9gXF/vsnemDsjc5w//97p9o1Nt0pt/6+P37VfP/HbzP1t32uAnffdUzO3pyEEapVAKWJVc/T1MSXHlFEoyRrWxwzFqtpLhj322GOuJmtSPVDfRr/HM1a1HTx+7bvvvi5j1ktQyTeVF9D2fi9+JefCONRW5Qa8mPOiMH4SfZpYDV/32/njcV100UU58fv3k8Sq5qnXTz75ZCeo4xmrqlUaXhMnToxKCcQ5+XahdFR/8T7ELayb6vmEYnS//fZzZRpUu9aL1WLs4uud9DkI51eovX8vzlvrqhIIiNVa/SpD3BCAAAQgAIHWTWBNiVWJUpVi0u/+8kLV/y55KpE6d+5cmzdvnmvrZWucmu6RVB0wYID17t07yl71YjUuWJXhqtJPzT3kqrhYlYg8we5yAY+08cr0nPewnXWZ2SXXH2oNea6hrAzbm9mx423amWbXnjnT+m811sa+O8YmX3+oWZQpOyfo38wGN7yvfqdfv5vd1m9yTjatRlPMwy59thHhnjbmT9fZXi+cZXfaUJt56VhreKcx1nj7Y0fayDvMhv6pv912j9nQd8fa2K0UYx97+MxhNvY5vzIp91vDeIf2DFZQPO6Zaf3vuKuRk9nIW6fZ2Tubmd470MdktucljfN59VrbbXQD1QZGA82C10beOtn6j0+Ix40Vxm2tOgO3dX91SI8OsVqrK9eO4j7+zrNNcjOLXO2+bjcbNehw++YWO6US+sf7r9mdL91vC79YXJSiH3fCqGuLtqUBBGqdQKliNZyvJOu9997rDqfyWYtp4kxyTJmfypoM62+qvyRhlrUUgCSrRKm21usefzhUGIdEprbfa4u7Lkne3/zmN3mHIBXKWL3llluc0C1V7qWJ1XBb//HHHx+JzEIZq4XG9nVsvbT1YtRv7w/LJYiB56P2yjzWL5UZUEZrfOt+IXaVEqt6PiTelWUcXwcJX9W99WUkqLFa6191iB8CEIAABCDQugisCbGqQ6mUhOBlZ1yoioCkqxIC9P2PhKrKAKTVUPXE1I+2+StBYMMNN3SCVVv/dSUJVrWXXJWQLfcqJlZDuak/n2DjbdrRM9PF6rwFtqDnRo3CdYE9fOalZhefaDMPPMHMy8ZG2akSBCfOGhbIU7UfZlP2z5ep4fwWzFtgG/VsLF0gGfn0UJvc7zYbdmn/BvHbKGWjWA+caSc2vt4gZfvbeInVA6fY0EZJ6l7/y9AcqevuP3OgJY3nRKi/nDxt6qtBkFqjhA55eAE91Kbsdpv1d2M3iGjPxq/HJXapDZt1YoNwzZtPMFaO1C73KeC+OAHEKs9Eqycgsarr97ObDqVJC/rHfXezM4YcX1Ss3vDUhMz9aSzEaqt/TAiwAgRKEasSez57MBw6LSNR0k0n14eZoUnysrliVVJR5QC0vV5lAJQF6oWfz2LVYUz+ktSU4I0fYpUmVsNt9pUSq4pFff3zn/9031R7EVpIrHpJGh7W5eckuezlabwPCe2rrroqOoBL93g+vsyBSjX4g8b8/TpAS7VbC7HzpRfEPLwkQ/0BW2E8STVZdZ8yiidNmuTKI8TXwR96pgxmPUuI1Qp88OkCAhCAAAQgAIGIQKXFqg6oklT1VyhV/Z8XL15s77zzjs2fPz+x7mqx5VEpAGWiSqxus802RbNXJVfLPdiqmFiNMi6DTFL3WmrGauPsokxNZXhKrObWNfXjSqxO2acxuzMQrmHN1zReTvTe0ZDxKbGaUyu2UbimSmCJ1WAOuVmwjSP6TNLGv4bj5YnVYjyibNSGTNg+jVm3UQZr4xihWC1pPq20ZmyxZ721vo9Yba0rQ1wRAYnVLXr0tulz/2WPzX07kczg7n2s/wa93XtZxOq5j/zanls4x7bsvL69t/zzvD7Vn973/WYVqyozsHhFbs0cnz0bvtet03qp5QrCdr3X39R6d+8Vxbdk+RKbMe+96O8Dem5pXTt3zYv/o4Vz7aPPP855vZy2WcdLmrcfvNBck+KcMfddN+fNNti0YEmHcHLq56kZz9rny5e4l7futZUNGbBn6qcoPi81TOOT1Hbx8iX2ztx3bbd+2q9hBUV+WhBi9rd3nrWT9zku86dd2dbxa9qsV20z8ereK3UOWQcoRaz6OpiPPvpoVC9Vsu/ggw9OzFj1AiysCarXJMckQ/3VXLGqGFQOYNasWe6n/rq8OFRtUS8MQyZ+23t4iFWSWPUn1vuM3EqKVcWjOBS35KWyRguJVbXX+8q8jTPVIV7+0K2kPiQ0d9hhh8RDxlQOoF+/fq4MgHj4+994442i7Ly09RJVMSq2Z599NjEeMR45cqQlPUOeQdI66HlRZvRpp52GWM364aYdBCAAAQhAAAKZCFRSrCpT9bPPPovGTZKqelNSVQkIOtSqOZfqqA4cONBlr+oKywjEs19Vo7WczNWiYtVPwItSycYCGavmZacTsXvZ36OM1QqJ1WBrvdtub00ZqyWJyCSxGmSIRuuWMl42sTrKZvryAr4kQuzgLC90fekAxGpzPjGVuxexWjmW9LSGCHhpN/aJG+zthR8milAJ0v/83lmZ5JIXZQ9Pf9ze/+yjxMzV7/faxrp36mo/+dYRJQm+idMn27inx0fS9pxBR0XiTO/d9tJ9bg6K9aCBuVldHp/a/ccT17l5SuxOHH1bJE8lEK/6y41249t/s19/6xj78e6H5YhX34cvd6B2uoq1FVsvrX+288F2yl7HuX413s1/v92uePVRO22b79j5+5+WOJ6fm/rQWnx70wFu3JmLPnLCO01MK84we1gZxwtXLIli+e0+JxUVjxr7sEfGmtZs+IC97fnZr7g1veN759jRg0YkPpUhRzUoNLeQgdr6Z0N/fuHjGW6dNOebD7mooMyNB3LO/WPcOr5w7I2ZxewtT99u17z0h+jZ8D9MEGf9IMCvdbk1gUsRqxpLmYUXXnihE3H6yXd8W324NVzZotrmrjY777yzSf5JCk6YMCEnizVNrCbVWFUMqjmqa9y4cZG8U8bmPvvsEwlHH0eYyRmuR9JBUBJ68THjNWTTaqyq7/CwLD9WWikA/76k8N577+3mlEWseqaeZRLTJLHqM3f9wVFJpRJ8Jqy/X7I6XkJAccfZeSaq46p49A2+l7RqH4/HP0N6JnTFn6Eksar4hw4d6g4lI2N1Df3DS7cQgAAEIACBdkqgUmJV2/n1/WDS9n8JVi9Z1U7fk+mAqmJb/4stiUTpN77xDdMPynXFxWrYv8bX94Cl1lyNb4E3C7fjm9uaP/OExoxSZV2O72+TLza7NGl7/bSzzYnVxi30Ddmu2rZeOGO1qY5qhlIAsW33vjxBwYzVINZom36SWI2VAnCZtJvlbvOPyiFkKgXQIFaj0ga+RIArQ9BUniAst5CpFECx7NhiDxbvFyWAWC2KiAathYCk0ulP/y41nC8v/ntJocalXnhzlpICaYP5ONVHXCjqPYm/YhmwytL1pQ8k/a45fGw0nERf398ebsXmq/l9+47T3H3F2vo+1TYuJL3onXr6vYnZsT6wpHkrBgnsXx10QeraJMXppWMSw7AjSfINxx3gBPSTp/8hekv3Z6m16/lkkZvrXLaX6z9sq/HHTLzSCVLJ1SmjxyeK5/jkQ97x9S32EPtnIy6d73npATv2iWvc7Q8eMiZV3Bfqv1Sx6vvy9S61XTx+CFR8PGWMfvDBB064hRmixebN++kEPNPNN9/clUGo9iXxqQzXUtbYP0MSylwQgAAEIAABCECgWgQqJVY/+eST6KCqeKaqF6urV6928nXq1KnNzlYVL0nSPn36uPJNupLEaihXdaDVJptsUiLqBpnZdGhTcJiSeso5fKnp4KacrfP+QCi3HT04vGrwGBvjDqw63kY895V9P9iu3pQp27zDq0ZeMsYdWNXr+D1t7uaXNB105UsBqEZqeNhVeHhVjqCMcQjKAIT3+/H6K1vWSdeZdqKTtDOtv91ldzUefpV4eNWxY2xM42FZDTVhGw/gCsssNJYMKHh4FWK1xGe89OaI1dKZcUeVCLQ3seqzIYU7LtEk+YrJ0lLEqsbwMjMuKf3hYcWyIAsJ5UKPTFKcvq9i0tHfqyzSh0bfGg2j1+NlFJJiSJKlabGmtfVyN2md0voKM0/VZvbp92cSsmqbJlbD9+I8sn5kyxWrWfunHQQgAAEIQAACEIAABFozgUqIVf2QWRmoutKkql5fuXKlzZkzx15//fWyaqvGOfo6q7vvvptGNolbL1fTygJ06dLF/TCcqwUJ5NWcbcGxGWqNEECsrhGsdLomCLQ3sbpH313srXnvumxIXWEW4poQq6pR+t17GzJLfVamz6zMIv6SxGo5cUpUHnTriW5re7FMUpWJ2P53P3ExK7tVzFT3NK1eavy5rIRYVZ9edhbLsPXj7/vbo+xX3zvTTnnkcretX6Uaiolrf28hsRp+RoqJ96TPKGJ1TXzlok8IQAACEIAABCAAgVoh0Fyxqjqpn376qZtuIanaoUOdffXVSldf/6233qqYWN1ss82sQawqY9UyyVXVZO3UqVOtLFHtx4lYrf01jM0AsdrmlrTtTqg9itVjBo2wUXed7WqOaqv5I6Oudwc6lSMsszwZEn4Smqqzqu37Yi65G5YiSOsnbX2KCb4wY1WC8bbXGmpmZt1W/8NbRyceapZlO3w1xKoEtoTqW+f9ycb9+Sb7+Yt3u7UtVmoBsZrlCaYNBCAAAQhAAAIQgAAEyifQXLGqrf1ffvllJFb9tv/wd0lV/d2LVdXZ9/eUH7nZOuus484waKhdXx9lq65e3fTnMIPVj6VM14033rg5Q3MvBNo1AcRqu17+1jd51fP864y/26yFH7lDnkK5Vq5YVQbkf/7lRndifCgIW3uNVWVf6sR4ZWUecueZ0SFJYlLpGqv+SQjrdH563uMuc1SZlUMG7Fn0YYlnrPot8qWI1TdO+p8oA7XQ4VPxYCQr35n7bnRwld6XrJS8LHRVWqxmyTxVyQVdqgH74cK57uAtXVlEsNplyViNl3MouniNDdpbxqq+iV20aJE7KIoLAhCAAAQgAAEItDoCUf3ExsOAWl2AbS+g5ojVL774whYuXOighCJVf+/QoUP0mherK1eucmcPvPbaaxURq/7wKp1j0CBQG0oBhGJV5QF0haUB9HcdRLvuuuu2vQVlRhBoAQKI1RaAzBDZCGjb+e+nPmhzFn2UeBhQOWI1lJKKQrVKtVX8m1vsZLUiVhV3mNWp+pnKYC1FWBZr61corBeqbe06bT48FKrQSqYdXiXWha54jVXfT5bDoBTvkzOezTmoKSwPUGzelRCrIbNipQt8aQWx9ZcYK0s4qwzNUmPVZxxn++Q1tWpPYlUHPu2000525ZVX2ujRo0tFRXsIQAACEIAABCBQMoGcQ3ES7o4OsPHv1ZRYbTyEKDjEp2RAreCG5ojVYtmqkqteqtbVdXDb9D/++GN76aWXbPny5c2eveql6jDZLbfcMqit2iRXw5qrGiyUq8p23WijjZodAx1AoD0SQKy2x1VvRXOWaHp0+mS7e/qfIrk0pN83bfctdrZ9B+yZcwp9qWJVfZ96/8X22fLFrm9/+TqYa1qsJm3vlhTzmaiFliGpnbJ5fXaj7i0mDUs9vMrH84uJV9oVrz7q/ho/NKtQzGmHV2kuP//e6a6EQdIVjzOssVqsZqlfwwmjro269vKymKgMBWwxIarO0ySs51XsoC31IUaTZjyTc9BWuK5Z4kgTq76fUsoKxNejPYnVq6++2iRX9TsXBCAAAQhAAAIQaAkCXqzmCVQzm379bnbCHWZJ77VEbM0fo32LVW3ll1jVlbT9X681SFXJ1YbsVV1Lliyxv/71r6Zs1+Ze6623nksc6NevX2OmqqRqslhNKgkgsSrBygUBCJRGALFaGi9aV4iA5NfNf7/dCTwJqf0G7GW7brFTwZPRyxGr3Tp3jQ5C0jg6CEri6YB+u7qt2Dc8NcF+P3ta3qwk9M4YcrzLbC318mJP90nuHTPwQNeFhFq8vEFS314ID+z1DfuP/U/Lkcuh9CwkViUn737pATv96d+5If585JWZtvOrbSgcsxxa5efg64Uqo3bM986wxcuXuO3517z0h9Qt+fE4vVgMD9IqJHe9lFWbgwcOc6Fc9Zcb3ToXmrPGlYg89olr3D0qO3DQwGE5rMO1CddUbQf02spt43/gtUnu+dGzNfagC1Lv91xPuu8i0w8OVL/WX2Hfeu5uOOKygv34mrLKSj104AGO85QZf3efJT1vvzvi8lSJXexZbo5Yff75592Jotp6VOjS9vvHH3/cNdl8881t2LBhtv7666feUqhfiVFtn4pf+kl9Up/qq9Dl7/P9FpqP78vfo9Nf33jjDZclEB9b702ePDmK9YADDijIKc5IpQq+9rWvFVu+1Pd9bOKd1I8viRDvIKlEQjls1K94heMXKsMQZ1mIrbiKuy6xV8yef9rzEc7Tx5TGoNgz7ceIr3uxZ00xKNb43OKc4muSxqLSz0zZDxs3QgACEIBAQQKFxKpZo5gcPMYmX3+o1V7uYPsWq/o3eunSpW79c+upNkjUMFO1IXO1g2v71Vdf2WOPPWbLli1r9qdHW/n1vfg222wTiFWVAmgQrL4kgM9c1YBh1qoyXvW9DxcEIFAaAcRqabxoXQECfnu+5Ob5+59WUKaGw5UqVnWvl4QSVsO23tuJNIlVncQuibcmxKrGlfC786X77fFZL7uxdEm+nbr3cUWllwTlG3NnuHtG7DQ8Z5u7XtP7E995quAWfUlDSb/wKpQ1Gl9WCdxunbplPqlenH/9xG9Tn44wozRsVChOxfD+Zx+55mmxe0F/79tPRZwlds/e5/iCIjkp3kJ8wjUJ49++1wAbuvWemQS8Mk39Fa5r+LreV5/nfffURJZJvNRwix69XZa35HBzrnLFquTWMccc44aeOXNmotTUN5vHH3+8Pfnkk66gvuo4vfrqq+6e3/zmN3bEEUfkhV6sX2WbXn755YlT3nfffW3ChAk5sRTb3jRx4kQnu8J+k+YTxuXvkRA76KCDzP/dB3XffffZhRde6P6qeavuluadFF8So9mzZzumZ5xxhv3yl78sa3l13w033ODGV0ZE/BoxYoRbl6QrPm45bNSv2F900UV27rnnumH8mHfffbeT6+EVZ5nEViLx2GOPdWzEUpd/nh599FH3n4pCz4cfz8dUiIGe1bvuuiuxFu9+++3nxo1zKvasaXxltcTnpv50Ja2TXvdr6Z/LNfXMlPWgcRMEIAABCBQlULJYTSsF0Ph6NGBs+33DOP1t/LRRNvPMYTb2Od9yTxvzp+vs0J6xUIv0F0nf8LZwzPj9Fo6zwB7OiUGdjLTx0862gY39NcU71KbsdoLdlXN/UawVbVBuKYB58+bZqlWrIqmqoJq2/jeUADCTYG2QqvolqanvB5566qmKlALo2LGj9ezZ0/bee29ba621HBdJVP+rod5qQwZr/Jfa6h7dzwUBCJRGALFaGi9aV4CAP3leh/W4/0DO+Lu9MneG264fZif6LeG+xqck2keff5waQVJ2qeScpNvNh1zkTmL/z++dZbe9dJ9179TVfn3whfby+6+5zENdb81719bv3NX6rN/LNuveq2gGbQVQ0AUEWhWBcsWqZJmEob4pTJKkkj8//OEP3Vxvv/32KGtSr0sU6bVnnnkmL4uzWL9enPltVx6mxKeEmX7i/tBDD0VyNS730uD7fiXUkuajuB5++GE350JiVVL1lFNOyavjKpk2cuRIGzJkiI0fPz4KQ1Jt1qxZeRLv1ltvtQsuuKBsubrbbrvZPvvs4zjrcIR41qqkoq4HHnggikVrc++999oVV1xhhx56aFQyoRw26jRNrIrxK6+8kiPAs4hVxSzpPGXKlOheLxklOt9777285U2ap2+U9p4yUo877ji3LvE+fZ1evf/000/btGn5ux/Uf5p0T3rPPzNJ66T2fi19CYs19cy0qi9MBAMBCECgDREoKFbnPWxnHTjWnk0QlmF5gIY+LBCk+Zmivs2eg82GXtwkUhvKDeTK1aL9NcZll0y26w7xebRJ2alJrzVKVcvNwo3H0VR7NkX8tuAzUI5YVdbpJ598Em3v9xmrfsu/LwGg1yUv/eu67+2337a33nqrIodXCZOyVr/zne+4JAaNlytWG7JWk+SqR7zxxhvb2muv3YLEGQoCtU8AsVr7a1hzM9h23IFRdqGCV4bhUQOH2+fLl7hT3X12o06o16Vt1w9PfzwSnsrKU8ahrpueud2uOXysyxDtvf6mOdmv4TZx1XDVFmxtnf72Hae5bNVQxPot9sVqetYc7AwBKxNY3F/4eIY9Mur6ohm1Gbpsc018xqoYTT393oJb9Wt58uWIVcms/v3728033+wEkoRQPNvOi8EkWaT7d9llFxs1alRORmaWftPEqtZAGY36aX2YJVmqWJUwkzwN5af61oEAko0SlYXEqm+XVMfVx9PxpucAACAASURBVO4zD71QSxLMGtO3TxNuac+dz67VfT/4wQ9cVm0887WQcPRrF8/mLYWNYksSqxKjn332WZ5gziJW09ZS944bN87Gjh2bJ+rLEauK3TOMZyOLo1774x//6OqZJWXf6v5SxGra5yEpjjX1zNTy1zBihwAEINDaCaSLVZ/VGROLeRmrDfJyZo7kNIvLUT/OnrF2lidJi/e31ws++7Upw1SciwpZNWocr/+t0+zsnYPVicVROJO3ZVe1HLGqbfyLFi1KFKthXVWfqdpQGqCDKwMgqVpJsdq5c2cbNGiQ9enTx0ncYmJV7+tSBqsulVRSrVYuCEAgOwHEanZWtKwQAQnPabNezcsK9ductSX7/Ed/406+93VRw6ElP1XXUlv6t+m+mWvnt/f7uqPKdt39t0e69/t1720Lv1jshK2yZftv0NttLe/aqasTsV6qSvAOH7C3iyvrlmpfq1NS+JhBI2pOuPkDj5pbm7NCj0ar7MaXoNDzcdPhl2UuXdEqJ1MkqHLEqsSbshqVzedlZlwOKqtOPzUPMyKL8cnSbyGxqv5POOEEl9XoRW+pYlWiTCUOwnIAfo7+vTSxmibj0uZdSPrpHi+aQ1FcjKFnoN8lh0Om4b3FxpYg9uLbMy+FjcZKEqt6ffjw4S4bN5SSWcSqMjd1SWpmrT9brlhNE5ji8rOf/cxGjx7tnjXPOb4upYhV3auM6KQM2Pjrxdat3Gcmy3NFGwhAAAIQKI9AU2Zm8v15IjQuVtNKAySKyjCr1Y8XE6kZ+rvELrVhlz5rebHlTaGEGquZ4y2Pc3PuKkesSqpKrvpMVY0fl6g+W9VLVS9W3333XZs+fbqtWLGiOWFH90qsqrRV796988RqWq1V6qxWBD2dtGMCiNV2vPitaerKQJVM/Wz5YlcSQNevv3WM3fbaRPv2pgMiker/rIN7dFiP2qjeaI/O3WzPvt+MalP6k9PfOOl/7G/vPOukpz+sKC5mdaDUL/Y50Xbtu5O9PPs1N/bRgxq2xqr8wKPTJ7s/n7zPce53iWFfPuA/nrjOHYSlWqrqw9/XmtimxeJr3R65zZC8Q7JqIf6WiNEfolXoAK2WiKOlxihHrEqaKlvPZ2VKeMWzIrMKzXCeWfotJlbj7ysO1ePcc88985DqECNf5zW8T/LspptuiuqAKkvx/ffft5NOOimnpmpcnhWLLR5AFkbFRFq8zzDrV3PzW9fjmZXF+g3fL4eN4koTq5Lt6l/b91VKQpI0i1iV4D744INdRrFqxyo7Wf+JiNdrDZkUE6vq67LLLsvBqIOx9IMDna4bZmKHmcCK2cvXpJq8pYrVUN77+fi1vPLKK53ITWKa9HWi2Nq21NcWxoEABCAAgQYCmUoBhIdXxcRnVjHbVLM0N8vU10r1Ga/Z+pvjsmTvylnEpC376WI1bRwva9PjbfknpxyxqrJUX375ZcqhVf7wqg5OdIZideXKlTZnzhx74YUXKlJjVbRUCsAnNWgsX1c1KXM1rLmqe/X3ddZZx33f1tzLrelfhtboQWzNnT33tzcCiNX2tuKtbL7K+PzPv9zoJKmyTlUL9bv3XuAyVVV3Vdmlurqv282d9C6RqoOd9ui7izttftPO3dwWf9VR9Vu0/en0ausPAZIM/fG9P3N96TApL2Y1pra/6zrkzjOdxJ256CObOPo2u/ulB9wYXpxqLF1e/HqUymQc2OsbNScnJVY/XPRxwUOeWtnj0uLhiNHiFUszHU7V4sGtgQFLFateAIVbpCXebrzxxpx6lFmkYTidrP0Wk5dJYlVlC/r27ZtHb8cdd4y2yIf3+cOWQnGsDEvJtPCwqtYoVn2GaljDVKJNtWfD8gbF5FuaWM3KRrALiVUJX9WblSCVaM0iVtWnrwM7adKk6PCttLq4al9MrCYd4KX+VPZBQl1b4/ylDFVlp/gsbL+F32ewhg9YqWJV98ZrqSbVXs3yuSq2tmvgywhdQgACEIBAAQLFtrznvZ8oVpMyUXMHLU2sFu8v6j3vkKrwEKoEserrxjZ20FQrNjdzttbFqg6ukriUyNQVytPwz+HBVV566vuJP//5zy7jtbmX+tT3K9oRJEGqy8tTHayVlLHq6636tlkPsGqokxtEnHOAmtZ3ig0NDijLm5uepaeH2rQz+9jDZ15qFtQCbi6H8H7FeVu/sD5ww7v5rzc+v7FnNW+eer9xrjk/MIjmHz+srekzkvsDhtwD3Mwa7pt5QlPZjPgPJBo+P7lx+rmGdZgryY++shFArGbjRKs1QEA1VH/19G2mjEmJVWUF7tZvZ1cD1WeVSlpqK78OlVKbO753jrtHl7b5K0t1zqKPnITVIVc+w1Bb2yVHu3bual606h71q0unqPuM11P2PtZG3XW2G0f9nLfPCe6AK5UY0Hh/mD7JlQiQZJV4Hbb13nbsE9fkHLQVx6Pt45NmPOP68JcvNeAzX9NOePcnxiedRH/DEZcVLDdwzv1jXNkDfyWdMC/JrJq1T836R44kVnzi+ePdD8vb7h4/uf4n3zoiUcjG2/m5xPlIWP76id8WfKoUe1IsusmXYJj8zjMum9lfEuUS4aMGHZ4nQ5N46j6VhfjGplvlxRKfi2+gkhLF1k5tk+aYNJbWTD80mH36/allBtLGC4PWM33KXsc1q1RBqWJVYk11Rv2p7IrHn3qvmqs+AzTcSp7lS0nWfouJVcmwO++8M5K8WUSU4gv7VWbiqaeemlPqQFmJymQsJFZ9bdKkDMYkBlkYKftAUjhe8zWNqeScaphKWPpLpREUU1irtZh8C8cth43GLiRW9b7PAFVG5vbbb1+Qbdp81cdVV13lsl+TatUWE6vq14tSf2iVxOqECRNypKrP/I1Leo3bo0ePvEOsyhGr8ecnae3XxDOT5fNJGwhAAAIQKJ9AMbFqjeIy2naftRRALKSsYtWPV5aUicdq+WK1QUrFBZKCbVtide7chsOQfSmA8PAqX2PVZ6uGWav+cCntipk/f76rueprnpb6lEnaqgyAvlf81re+5W5Pylb1mathtqovBaDfFVOvXr0KDJ90IFlyrd6Cc4jE6sBSp5qtffBDgJwyFomvx6Sm+4HATDsxQQxPv/4sm3n0dXaohW2a7h/1/lk2bNaJNu3MhnlFmbsXm10a9hnMPxSo0WcxHoP7+xQb+qemw+gaQEy3a8+caaOuP9San2ecDS2t8gkgVnkqWpyApNiYiVe67fO/P/IKV29V0lIZpx8tmmvb/+4nLmP11L0btt6H0kv3zpj3njuoasmKJe49bdfXpXqpklS+Xx1O5eun6n1JVUlRL2aVuSoBq8tnoUrMKTP1d0dc7sRfvJarL0/wn987K7UO6w9vHe2EqkTliYOOcDVbp7zzrCtroOut8/7kflfcmosydP0lkTtkwJ5uLhJzKmNw+tO/y3k/rdyAr5fqG0tUf2frPXP4hZJZWbtDB+xl3Tp3jeITEzGIz08y9s6X7ncCUJfP9I0LSbW74akJjtufj7zSBvTcMlH0+XU895FfR+wVT5/1e7mDtLws1fpImIeXL2Hg1++UQUe6A85UnuGB1yZF96q/Xx3UxDbOU31ffcjPXYwS8PErPmc9k17Yau0k8SXYk9ZOr/k5jn3ihkjSq3ZvOJb66fvbw10XYYZ1PJb4eOJ/zqCjXDMdzOaf3yRepXzASxWrEjuSdvGt9dpqPnDgwEgAxmudxmPy2+u9MMzabzGxGpdR5YhVvwVbc5IgUxkAxVksqzJpO3c4by/uzj//fLd9vRijpK3ghdbWj69DpuI1SC+//HILt5QXEo7xcUPmWdkozmJiVW3EQOUAfvOb39gpp5ySejCYsjfvueeexJq9heqKliJWFY/PQvWZtJ63l56qdxtfU/2gIS51yxGrYRkHlThIOhyr0s9MKV8raAsBCEAAAuURKCZWi2Ws+sOgns3JDjRrEKQzbUyjdMksVn1GaWp/l5hdNszG2piELd1xmRYXq0kCrpFbTMrWesbqRx99VFCqhpmq+nM8o/Xjjz+2GTNm2AcffGBffPFFWQ+XSgDoe+htt93WunXrliNVcwWrMlfr894P66yqPmvalbbFvykDNFY6IiptkZvJOfLYkXaXxTJWP9Rz3Fh0YvBIG2kzrb/LZI1laQblMtIyUn38ivdSu8SuOyRXO+a+Hs+wVawJWbSvXmtnvT/K9ZWt38bP5vj+NvmEmTbMZeg2iuQEsay5TNmnMWNVn83LzC6JhKlivM36x8RqJHp7lvXYcFOFCCBWKwSSbrIR8LVU1frOkdfakzOetcMeGVsw+zNbz/mtJBHDGq0vHHujk2gac9ctdrKPPv/YyTiJT8ndgwcOc68liTbFfdfUB0yHVG3bc6uo3mp8VC83Jb7ip8f7rENlPIaXDtTyYswfvuXfl9xTBq+/CokzX1fWt/30vMdzJJ4/hEnvS+DGBW0oLNVG9WlDceqzgX3/Esdaw7iU1DiSo/F5Jq1jGLPWRzJcV8gkfF2CceitJ7hyDmnj+wxQ9ROXlSFPifZiMYbMkuqseomexlSvbzvuQJdFe83hY/MQhP0nPTPxG9a5bC/3Uhi7P6hNTHQVynwt9lkqRawmbU32/cff83+Pn6qu9l5eabu1pF0p/RYSqz4DMsycLUesKkYJLGUu6kAhCT/VuCwmVnWfMkaVNZB0aJeP3WeO+v7CeMP1Uhbvww8/bOG2/kLrmXYAku4p5RAkSe8bbrghynCNM8/CRmNmEav+WVB7ZT4XOxgsiVUhAV2qWFUcYSatr20a36YfrkPSe+WIVb9Oej5UP1Yspk1rys7X+5V+Zop9feB9CEAAAhBoPoHm1lhVBA1ZoGGN0/xM0cxiNUt/eZmpDRzys1EbxdlW43Oz9S591nIyYsNyAjlbqvvb+EJbx5uPP1MP5dRYTRerHaJDrOJlALxg9SUB9L3P1KlTnVwt59KOH/0gVlmrurwoDWur5tZZrXfZsb4UgNr7+4qJ1SRR6WPOFZ0Nz8SU/SebOwQtyuQMnxVfCuBEm3lgIA6DDM3+94Tb+Zv6jMvSJG6ZBWh4c57UdE98TnkDJ0FtpN11hxfBDT98sLjI1fMusdooSKPs1LCWcuPYJYvVNZ31W86D2E7vQay204Wv1rS9SJMsmzH3XZfxF27bLxSXJJQyW71ACttKsl118IVRBqvPBJWsirdX2+6durq6rdo2H24l931KXJ0x5PiccCRcD7r1xOigrKFb75m33dxLvSRpJ3H58PQnorqvvvNQLqaJVTHy8vXBQ8bkZct6YRjON+wrzIzU/B8afWsi6lD0xeeQNIayOOPCsBJiNWQSCt5QmobCNZyMROOG4w6IXgpFY6liVeUqfFZqklgNs4STuPr302INBbICTlrbcG5JYlXvh7ziQr2Uz3opYlWSSt8Ahgf6+LGSsgb9AUXKRlSGpuo/SQxdfPHFNmvWrOjgolL69ZJP0im8JMNUAsDLWv+e5J4yOH2JgjgbHWCl7M64PJTsVYZnuIU+i1j1bRTHeeedZ9ttt50Tycp4VNboGWecEdV1VSy+BIIyISXxxEiZrZdccomTqnGRqDiVzahf4eUF5ahRo3L69228LPTi0jMPD25SH2qnDMxw3HLYaNwsYlXtfGz6c5pY1XvKRtZzEz5PytIVU72eJKDLEasay2fSKptW/9lRCYj4AWCerS8/EY5frlj1LFRy4JhjjnHPR/wq9Zkp5esBbSEAAQhAoPIEsh0WFWTWxUsBNIaU108s47QUsaoui/UXZcqGSBLEUFM/TeI3rRanf13btJ10u7R2xWpSKYC11mqQqnV1+XLVZ6yGpQOWLFliL7/8sv3rX/8q+cFTP9/+9rddtqoXtaFYDTNWVWu1vl5CNVesalAvVwuVAkgTlT7oHDnY+GxJxGqNc4RsXo1VidWwLmtT1qjEapTJGfRZebGanmUdn7d7ft9tyuR2f7fxNrnfbfnzDMSq55TEsTSxmpJVW/LTww2VIIBYrQRF+shMwIuhUBTGMyPTOkuqW+rbqr9deg1wNVLjh0sVCi6MI2wnSRbWR/XvSVz6S8I2LszSMjALxZBFrEq4KbNXV1LWalgP1IviUKwWE4Q+vriUDCWdl5La4h+WL4gLx+aKVQlolYPQFc/M9MJU6+BLKiSxDQVsGF+pYjVsnyRWNbYyUr28jz/LisPX/43H6TOAlT3s5W2xrfxpYtXHUOz+Yh/UrGLV15gMt5PH+5aMmj59epRlJ1EnKafsx/BSfdaxY8c66Vhqv17yxcfW1u0f/ehH0enp/v1iJ5xKaEpUxeWhF8Xq14vkLGJV46qdZJ+krL+U/XraaaclijJ/4JSktb8k1iRi4yfep2Xg+qzfpDqj0deyLbeMxLOEY9LBTRLCRx11VM645bDRmFnFqtrq2ZFILiRWtSaSmBK/ac9T/LkoV6yGJQGUgazY3nvvvcSPky/BEMrocsWqBlAGbLwmbnzgUp6ZYl8DeB8CEIAABCDQ3gmUk7EaHl6Vu9W/LlGshtmqXq6qBIDqtauOf6lXx44dbfDgwTZgwIBIjoYytRSxqth69kzfV55WCsCLwhNnDUuUoK1erMbKaeSuQb7ETBLIyshNE6vXbjXWpvlt/upcWbH39LfrfGmAxizwzKUAErNqS31yaF8pAojVSpGkn0wEvBhS46RanoU6UfbfuKfHJ4pTL0glRM/e53h7Z+67UW1SScmtN93Szn/0N5Es9e3TxKpe779Bb9PhSyoVoEvlAsIDqST94odJhRmfusf3s0ffXWzrXlulHviUJEN1vxd7kqRhdmOY2eizUSU8/+fF+6IM3FCshqJR7VTHNe1K24YfxhKfZxhPuWJVNVG7deoW1aJVDdFjBo2ISg2UIkXD+MJaq6X0EfLXn9PEarxura/r6tclLQtVazJr4UcueziNeXyNksSqryOcVvc20wezsVFWsVpKn0ltJZp0+QzR5vZXC/dLGvutXfEM06T4Jeh0SmwhRuKoX0mZjLXApBIxSnr6/4C0p+ep3GemEszpAwIQgAAEINCWCZQjVhcsWOAOngozURu2/jeJ1fjhVfGDrnT/66+/7uRqqQdYqaaqvr/cYost3NLEywAkHWIVZq2Gh1etvfba7gfi6VdSVmfT9nyJ1dv6TW6saZpWCqCxlISpbERrKAWQXL80YpAkMWNb/MOM1cTDq1RjNchcTaoNm5exGh52FTu8qljmcFv+jLbGuSFWW+OqtOGY/Mns5ZxgLikWHnYUYvKZpN/edIDpxHqJVdX51HZ/Xf7QJf1ZbX+xz4nuEKuksgJqk7TFPcuyxOtdxu9JqguaJWNVkjTMOg0zOSXWnpr1D3fIU1pfpWTSprUNxarmFR4MFkq9csWqL9HgJbM/oOnkfRoOMStFiqaVNCilj/iYaWI1LLMQ1kn1pSvitXbVb1y6hvEWevZCsSpZ70tjJEn+LM9rvE1LidVyYuOefAISqvoVP5wKVhCAAAQgAAEIQAAC5REoR6zqh+HKOE0Sqx06rJVXZ9W3U4ResEpuqpyRfmi+bNmyzMFL4G699dbu4FgJVl3NEas6BGuDDTYoOn5eiYeoNETaQVOt+PAqf4hbzqyDOsYptUxzGKQc0mU2MqodnNy+adDELNhLn40ahLWK422LLhgN1igBxOoaxUvnlSagLc+6koRoKFdf+HhGXhsvVMNt10llAyT43l74oUnSSl55sZd1LpKryq598f1XE0sTxA9UyipW49JWZQh6r7+pO1XeZ0VmEavF6nhmFauKZ9RdZ0dZwF4q3v3SA806vErS8Ud3nRVlJvsM21KkaCgqQ96l9KH1zlIKQO1CZv5gMGWhDun3TfMZrOHzE5euoZxVu7QDqEKx+vPvnW6H3HlmahmCrM9r2A6xWg616t2jbE3VYeWCAAQgAAEIQAACEKgMgXLEqkSovi9rjljVvcuXL3c1Vl944YVMk5FU1feC+++/v5Oh6kNXc8Sq+uvSpUum8SvdqGDGZqUHoz8IVJAAYrWCMOlqzRPwNSuThKjE3qadu9nHyxdHskmS9MRBR9iHC+fa3dP/lKn+arxMQLGt88VmLQF58zN32M9fvNs1jR8KlVWs6t54JqYyf322qt5P6yvMLk3LvPTzCGuGhuUE4hmrai8hOPTWE3J479n3m/bG3Bk2YdS1xdDkxBvWq03ayh9KzmI1VsP7vehUMGtKrPp6qRpDz8+vvnemq0ObVj84fmhVHFTaGsVLAaRlMRcFn9IAsVouOe6DAAQgAAEIQAACEGgLBMoRq9rGr3IAzRGrYvfJJ5+4cgBptdzjfDVe586dbcstt3T1VXv06JFzeJVKCuhXKaUAVAZA5QCqcsUyR8MMzarEw6AQyEgAsZoRFM2qT0AS7/dTH7SJ7zxVUJD6jNMD+u1qowYdHgU+5Z1n7dnZ/7DPli9Ovd9nvUrQ6jAslRCQKDto6yG2e9+dCtYm1UDKVNV10MBhecC8TGuOWE0qNRBmoKaJ1WKn1/tg0w6O0vtJYlWvh/f4fuJzTHt60rJj02qkFjooKhzjh7eOjjJpw+zPYmJVz5iu3o11dUNhWkxIh7JUz0yPzt1c/dT45fvUuvn6vWozY+670SFWaeI4qcZqONdQIpfziUWslkONeyAAAQhAAAIQgAAE2gqBcsSq5j5//nwnMdMOrypWY1WlBFRjX79WrFiRGafGW2eddWzbbbd1h8FqK3+5Gavqa5NNNsk8Ng0hAIEGAohVnoRWT0Di7tdP/DY6lEkBSzyl1Uf1E/IHR/m/z1z0UdGM1fhhVj4LNsyQVQ3MHww8IFGySgjqSiof4KVYXH5lyVgN5WAoHcOanho3ra+kMgLf3GKnvLUPM1vDDFI1TBOrei8Ut/p7c8VqGEf8YKzTn/6dizutFmkoeuNtiolVjdtn/V7R+oWsi4nVQgd6haB91rVq4savtAPKfLsksRrP5J0yenwkhkv9cCNWSyVGewhAAAIQgAAEIACBtkSgXLGqUgCSo2liteEwq6Zf4eFV4jdnzhybOnWqy3wt51Km6e677259+vRxt4dZquGfV61a1SheV9uqVU0ZrbpHUpYyU+XQ5572TgCx2t6fgFY+/zBjULJuxE7D3bZ+Hdqjq5hcLWV6kqq6+m/Q2/2ug6/O3/80J6mUyThj3ns2dfZrUcas2p+3zwk52amSZo/Petl+f+QVForL8OT2+GFGXpZpzE/Pe9y6du4ahe3nH0rOsB5nXPaF2YvxbeghSwnZeIzhtvJ4HVgF5MVhPEYfbNqBUYXWICljNYxD2cdh1me8rmt8/mJz6v0Xu2zVpIPC0sSq7vvo84/d4WhXH/LzaO3SarUmzUmxbTjuAPdWXHj79n7tkviqjQ538yUjkuYe9v/WeX+KwghFdPy+Uj4DiNVSaNEWAhCAAAQgAAEIQKCtEShXrKocwKeffhodRqUM1Q4d6qyuLleoevHq66Eqy/XLL7+0l156yd5//31buXJlWUg7duxoW2yxhQ0aNMht5dc4uuLZqw1iVUK13mXY+lIBarvhhhtWrwxAWbPmJgi0DgKI1daxDkSRQsCLt5/tfHDOIUASSaotmlRrtVyY4cn2xfpQVuTD05+w216baNt038yuOvhC+8amW1kouHzGrM+U1d9/d8Tlrp0uZXne9tJ90ZZ1vRbKWkk29S957MsRnPfdU929Gufet58yL2kVz/mP/iavL5Uw8PfoPolFyUPPTRKue6eu5mP0B3wdPWhEDgKtgz8QLEko+8Z+/mqTlJEZdhqK3iTeko+n7H1sjmhWOwnMMROvdGUadClmHTSm6/ezp7nf9bz8x/6n5d0biue0NfYSO5yzb1ssE9fPP/68+vX+jyeuc+upmE/c6aCctdF6x8tcaH30bL3z8Xs27unxOc+7rx+sshPxjOQs/JPmX4pYvfXWhjIHo0ePTkRZ6P1///vfdu+996Z+zI488kh30r1ORdUvnXyvy9+3xx57mH7Fr/vuu8+9dMQRR+S8pQwCxaOfwCfFW26/ik1jzp492403fPhwU+zhT/p9335Oxeaufvx8/fyTQKUxUFvFNGnSJNMJtTrIYPDgwXlxpcLP+IaYag01jq6+ffu6NYmzv/rqq93r8fUqtiZhGNoS9/jjj9v2229vw4bll1nRfD/44IPEyDfffPO8mDJOkWYQgAAEIAABCLRDAuWKVaGSWJUY9bVW41mq/u96X4Jz4cKFNm/ePPvwww/d7xKszblUEqBnz5622Wabud/1faAErxeo4e/xjFbJWIlVLghAoHQCiNXSmXFHCxLwYlWi6JiBB9pu/Xa2xcuXuMxRZfbp9fCwqnJC8308Mur6SHpm7UdC6+6XHjBtT/db1iU5X579mn2+fEnUzda9tsorHeCzJONj9V5/U5clq34Wr1gavd2t03pRfLr35fdfi7JlFYcyauNXeE/4nqTmO3PfzWmeFKNvICEbXj7GJE6+76RyCGH7tPmrTVKZgvhYul9jhZzX79zVcfY1UuP3xOeRFP+Anls6IZvWtlBsfk6+j0Lzja9NfL39vepLz7wyatOeFb0evz8Lw3h/pYjVyZMn2zHHHGNXXnllnqyUxLzgggvs7rvvThRhEoYHHXSQ7bzzzta9e/e8eY0dO9bViJKUu/zyy6MtUf4+3fPKK6/kbVUaMaLhBwIPPPBATp8SbxdeeKH75vW1115z0ja8yulX8vP222+3Qw891HbYYQd3Euydd97pun300Udd/Lp83xMnTnRysdjcw/j9/Pfdd9+ceDWPV1991Y09fvz46D3F8MMf/tC9d9xxx7l5psWV9OxnfU1yeMiQIe6ABK2jRLJeEw+Nq7j9pW1pF110USSL/evF1iSMRawffvhhN960aQ0/PAkvrbvmrOcpfu244472y1/+MuvUaAcBCEAAAhCAQDsn0Byxunz5cve9V5NYzc9YXbx4sZOoyk7V93SSnZKxfot+c/BrXIlUZa9KKBj/GQAAIABJREFU4up7ZmWxqm5q165dG8sDrHLZqnGxKgmrg7C4IACB0gkgVktnxh0tSECy6KT7LiqYmeq38JeavRpu/f/1wReWXZdSOCTUrvrLjbbfgL0SD65qQWQMBYGyCZQiVjXICSecYE899ZT75WWll24Sb6H0C4OKy8a0gNPEqtrHpaJeSxOrel0ZlU8//bSTwT4j1I/r48nar0SdJGooUHWvvpEeOnSoyw7461//6rpPE6tetBZarPj8w7ZJ8toLxqS4JFxnzZqVKKRLfWC86IzLbcnSU045JUeop4nVYmviYxLTXXbZxU477TQn2ZO4pa17qfOiPQQgAAEIQAACEGiOWBW9zz77LCdrVa9JnEqozp0712W16s86oKrcbf9ZV0mCtVOnTtatWzf3A+pevXo5warsVF2+DIDaka2alSrtIJBPALHKU1ETBJQ9OG3Wqy7WOZ/PdVmK2/Zs2FKvTMspM/7uSgPoJHZ/qc5meGnr9NsLP7RNG9uo7YmDjqioCFWcSdmKNQGZINs9gVLFqpdeyhT0WaJe7iVllHrAzRWrkqrKYIxnxCYJNonenXbayQk5jat74lmPPp4s/WrO/fv3T8zC1PyUyXvLLbfYhAkTXCbnmhKrGiuUlsWYeg5J2aOlPvjirAwLL4/D++Nb/5PEapY18X36zFY9T8cff7wT5GFGrNohVktdQdpDAAIQgAAEIJBGoLliVdv59X2SMlD15yVLlrjdV8pSlVCtRGZqqavnM1klWJW9qu/PJFhVOkAZrpKu+jMXBCBQHgHEanncuKsVEtB2+CdnPGtvf/yevTF3hjt8ysvXt+a9awu/WGxb9OjtXiu0XbwVTo2QINAiBEoVqwoqzFLU35URevPNNxesa1lMAvrJpmWsSpKOGzfObf8OBW6SYFN2qdpLpnqhFxeyYTzF+vXzfeaZZ6Lt/oUWZ02JVd+vZ+2zaN97L78kiI9PGcaqB5skREt5wPy6SNL62rFp9yeJ1Sxr4vvbb7/9nBjXmJ79zJkzc8pAIFZLWT3aQgACEIAABCBQiEBzxar6lkjV91xz5sxxklUlAlrLJcmqLFbtsOrTp4/169fPiVYuCECgfAKI1fLZcScEIACBNkWgHLEqAD5LVX8Os1fT4Hgp6OuAhu1CUVdIrOpQIpUbiGfLqq+wxupuu+3m6oD6OpuhqPPjhvKzWL+FtucnzbfUGqtHH310JKVDgRn2LUGsjF19I/zQQw85yZhFLpYae6GHWzxvuOEG10QZvPvss4+rpxs/XCpJrGZZE/UbF+E+Wzgu7jV3/edFUj+8OLiqTX15YjIQgAAEIACBFiFQCbGqQP/4xz/a/PnzWyTmcgdR9uoPfvCDcm9v3/e9cLnV7XGxXfZ8vV307faNgtmbIVZ5CiBQQQKffPKJ+wdU/0itt+66tvSLL9zvs95/39br0sW6rLde9P7GG29s78+ebZtsvHHUTqGEbX0fPkTdozH0+rrrrRfdr/f9WPpd7d566y03pq633nzTtt1uu2j8fltsEbWf/8kntnTZMtfOx62+w0t9+fcUn/6sS+N8sXSpi1mvLVu6NJqP/qx+fVvFrLG26Ns3p2/Vqhw1alT0mp+fXvDt/VzEz48Rzt/PQfPyLEJWYpJ0aa3EyM/fc1HbcN0Us9bK/672fizFpmxIzcGPo7Fr8SpXrPq6qppzWG81jUGhA5z8wVW6t5BY1UFQPoPRH6AVl4v+gK3wwKqkrMe4/CzUb6lyMk2sJkllzVnz0q9w/v7wKn9olUSmaplKQkuq6mppsaoxte6PP/64Pffcc27dFZ9Et5e9ahMXq1nXRPeGma3+WVJ9V61nmHWbdngVB1fV4lchYoYABCAAAQhUl0ClxKqyVh955JE1Xke1XFqqq3rIIYeUna06939HWO9jHowNf5k9V3+RNXwn24auf99tIzafaedFc5trdx95mtnVD9gxuWfitqFJM5VSCCBWS6FFWwgUIaB/iD+ZN8/mzZ9v+wwZYg/oMJdTT7X3Z82yqdOmWc9NNrG9hwyxm2+6yZ2e7U/RvvG//stO++lP7cmnn3ZZaDpkRtfw4cOdIPXXYYcdZhpj2223db/OOuMMG3HEEbb7rrva/3/11a7/A3TPm286ybd06VKbPWuWXTxmjLvvzTfesAOHD3dyV++rD/150qRJduyxx9odd9xh+yrzbPjwaMzJkya5P8/75BMnUZVt9qdJk2y77bc3xXPLzTdHr6md5q3+JCwVj1iorWSjeFzXmOXmB7hs7FgXn78kMKe9/LKLXeOppqIfX79rPiMOPzxn/spW237bbZ3glHDVfSefcoqbswTpG2+95bjqmjp1qu2+++7uz5q/4nx80iTbuGdPx92383/WemrNtEX8F5dcYvc/8IAby0tUva97Fe+bb77p+haXWrzKFauaaxax55lUohSAl4/hAVpnnXWWG8JnrOo9ZXYmXV7G6r2keNL69dI1lLXx/pVZ6YVnpUsB+PHjWZsSjjqcK14/NoytUJvwAC9/j/5DUMrlD9Q644wzogzhuFjNuiYad8stt3SyNukKSzGU8uyVMh/aQgACEIAABCDQ/ghUSqyK3Pvvv+/q77fGS7uMtmhMSik1vufH1tngSw6z33+QKxbd66//3j669xjrVWqnNdV+rs39dy/rhVStqVVbk8EiVtckXfpudwS8WF2ybJkTlsuWLLHdBg1yom/m7NlOunlhqDZvvPGGfWv33U1/nj1zpm3Ss6cTnBKLkqASiJKUXvaFYlVwJWi7dO1qV1xxhf1j2jQnEJU56eWrxpW8lcxUZqjE3yUXX2xTX37ZZb4q61Ii8oH773fj/urSS61rly6uvYSnXpN0VJ+6RwJTf9Z7Xqx6Mar+p730kpvDzFmzrH+/fk6s6pJ41Hzmz5vnhPI3d9stejbiYlVv+MNp/LwVp+ahvnWJSzh/LzPVl8bWJXEm0aRxlWHqZar4P/nkk/b973/ftZNclbzebdddnVjWvHTpvlN++lMnxSWrXpw61bbffnuXgSvhrb4lVSWadUk29+3Xz/V922231eSzX4tiNTxAy0OXWPXbxiX54tvTJcnDw5eSxGpav357elodWX3G9t5776jObKXFqubot+GHcjGL8NWzqi378cOf1Kfmq69H4eXldfian0+8Tq1vE5ecoVgtZU18Zqs4f+1rud+1jhw50n0d8uUdEKs1+eWGoCEAAQhAAAKtkkAlxaom+H//93/Nrm9faVAqjfX1r3+9rG4bMlUtT6q6zrQ9/ur+DWK1cat8OEjTtvnn7fK6KTb0ebPBjdvph/65zqZ89zmzPQbbxZc+Z/VjzC6vG2wXBx0Uuj/cjh/Ppm26T5mmve3H9wWdHuFFcPy9IPs2zFh1f/6xhbm6h939kT3wowaVLLkczUMvRP2XhZubaoQAYrVGFoowa4OAZNvbb77pZGXPjTd2EuO//vu/7fARI2zW7NnuPWVSSkKut956LrNRMlBZnpKgW/Tr50SqtrvrNQk9iTyftSkZqsvL2cMOP9xenjrVdt19d3ePxtCY6ktj6JJMUSasF4DqU2Lwmaeecu9LUNz/4INujO222y7qz29nVwaphKOkodpoDttst50Ts7okPdWnz9rUvMIYfezK8Bw+bJhNmjw5J6MzSayKowSvhHO/vn2d3NWflSmqzFldmqNiV1sJX/++eG28ySaOhW8XljZQf089/bSbi+ageWpOul/rpLF0ia3m7UogNK6VvtHy7MVT/XqOympV9qv6Dksb1MaT2xBlLYpVxe0lnP6sbfMSqz57Mn7QUdjei8m0DNqkfnW/r+k5ZcqUnEOU9J7PdPWHaq0JsSpBOXToUHfoQLglXs+kXgu34vvnT9mq+uFEoUzbrM+qMkmTaun6uEJ5G4rVUtak0EFb8YO6EKtZV452EIAABCAAAQgUI1BpsarxlLmq79lWrlxZbPg1+r62/0uqlpupquCctHxoROGs1Eb5+M2w/qgTrf9oFLISq16gNhQOaMiCDWXmXJv7tV5Nma852/Hz74/AuXYP2AifTRuM239CPKO2Uabu+Jx9tNW4nHnlZN9GYw+1KXWD7R+BSLXYXHPn0dR//Zg2VyBhjT6rtdY5YrXWVox4IdDGCMRrrLax6dXUdGpVrHqhqW3/XqxKMg4cONDGjx+fuAaSg4ceeqjL3ixUmsBvXff9qjNfU7ZHjx6u1qkymSUVb7nlFpexHGazllpjVf37A7wK1XP1/V500UUmaapL2bIHH3ywKa4LLrjAZXqmxdWcB9Nnx4qJDtvSOGKieauERlhnNxSrWddE89lpp51c1vno0aPzQo1nBSNWm7Oa3AsBCEAAAhCAQEhgTYhV9a8SS27HW2OSSEtTVzKJfvit782ac2UXq4HcdN9Ah8JTYnSc9Q9KCUhIjtuqKfMzijEn89WXH8i/v2lO6e856WnKhm2SnNFr353SlG0bB5QjVnPjNmuQvNYokePzcLzePS9nzObw597WSQCx2jrXhaggAAEItDiB5ohVvy3b/14oeImxMWPGWHhQVVJ7Cbx77rknqpla6D4JxOOPP950YJFknOqtnnzyyXllAPw4kpb//Oc/nXjN2m84N42nv+sbZGXF6pKoPemkk6LDp/RavG//90J8PJf4/OP3aA7PPvusTZgwIcqcjcfVvXt3GzJkSF5czX24JHb1vPgathpH85cUDbfuS3pKvqqsQNY1Oeqoo5ykvu666/LKAPi4Jbx32GEHN14pz15z5839EIAABCAAAQi0bQJrSqx6avoeSt+DtuSl75mSSjyVE0NBseokqNlzH/S3cbHt8g1jpYvRRCGpw7FcWQCJ0FCYFhKrGie2rb+xj4Zs0oRZ+zFi2/yjEgKI1XIelXZ1D2K1XS03k4UABCCQTqA5YhWuEIAABCAAAQhAAAIQqHUCa1qsis+HH35oL7/8ss2dO3eN4urVq5ftuuuuttlmm1VsnKI1ViOxGstYzYmgeMZqXgZrkYzX9Ak2SNaZ59ab6rjGM1ZT78urqzrTzqtXKQAyViv2MLWhjhCrbWgxmQoEIACB5hBArDaHHvdCAAIQgAAEIAABCNQ6gZYQq56RDrbS4aGVFqwSqipVVe4BVcXWsCHz02efNrWO6os2ZqxaUIs0N9M1m1gd/Lo/WMrXYC1eCqBB/H7Tnqu/yNyG/6AGqhOrYR3XaBv/R9b/6t724x2bygTk9FNijdWwpAGlAIo9TW3jfcRq21hHZgEBCECg2QQQq81GSAcQgAAEIAABCEAAAjVMoCXFqsc0b948e++991yt+iVLlpRFr2vXrtavXz/TOQI9e/Ysq49SbmoQjw/Gbglka05tVDM7okmS5m7rb+giv8Zq7nb+y55vlJ+mfvrbbXmZo3HB2/T3wyLBGysRYGbRdv9GyXpxdFswl7zs1R9bOPOm/vPngVgt5amq3baI1dpdOyKHAAQgUFECiNWK4qQzCEAAAhCAAAQgAIEaI1ANsRoi0iFXH3/8sTvsauHChU60Ll++3FauXOmadezY0Tp37mwSqapxr8OoNt1002YfSlVjy0S4EGhVBBCrrWo5CAYCEIBA9QggVqvHnpEhAAEIQAACEIAABKpPoNpitfoEiAACECiVAGK1VGK0hwAEIAABCEAAAhCAAAQgAAEIQKDNEUCstrklZUIQWOMEEKtrHDEDQAACEIAABCAAAQhAAAIQgAAEINDaCSBWW/sKER8EWh8BxGrrWxMiggAEIAABCEAAAhCAAAQgAAEIQKCFCSBWWxg4w0GgDRBArLaBRWQKEIAABCAAAQhAAAIQgAAEIAABCEAAAhCAQMsSQKy2LG9GgwAEIAABCEAAAhCAAAQgAAEIQAACEIAABNoAAcRqG1hEpgABCEAAAhCAAAQgAAEIQAACEIAABCAAAQi0LAHEasvyZjQIQAACEIAABCAAAQhAAAIQgAAEIAABCECgDRBArLaBRWQKEIAABCAAAQhAAAIQgAAEIAABCEAAAhCAQMsSqFs28Uf1LTsko0EAAhCAAAQgAAEItDkCdWYWfVepvxS4iryde2fxxnXFm5hZpkZNQ6c21yQ7lBpiQ/scRhV6AqI4C89PjLJ/0x+bX1qoWZFmbZf1odFEsvaZ2C755mzPUTzIrIEUWW/XTYa+MjRx/ZTAqKR5l/0M68aU4DPNKRuekj9VJU2+2BpmnUhjPwVZBn1l7baEZz0rp9wuK/R1PeuzXjRI/5DXZfroFO0u9gW6tK+ZGb8uZF3LqLuSb0iYZsK/WcVh5Leo2GelEnPK+PWynHmWdY/+zcz+L2zyEK2JS1uLpYR/EMtaf7O6RVc0+wkoc2hugwAEIAABCEAAAhBoMwRK+T68lLYZAJX0/72sY2dtV8r/70rpM8O8XZOMfdZl/X9f1nYaO1PbujwPnXVque2CiWb1BKntEsRxvZljVOzK6zPjAhTr1z3EGfrK0CTqJ1Nbs8Kfn1gnGftMsDLpD0zWPqN2RR68rP2JeOYPRrEFVGdrZWgUNEmNM/aQZZ1PXjv1kxJTxj6rLlaLxtn4uSnaLsvSxGab6etb2mOdElDWPqNwKzKx/B8GZsERb9OhFcVSyj9+BedaqTnpc9aWxGol5pP5m4QiT2OWf5iLPdBZv2ko1k/6+3Wfj2v2E1D+6NwJAQhAAAIQgAAEIFD7BEqRTZm/v/UNC//Hp77erEPR77sb+8o6dsF2MVnRrD6z3pzyiES3F+4nG6PG/xd2KCBjwjAyhV5vVt+hAmI1Nlimsf184uyS51caI99n1kCKfMSjwYv8Jz/TcKU964XnXSb3vOmmfJYzzaexs4zPuvufbdGvBw191tfXW4fiXzyyfX12IEsQq0W/xjROIut8EtulfJYz9pnbrMhNGftsWJ8MjTM0aRBZHczqK/HDm9hsM/27UuhrTPIPb7I+m41PaPaHueBTmvFreqE+Mn+BLPZxqUAsUTp+c6Vopoes2IQaH4ISPvuJPVYyloxfAFNnVok1cl9hK/D8VqKPSsVS+FGoq78GsZrh00ITCEAAAhCAAAQgAIFCBEr5P04pbbNQL6W/rBlDBf9vErxZyvf9iXGWEnwCjOj2Iv1kHca1y5itkqnPDmZ1gtTcq8zyC3nrXeA/jWU9G5kgeJNntjqFhUsbzfAf4qLDBQ9k0baNa1KwXezNrH3mLXdjZmH89VL6y/qsZ11HxVKpLDyHPePnpuj/82MTyMoosV2BjNX6VWa2uoQPZoW+xpQkVot97Wh8rrIyKjjbMp/1xLFTHsKS48zwNaHoClZIlJW0NaRQUJWYUykf8mKxFHvGigJOzwzPcmvUpuSHI6X3SvTTnDVabbZ6WZZ/XDLSqcR83Bf7CmQVp4dct/MZW1biScoIhWYQgAAEIAABCEAAAhDISqBS31BnHS9o12JDt8xAmUfJ2lD/g8jatgz8+bdUarDkwEuaTjmhqNTAOmvZOj27WH2aXG1ZoE2Iy5lPRda03E4qF3DFXFFJD1C58y7nvjRWq+zLTpvb6o49SpSr2WPwI3++uoN7slfW19myVfpzdv2w2jrYClu7hT4Z2ePKTqHclpV7xhsiaE1zK5cJ97V2AvX1q61jhy621sanB3K1tUfdvPjW69jBOunnxzZ6Rz5lzWPJ3RCAAAQgAAEIQAACEIBAzRCown9/NGSnjrb25t2sflUVxq+ZtanhQFvlsiYHVVe/yr7q8g2ztXuamTJXW+vVKqG2VljEBYEqE1hta9V1sS69LrT61UuqHEvLDK8qGe7nah1P3oGvVi3DnFEgAAEIQAACEIAABCAAgXZIwNXz7NTROvXpll4OoB1yYcpVIlC/0lasu5WtWnsTqyupHECV4mVYCECg1ROor19la3dYz7psen67Eat+URCrrf7xJEAIQAACEIAABCAAAQhAoJYJIFZrefXaYOyI1Ta4qEwJAtUlgFitLn9GhwAEIAABCEAAAhCAAAQg0GYJIFbb7NLW5sQQq7W5bkQNgVZMALHaiheH0CAAAQhAAAIQgAAEIAABCNQyAcRqLa9eG4wdsdoGF5UpQaC6BBCr1eXP6BCAAAQgAAEIQAACEIAABNosAcRqm13a2pwYYrU2142oIdCKCSBWW/HiEBoEIAABCEAAAhCAAAQgAIFaJoBYreXVa4OxI1bb4KIyJQhUlwBitbr8GR0CEIAABCAAAQhAAAIQgECbJYBYbbNLW5sTQ6zW5roRNQRaMQHEaiteHEKDAAQgAAEIQAACEIAABCBQywQQq7W8em0wdsRqG1xUpgSB6hJArFaXP6NDAAIQgAAEIAABCEAAAhBoswQQq212aWtzYojV2lw3ooZAKyaAWG3Fi0NoEIAABCAAAQhAAAIQgAAEapkAYrWWV68Nxo5YbYOLypQgUF0CiNXq8md0CEAAAhCAAAQgAAEIQAACbZYAYrXNLm1tTgyxWpvrRtQQaMUEEKuteHEIDQIQgAAEIAABCEAAAhCAQC0TQKzW8uq1wdgRq21wUZkSBKpLALFaXf6MDgEIQAACEIAABCAAAQhAoM0SQKy22aWtzYkhVmtz3YgaAq2YAGK1FS8OoUEAAhCAAAQgAAEIQAACEKhlAojVWl69Nhg7YrUNLipTgkB1CbRrsfrpp5/WVxc/o0MAAhCAAAQgAAEIQAACEIAABCAAAQhAAAIQqC0CdYjV2lowooUABCAAAQhAAAIQgAAEIAABCEAAAhCAAASqTwCxWv01IAIIQAACEIAABCAAAQhAAAIQgAAEIAABCECgxgggVmtswQgXAhCAAAQgAAEIQAACEIAABCAAAQhAAAIQqD4BxGr114AIIAABCEAAAhCAAAQgAAEIQAACEIAABCAAgRojgFitsQUjXAhAAAIQgAAEIAABCEAAAhCAAAQgAAEIQKD6BBCr1V8DIoAABCAAAQhAAAIQgAAEIAABCEAAAhCAAARqjABitcYWjHAhAAEIQAACEIAABCAAAQhAAAIQgAAEIACB6hNArFZ/DYgAAhCAAAQgAAEIQAACEIAABCAAAQhAAAIQqDECiNUaWzDChQAEIAABCEAAAhCAAAQgAAEIQAACEIAABKpPoCJidfnqz+2L+kX25eplVm/11Z8VEUAAAhCAAAQgAAEIQAACEIAABCAAAQhAAAIQCAjUWZ2t06GLrVu3gXXusH6z2TRbrC5ePc/eWzDLrnniIXvy7Wn2xVcrmh0UHUAAAhCAAAQgAAEIQAACEIAABCAAAQhAAAIQqCSBddfuZEO3HWRnffdQ23KjftatQ89mdd8ssapM1bcXvG2HXn8RQrVZy8DNEIAABCAAAQhAAAIQgAAEIAABCEAAAhCAQEsQkGB9+MzLbZuNtmlW5mqzxOpnqz6ws++5ySa9/mxLzJkxIAABCEAAAhCAAAQgAAEIQAACEIAABCAAAQg0m8D3B+5tVx91ivVYa/Oy+2qWWP34q3ds0KWnk61aNn5uhAAEIAABCEAAAhCAAAQgAAEIQAACEIAABFqagLJWX7rkt7bp2luXPXSzxOrcr962gWNOLntwboQABCAAAQhAAAIQgAAEIAABCEAAAhCAAAQgUA0C08feYr3W3qbsoRGrZaPjRghAAAIQgAAEIAABCEAAAhCAAAQgAAEIQKBWCSBWa3XliBsCEIAABCAAAQhAAAIQgAAEIAABCEAAAhCoGoGqidXVq1fbvFUzKAVQtaVnYAhAAAIQgAAEIAABCEAAAhCAAAQgAAEIQKBcAhKrPdcaYB06dCiri7JLAXz11Ve2wN5DrJaFnZsgAAEIQAACEIAABCAAAQhAAAIQgAAEIACBahKQWN3ItrS11167rDDKEqv19fW2fPlyW9RxNmK1LOzcBAEIQAACEIAABCAAAQhAAAIQgAAEIAABCFSTgMTqBiv7WufOna2urq7kUMoWq0uXLrUlnf69BsVqHzvnuJNt+e2/sP8qeVrcAAEIQAACEIAABCAAAQhAAAIQgAAEIAABCEAgnYDEatcVX7P11luvLYnVPnbOuffZVZu/aeefM9qu4QmAAAQgAAEIQAACEIAABCAAAQhAAAIQgAAEIFBBAlUTq0uWLLGlneesgYzVRqm6dTezZS8iViv4sNAVBCAAAQhAAAIQgAAEIAABCEAAAhCAAAQg0EBAYnW95X2sa9euLZuxumbEaiBVNTvEKs85BCAAAQhAAAIQgAAEIAABCEAAAhCAAAQgsAYItCGxGpOqiNU18LjQJQQgAAEIQAACEIAABCAAAQhAAAIQgAAEICACbUSsJkjVYH2Xr1hh9tUnNmvu/9nfXrvdrn7iRZvF+kMAAhCAAAQgAAEIQAACEIAABCAAAQhAAAIQKJNAGxCrhaVqEpflC160/7pntJ0/vUxq3AYBCEAAAhCAAAQgAAEIQAACEIAABCAAAQi0awI1LlZLl6rRan81xx6670Q78qk57foBYPIQgAAEIAABCEAAAhCAAAQgAAEIQAACEIBA6QRqXKya2cBf2esnH2bbrF365G3Fa3bFZSPtknnp997yq9ft+F4J78cOxnLt7EFb+xe/KCMQboEABCAAAQhAAAIQgAAEIAABCEAAAhCAAARqiUDti1XRboZcnfvPX9jmNzyYumZOmK7/op1/zmi7Jmp1nD1xzXn2HWt6vbWJ1dYWTy19KIgVAhCAAAQgAAEIQAACEIAABCAAAQhAAALFCLQNsZomV5e9Ztf84TFbvtXO1q/LRrbL17ezbXp0y2USyzyNA0sWq2ZprxcD3lLvI1ZbijTjQAACEIAABCAAAQhAAAIQgAAEIAABCLRHAm1HrCbJ1QRp2m/38+yWEUfbd3p0alzvOfa/Yw6wY1PKAWQVq3GRec65z9lVW4cS9/9swv93qJ2sUfe/1eYfsZ298tybtsvgb1n3xkjefm5H2/H2pscwrwxBMJ/09xqzabs09hPdE3tdbwf9uXg3f9MmfLCdHb91N4vH0h4/HMwZAhD2Yjq5AAAgAElEQVSAAAQgAAEIQAACEIAABCAAAQhAAAJpBNqWWI3L1bRs1J4/skfO/bkN76EbFtvf7hts3/tLMqJEserE6LdsbiBCQ7HaIFUt6DdWOqDx/u5hfMc9bF8N3iS6p0GcBjLWfmWv//dhts3cB+38Rd+1q7ae3yRqrbH/z5tqvMZFb34Ga0N/vd4ZZ5tcfbt5Ebyw8e98ZCAAAQhAAAIQgAAEIAABCEAAAhCAAAQgAIF0Am1PrIZy9at4bdQAxOCb7IPj9rZeNsceuvYAO/KtAmK1xMOrGiRlKD6tQVxu/mZDrdYEMRtlsTZK3iSh6+WoE6u+r8awXf8b/Dk6PCtLKYB8GZwbMx8cCEAAAhCAAAQgAAEIQAACEIAABCAAAQhAIJlA2xSrXq4e08fGXxgeOhVCaMzy7PyWXfPTI+38lCekYCmAIKM0X1LGarmqf5+h6ksBhJmysdfytvr7+OY2ZKXmlBpofM32P87O+cvt7pCtZLHamPUazjXsLyZr+dBAAAIQgAAEIAABCEAAAhCAAAQgAAEIQAAC7U2sar49+1i/eXNsVuLcm7bPf+MXv0hpU+CQqljWaUnZn1nF6voFMm5zHLHKCHzdzAvWPLHaJFTDrf55MSNW+ToBAQhAAAIQgAAEIAABCEAAAhCAAAQgAIFMBNpuxmrR6TeI1R4vHmC73zMntXVaxmrD1v2mOqvFxGpOBmlZYrUh3l0+eNJe2Xxf2+WDhtqo0eVqtFpUdzV/vNyasLoPsVr0IaEBBCAAAQhAAAIQgAAEIAABCEAAAhCAAAQSCbRfsdrzSvvXzzaym1TztMDDkSpWncj8ur3deIBVUikA/15cwsbrqbrhE0sBBAdrRYdb/bfZ98+z71huNmv8sKsksWrBwVRRKQFKAfClAQIQgAAEIAABCEAAAhCAAAQgAAEIQAACJRNot2K133H32n3LzrHd70vPVhXN1FqnZpFUjdpZQ/1TXTk1UGNts4jV/LEDyWoJtVItfN/MGsVvbl3Xb1n3xkfElQRYcFhUQiDpQKySnyZugAAEIAABCEAAAhCAAAQgAAEIQAACEIBAOyHQTsXqt+xnh2xj//vI7am1VdvJ+jNNCEAAAhCAAAQgAAEIQAACEIAABCAAAQhAoAwC7VOsFjzUqgyK3AIBCEAAAhCAAAQgAAEIQAACEIAABCAAAQi0KwLtU6y2qyVmshCAAAQgAAEIQAACEIAABCAAAQhAAAIQgEClCSBWK02U/iAAAQhAAAIQgAAEIAABCEAAAhCAAAQgAIE2TwCx2uaXmAlCAAIQgAAEIAABCEAAAhCAAAQgAAEIQAAClSaAWK00UfqDAAQgAAEIQAACEIAABCAAAQhAAAIQgAAE2jwBxGqbX2ImCAEIQAACEIAABCAAAQhAAAIQgAAEIAABCFSaAGK10kTpDwIQgAAEIAABCEAAAhCAAAQgAAEIQAACEGjzBBCrbX6JmSAEIAABCEAAAhCAAAQgAAEIQAACEIAABCBQaQKI1UoTpT8IQAACEIAABCAAAQhAAAIQgAAEIAABCECgzRNArLb5JWaCEIAABCAAAQhAAAIQgAAEIAABCEAAAhCAQKUJIFYrTZT+IAABCEAAAhCAAAQgAAEIQAACEIAABCAAgTZPALHa5peYCUIAAhCAAAQgAAEIQAACEIAABCAAAQhAAAKVJlB1sVrpCdEfBCAAAQhAAAIQgAAEIAABCEAAAhCAAAQgAIGWILDe8j7WtWtXq6urK3m4uk8//bS+1Lvq6+ttyZIltrTzHNu25x6l3k57CEAAAhCAAAQgAAEIQAACEIAABCAAAQhAAAJVJfDWvOcNsVrVJWBw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IAABCEAAAhCAAAQgAAEIQAACEIAABCAAgVojgFittRUjXghAAAIQgAAEIAABCEAAAhCAAAQgAAEIQKDqBBCrVV8CAoAABCAAAQhAAAIQgAAEIAABCEAAAhCAAARqjQBitdZWjHghAAEIQAACEIAABCAAAQhAAAIQgAAEIACBqhNArFZ9CQgAAhCAAAQgAAEIQAACEIAABCAAAQhAAAIQqDUCiNVaWzHihQAEIAABCEAAAhCAAAQgAAEIQAACEIAABKpOALFa9SUgAAhAAAIQgAAEIAABCEAAAhCAAAQgAAEIQKDWCCBWa23FiBcCEIAABCAAAQhAAAIQgAAEIAABCEAAAhCoOgHEatWXgAAgAAEIQAACEIAABCAAAQhAAAIQgAAEIACBWiOAWK21FSNeCEAAAhCAAAQgAAEIQAACEIAABCAAAQhAoOoEEKtVXwICgAAEIAABCEAAAhCAAAQgAAEIQAACEIAABGqNAGK11laMeCEAAQhAAAIQgAAEIAABCEAAAhCAAAQgAIGqE0CsVn0JCAACEIAABCAAAQhAAAIQgAAEIAABCEAAAhCoNQKI1VpbMeKFAAQgAAEIQAACEIAABCAAAQhAAAIQgAAEqk4AsVr1JSAACEAAAhCAAAQgAAEIQAACEIAABCAAAQhAoNYIIFZrbcWIFwIQgAAEIAABCEAAAhCAAAQgAAEIQAACEKg6AcRq1ZeAACAAAQhAAAIQgAAEIAABCEAAAhCAAAQgAIFaI4BYrbUVI14IQAACEIAABCAAAQhAAAIQgAAEIAABCECg6gQQq1VfAgKAAAQgAAEIQAACEIAABCAAAQhAAAIQgAAEao0AYrXWVox4IQABCEAAAhCAAAQgAAEIQAACEIAABCAAgaoTQKxWfQkIAAIQgAAEIAABCEAAAhCAAAQgAAEIQAACEKg1AojVWlsx4oUABCAAAQhAAAIQgAAEIAABCEAAAhCAAASqTgCxWvUlIAAIQAACEIAABCAAAQhAAAIQgAAEIAABCECg1gggVmttxYgXAhCAAAQgAAEIQAACEIAABCAAAQhAAAIQqDoBxGrVl4AAWjOBRYs+t2XLvrDVq1dbXV2drbPOOrb++l3d71wQgAAE2iOBlatW2wuvzrI/PPYPm/fpEodg9x23sKO//037Wq/u7REJc4YABCAAAQhAAAIQgAAE2ikBxGo7XXimXZzAggWf2ooVX1rXrutZt25d7csvv7TPP19sq1attg037I5cLY6QFhCAQBsj8MlnS23MtY/Zq2/NyZtZx7U62E+P2cuOPHAX05+5IAABCEAAAhCAAAQgAAEItHUCiNW2vsLMrywCX3yx3BYuXBRJVd/JypUrbcGCz6xTp3Wse/cNyuqbmyAAAQjUIoGlX3xpv7x+kv395f9LDb9Dhzo7+7h97fADdra6ulqcJTFDAAIQgAAEIAABCEAAAhDITgCxmp0VLdsRAWWmLlu2zHr06G6dOnXKmflnny20lStX2SabbNSOiDBVCECgvRN47Mk37Nc3/9lWr663rl062bknfMf2/GZ/k3D9nwdftIl/e8O9t0XvHnb9mBG26cbd2jsy5g8BCEAAAhCAAAQgAAEItHECiNU2vsBMrzwCS5YstSVLlris1M6dO+d0Mn/+AltrrQ624YY9yuucuyAAAQjUGIGvvlplv/zt4zbl+RmmrNSxZx1oQ/cYEM3iy69W2tgbn7C/PPeOe+3ycw+yod/+Ro3NknAhAAEIQAACEIAABCAAAQiURgCxWhovWrcTAtry/8knn9o666ydI1CXLl3m6qyq5qpqr3JBAAIQqFUCq+vr7fMly12WabFr2Rdf2tgbJ9v0dz60PptuYL+95HDrtcn6Obf96ak3XRtdp/xoTzt46A7FunXvd1qno623LgcCZoJFIwhAAAIQgAAEIAABCECgVRFArLaq5SCY1kTgk08WuHA23rhpy7/E6uLFS6xHjw3ySgS0ptiJBQIQgEAagfp6sykvzLD/vPWvtmjx8pJBbbpRN7vhksNt897dc+69d9Irds2EJ0vuTzfsst3X7KKfftf6bJrbZ1mdcRMEIAABCEAAAhCAAAQgAIEWIoBYbSHQDFN7BD7+eL7LWFWdVX8tX77CFi1aZN26dbMuXdatvUkRMQQg0O4JvPLmv+3cKx6y5StWls3ipKMG208OG2QdGk+omrdgiZ135R/tX7Pml93n1v172rgLf2Ab92A3QNkQuRECEIAABCAAAQhAAAIQaFECiNUWxc1grY2AtvxPnDjRpk6daqtWrYrC22yzzWy//fa3GTNm2IsvvhC93r17dxs+/Pv27rv/sqlTX8qZzkYbbWQjR4603r17t7ZpEg8EIACBiMDVE/5m9016tVlEVGd1r12/bsP23tYWL11u/zvxHzZ7zqfN6lM3U5u12QjpAAIQgAAEIAABCEAAAhBoQQKI1RaEzVCtj8CTTz5p99xzj9Vrb2xw7bDDjk6s/u1vf7Xp06fnvPeTn5xg8+fPs8cem5g3ob59+9rZZ59tXbp0aX2TJSIIQKDdE1iybIX9x5UP26tvzWmVLEYdurud+uO9WmVsBAUBCEAAAhCAAAQgAAEIQCBOALHKM9GqCfz9+X/aM8++vsZiXPjpLFu4YFZe//vsM8QGDtzJJk581GbNmpnz/mGHHW7rrtvZfv/7u/Lu69ixs/XefBdbq2OnNRLzYYfsZVsP2HyN9E2nEIBA7RDQj4I+nDvfPviotK338z9dZjf971T7f+zdB5RdV30v/t/0rlHv1UWWJRe5gbuxZWyMg21MEgwYAgZCTPIoCYQQHiSBhPeSvEeAPwQILaGaEhsDNhj72WBbprjKuKhZkiWr19FoevuvcyWN5mqk0Zw7RVM+Zy0tYs0+++z92T/fLH9n33327E1/tupg6Cw6eVK85fozo7iooNePKywsiPnzZsYYLxTstZmGBAgQIECAAAECBAj0j4BgtX8c9TJAAvc98GTce//jA9R7RGPdpmis675z65prXh2zZ8+JL33pC92e/cpXXhWzZs2Kr33tq91+ll9QHJXjTo38/IF5w/XNNy2J0xfNGzAPHRMgMPQFWlvb4o5fPBRPL3+h2277Y41+x57WWLai4VjNjtvPy0ry4+xTy6K0JD/VGJJw9ZrLXh4vX7ww1X0aEyBAgAABAgQIECBAoC8CgtW+6Ll3wAWOV7D6+tffFMXFJfHNb/5XtzleeOFFmd2sP/7xj2LTpk1ZPxesDnhJeACBUS/w5HOr4o57Hor29vbUFms3Nseal5pS3zdYN+TnR5y1oDzGVvV+x+rBsY0dUxVvf/2rY9yYqsEarucQIECAAAECBAgQIDDKBQSro7wAhvr0DwarZ501Jy6+cGFMnTQl8vPS7WTqaY533XVX5uVVh1/veMefxrZt2zLh6eHXwoUL4/LLl2TOX33uueeyfjx+/Pj44Ac/GMlLrvp61Tc2xif+13eyurFjta+q7icw/AXuvHdpPPr086kn0tbeEc+sbowdu1tT3zuYN5wytzRmTilK/cj8/IJ4y2uvipPmzkh9rxsIECBAgAABAgQIECCQi4BgNRc19wyawMFg9ZQF0+Kaq86OKRP7N1hNQtWf/OQnWfOZPn163HDDjfH888/FAw/c322uyc+vu+6GePrpZfHII0u7Basf+tCH+iVYbWhqjL//x+xzXAWrg1Z6HkRgyAp8+Xv3xosvvZg1vrkzp8YNr7wkqiqP/uK8rTtq4/2fvCM2bds7ZOeWDOzqixfEX7/ziigoOPov0dZu2Bzf+tEvsubR0ZEX1115Wbx88UlDen4GR4AAAQIECBAgQIDAyBEQrI6ctRyRMzkYrJ48f0pc+6pzByVYTXakXnnlVfHgg7+Kp5568oiut9zy9tiwYUPce2/2f9gnO1YFqyOyFE2KwJAR+NTX7opduzdnjeeE2dPjD6+5rMcXOD31/MZ47z/eHs0tQ3vH6qknTolPf+TGGFNZelTzF9Zviq//4O6sn7d35MUrL74wLj//1CGzVgZCgAABAgQIECBAgMDIFhCsjuz1HfazG8hgtbGxMe6999548MEHs5wWLTotFi8+K5YufSjWrVt3RMPXvOb6aGhoiPvuyw5Wq6ur45Zbbolp06ZFXl5en/wbm5ric1/6UWzfXtvZjx2rfSJ1M4ERIXCkYPX8sxZlXt7U0y7P2+56Ij7zX78a8gZjq8risx97XZw8Z9JRx1pb1xD//MVvC1aH/GoaIAECBAgQIECAAIGRLSBYHdnrO+xnN1DBalNTUzz88MOxb9++fjcqKCiIxYsXx8yZM/vUd2NzU3zpaz+NTRt3C1b7JOlmAiNLIJdgtaW1LT77jQfjd09nHyEwVGXe/9ZXxPmL5wpWh+oCGRcBAgQIECBAgAABAhkBwapCGNICAxWsJpPevHlz1NTU9Pv8i4uLY/bs2VFYWNinvnMPVjuipXZnFJRURH5xWZ/G4GYCBIaeQC7B6tCbRd9GZMdq3/zcTYAAAQIECBAgQIBA/wgIVvvHUS8DJDCQweoADbnfus0pWO1oi5d+/L7YseL5KCybFLOv/csYc8J5/TYmHREgcPwFBKsRgtXjX4dGQIAAAQIECBAgQICAHatqYIgLHAxWTzppSlx7zbkxddKUyM87+puih/h0Ug0vl2B17wu/iy0/f18UF+2MutpJ0dI6Jia/7HUx7bK3Rl5+Qarna0yAwNAUEKwKVodmZRoVAQIECBAgQIAAgdEnYMfq6FvzYTXjg8Hq9Bnj4sbrz48ZU6cdMVhtW7Mu6r/zwyjs6IjSi18eeRe8LKL0wBul29uj48llEU8+HVFVGXmXXhQxbeqQd0gbrDbXbI1V3/5AJP9bVNQQlVXborm5PPbsnRSTL3lXzL30dUN+zgZIgMCxBQSrgtVjV4kWBAgQIECAAAECBAgMhoBgdTCUPSNngd4Eq/XfuC1qbr87KkoKo7LkwLmm06dF/l/+RcTY6uj48n9Fx28fPTSG/PzIu/G6yHvNNRF5eanG1tER8bP/93gsWjA75sw8+hurU3V6lMZNzU3xH1//abz00rFfXtXe2hzrfvRPUbPq15295eW3RWXV1mhqbY+ShX8VJ1359v4Ylj4IEDjOAoJVwepxLkGPJ0CAAAECBAgQIEDggIBgVSkMaYFjBastD/0mdn7qC1GYFzGuoiQrJ8274rKIqVOi47s/iEgS0a5XYWHk3fr2yDvvnFTz376jJv72k9+OC86dH297w5Vpc9lUz2pqaY5v3nZPrFq5tfO+m29aEqcvmtetn+2P3hEb7/+P6Ghvy/rZhu35MX1eccyYvDvGX/apKJnqvNVUi6AxgSEo0Ntg9ZmVa+Obd9yT0wze/Nqr47T53T9rcupsAG5yxuoAoOqSAAECBAgQIECAAIHUAoLV1GRuGEyBHoPV9vbY876/jfoXN0ZVaVFmx2rWVV0dUVkesXHzkYd88kmR/4H3RJQdODKgFxN75NHlcftdv4mC/Pz4wLuvj0kTq3txV25Nehus1q57Mtbe/g/R1lSf9aDd+/Ji/Z5xccM7rojWnU/ExCX/HjFKzqfNTdxdBIaHQG+D1SeeWRlf+M6dOU3q1jdeH2efNj9zb0trazS3tObUz8GbiosKo6jwsM/oPvQoWO0DnlsJECBAgAABAgQIEOg3AcFqv1HqaCAEegpW2zdviR3v/Ui0NjXHuIriKCk87OVMBQURyZ/m5iMPraoq8v/mLyNmzejV0JNg4VNf+HFcs+TseHzZ6pgxbUJcfflZnfc+v/KlqCgvidkHjgjYun1P1NU3xQlzpvSq/8Mb9SZYba3fE6tv+9to2Lo66/aWtojnXyqPq972h1G462cx7pJ/jsLKmTmNw00ECAwtgVyC1fLSkigtKe5xIs2trbGvriHT5j1Lzon50yZGycIzoqa2LvbW1UfH4Tv/e8mSl5cXYyrKo7qqopd3HLuZYPXYRloQIECAAAECBAgQIDDwAoLVgTf2hD4I9BSsJi+s2vHBv4/2tvYYX1EcRQX5WU9aOyE/6oojTtvcfuQRlJdF/gffF3Fi777uumrN5vju7Q/GB/78hlizbmv89N7H4i9vvS6SnVjbd+6Nf/jX78WEcZXxoffcGMmRAf/7s7dHWVlx/P0Hb4oxVeWpFY4drHbE+rs/FTuXZX/VN8k+nnmxKBZcemXMm/T7qDjhuig/6YbUz3cDAQJDUyCXYPW6Ky+K11xxYY8TSna4fuk7P4oL6rfEKxs3R9HESTHhr/4u9hWWClaHZikYFQECBAgQIECAAAECx1lAsHqcF8DjexY4GKwWFRXEO265MmbPmBH5B77O3rZufez4wN9Fe2trjK8oyQSrjWUdsezcxpi8vji+cnp57KzIi7/+RWOszWuKM/YVxaTmLuFrl2B1+aqN8Zkv/zTa2rLPKO06un37GuNPbro8s0u1vqEp/s/nfxRvuPHSOGnetPiv790fpSVF0djUEg2NzZHsXn3DjZfEM8vXx4O/fjbKSnveKXbwOVdeemb88fUXZf7xWMHq9sd/HBvv+2J0tGd/RXfTzvxoqZgbl1xeHoUVU6L6vA8pMwIERpDAQAWrTz32VOz6+ufjlKbd0VFeGZPe9b4oWbTYUQAjqHZMhQABAgQIECBAgACB/hUQrPavp976WeBgsJp0+2d/elXMmTmzM1jtaG6O3X/2gWjcuTuqy4qjrLgg9lW1x/ffUhury4tj9a5x0ZqXF00ba6J5S218emV1LKrrcsbftKmR/5EPRoypita29qira+zxq67J11krKkqj8MDO2HseeDI2bt4ZF5y7IL75g1/G37znxszs//5fb4tXXHR6vOaq86K1tS3q6ht7rVJaWpwJaI8VrDZsXxsv3Pa30bJvZ1bfdY15sWpHcq7qq6Jtx9KY8IrPRF5R+t2yvR6whgQIDLrAQASrLS+uic2f+5co3L0jXiyqirK3/nksfvm5gz633j7QUQC9ldKOAAECBAgQIECAAIGBFBCsDqSuvvss0FOwmnTe+IM7Y/e3f5g5X7VgYUO8dMGWePCE6nixuTpW7hkX7R15Ubu5Jjo21MSfrC6IKxsrY2p7ceRFRN4fvCry/nh/GJrLtWnLrszX/ZNzB5NdppecvzCXbo56T3NLc/zwx7+MZU+t72xz801LYuEJE2P1bX8T9VtWZd2bnKv61JrSWPKGV0Vl3c9i3EX/GMWTzuzXMemMAIHjL5BLsHrjJefEy9c9EWXnnB9lL7v40CTa26PuwXtj7/e/ER0tLfFQ2dT4VcWMeMebXtv58qrjP+PuIxCsDsVVMSYCBAgQIECAAAECo09AsDr61nxYzfhYwWpHY2Ps+auPRuPGrbH3rWtjxwWbYlPLpFjbMCOe3j4pausLYseqbbFn086o310bb2+eHB9qnB4F06dH/of/KqJ6TM4ebW3t8bmv3p356v/Bs1Zz7uwINybB6p0/eygee3Rtl2D1ihi/+Rex7bE7Ig57kcyqTQUx+5xXxInTlkfZnKuicsEb+nM4+iJAYIgI5BKsvnHxvDj1kbsyMxj/P/4mik88Jdob6qPmG1+Khsceifzyith1+fXx6d+tjo6IuPWN1wtWh8h6GwYBAgQIECBAgAABAkNXQLA6dNfGyCLiWMFqgtS+Y0fsev9Ho62gJnbcsjp2L9gZzR2FsWLL3PjtgxXxyOpN0dLWFje2jI+/a5wZleMmRf57b42YN6fPxntr6zN95PJyqmM9/EjB6psuGx8dT3492lubsm5PzlXdmz8zrrpuauS1N8b4S/4l4sBZtMd6jp8TIDC8BHIJVpOXV11Z2R57vvb5yCsrj6obboq6X/wkWrduiqLZ82LcrX8VT2/dG1/4zp0ZDMHq8KoJoyVAgAABAgQIECBA4PgICFaPj7un9lKgN8Fq13C1uLkp4qT6yG8piPItFZmntEZH1Oe1R1VHQeRNmhj57/vziFkzejmC49fs8GC1ta0jWtvz44/mroyKPU917litb8qLZzdWxGvfeXW0b/lZTLzyS1FQPuX4DdyTCRAYUIFcg9XXXH5B1N7131F75/f2f34k50a/4uoY80dvjrziknjimZWC1QFdOZ0TIECAAAECBAgQIDDSBASrI21FR9h8ugar7/rTq2Jul5dXHT7Vjpq9sefDn4iS3bujtCi/u8QpJ0f+u98ZMW7ssFA6PFh9aWtdrH6pNjraO+Kdl5fEy4p+Ey0N+2LZutK47I+vj6qGn8bYl/1tlEw9b1jMzyAJEMhNIOdg9YoLo6O1NWq+8YVofPLRGPOGt0f5BZdmAtbkOlqw2tLaGs0trbkNtp/uKiosiOKi/S/2Sy5nrPYTrG4IECBAgAABAgQIEOiTgGC1T3xuHmiBrsHqLW+9Ik4+YW7k9/QV97a2aPjP70Y8/OsoaWvZP7zi4sh7zTWRd+3VEYWFAz3kfuu/a7C6s6Ypnlm9O9rak9MP91+nzyuNi8Y9HzMnTIizF22NkinnxJiz3ttvz9cRAQJDU6AvwWoyo47GhmhvaoyC6nFZEzxasFpTWxd76+ozL+o7XldleVmMr67qfLxg9XithOcSIECAAAECBAgQINBVQLCqHoa0QOpg9cBs2tetj7Y7747C9tbIe/MbIiZOGNLzPNLgDgarS5eujmWrdse++gNB8YHGjTCVdKsAACAASURBVGM64tXXnhkfPm11tO56LiZe+WXnqg67VTZgAukFcglWy0tLorSkuMeHNbe2xr66hkybrmesClbTr5E7CBAgQIAAAQIECBAYHQKC1dGxzsN2lrkGq8N2wl0GngSrP3/gN/GVb/wuNu/YH3YcvBqL2mLeOdXx5Us3ROxdGROu/GIUVs4cCdM2BwIEjiGQS7CaFrVrsOoogLR62hMgQIAAAQIECBAgMFoEBKujZaWH6TxHc7Da1Nwc//Tp2+PnD6zKvGfm4NWe3xEdJ5bEd/765jixqjEKx8yOvPxDZw8O06U2bAIEeinQ22D1mZVr45t33NPLXrObvfm1V8dp8+fldO9g3OQogMFQ9gwCBAgQIECAAAECBI4lIFg9lpCfH1eB0RysPrNiQ7znI9+N2n1NWWvQMDXiw299VbzpFV5SdVyL08MJHCeB3garx2l4g/JYweqgMHsIAQIECBAgQIAAAQLHEBCsKpEhLTBag9U9e+vjvf/zO/Hcys1Z67OvojUuv+LU+Py7Xx95B97kPaQX0OAIEOh3AcFqhGC138tKhwQIECBAgAABAgQI5CAgWM0BzS2DJ9A1WH3TGy6N0049KfLz8rMGsHrt5ti5u7ZPgyosKIgFJ8+IivLSPvXTHze3trbHZ75yb9z2o99ldddS0B7lp1bEXX//7hhXWd4fj9IHAQLDUECwKlgdhmVryAQIECBAgAABAgRGpIBgdUQu68iZVNdg9Q03XRJnLDy5W7D6ua/eHXff93ifJj2mqjw++ZGb44Q5U/rUT3/cfN9Dz8VH/tft0d5+6GDVjryInZOa419u/oP4o6te3h+P0QcBAsNUQLAqWB2mpWvYBAgQIECAAAECBEacgGB1xC3pyJpQb4LVBx7+faxcs6lPEy8pLoprX3luTJowpk/99PXmFS9sifd/7LbYvjN7B+6eMS0xf8qY+N9/9ro4fdHQfaFMX+fvfgIEji0gWBWsHrtKtCBAgAABAgQIECBAYDAEBKuDoewZOQv0JljNufMhdmNdfVN89F9+FA/9ZmXWyBpL2qJkSkEsmTItbr5piWB1iK2b4RAYbAHBqmB1sGvO8wgQIECAAAECBAgQOLKAYFVlDGmB0RKsdnRE/Pt/3h//+b2lWevRWtAR+ya1xqumzYjywgLB6pCuVoMjMDgCvQ1Wd9XUxqp1L+U0qJPnzozx1VU53TsYN3l51WAoewYBAgQIECBAgAABAscSEKweS8jPj6tArsFqc1tbrNq+MxZOmRx5eX2fQhJ8rti2I06cOD6KCrJfntX33iMe/u2q+PAn/zsam1o6u0vOVd03pT3OmTAuZpbvf1mVHav9oa0PAsNboLfB6hPPrIwvfOfOnCZ76xuvi7MXnhyR3/+fdzkN6LCbBKv9oagPAgQIECBAgAABAgT6KiBY7aug+wdUICtYff0lccai7i+v2rxlS9TV1R0KJCPituVrYv60KXH+xLHR0nIorOw62Pz8/Jg6dWqUl5V1m0NNTU3s2LkzOpJENSLuX/dSNLZ3xLsuuzCSnDZ55tH6zcvLi4kTJkR1dXWvbLZu3xvv/eh344V127LaN1S3xyXnz4kxu1o7/16w2itSjQiMaIGBDlbL21vjfVV1MW7alKh+y62xt6Ep9tbVd34epsVNPhPHVJRHdVVF2luP2l6w2m+UOiJAgAABAgQIECBAoA8CgtU+4Ll14AW6Bquve+0Fce7iUyMJRLtemzZtit21tbGjviGmVVbE/es2Rlt+frzrsouiZm9NtLW1HXGg+Xl5mfCzqKio28+379oVT7ywLuaOrYplW3fEyl174o2nL4iZM2ZEQUFB7Kk5er9J8FpVVRWlpaXHBDrauaoNxW0x+6zJ8f5Xnh333fOMYPWYkhoQGD0CuQSrV19yXlx50bk9Iv1+xZp44Pv/HX+0d1VUtzVH6eLzYuwtfxG1bSFYHT3lZaYECBAgQIAAAQIECKQQEKymwNJ08AV6G6zW1tXFD55fHdvqGmJyRVm87dwzY8b06TkPeNeePfHt3z4RD2/YFDPHVMYtZ54a5cXFMWPGjCguLs653643Jpthv//jR+NTX7on2tv374xNrvb8jogTS+JbH3xzbN+8Me766TLBar+I64TAyBDIJVi97sqL4jVXXHh0gPb2WPHNr0fpw/dkduU3XHRVnPKWWzJHAeyrb8j8OfQplc4x6a+yvCzzp78uO1b7S1I/BAgQIECAAAECBAj0RUCw2hc99w64QG+D1X11dZn/6H9hd03Mqa6KcVVVMWny5Ni+fXu0th76Kn0y4MLCwpg0aVIUFRYedfy79+yJHTt2xKbafTGxvCyK8vMz7ZNgNS8//4j9JjtpkyMAerNTNXnwE79/Md77P7+bda5q8vcN0yL+6Z3XxzXnLYinlz8fP/j+o4LVAa80DyAwfARyDVZfdcLkyB87PgrGjs+abPu+2tjzn/8ejcsei5r8ovhR1Qlx9VvfEmefNn/IoghWh+zSGBgBAgQIECBAgACBUSUgWB1Vyz38JpsmWO06u8qKipgyZcoRv7KffJV/bHV15iv9R7sOBqsHz1hN2h0MVo92FEBPRwsc/pxtO/bG+//ue7HyhS1ZP9pX0RqXX3FqfP7dr4+W1hbB6vArWSMmMOACuQSrbzp9Vpzy0I+jaO5JMf4vPhT55fvPO215cU3s/o9PR+vWTdE0d378f/sqoja/OG594/WC1QFfSQ8gQIAAAQIECBAgQGC4CwhWh/sKjvDx9yZYbW5uPuKu1L58ZT85l7WpqSlLN3kBS7IbNfnfvlytre3xf794T/zwp49lddNS2B7Tzp4Ut3/knVFWUhTNLc2C1b5Au5fACBXIJVi9/orz4+L1T0X9I7+K8gsvi+qb3xX1jzwQe7//jYj29qj8g9fF6lmL4t+/99OMmmB1hBaPaREgQIAAAQIECBAg0K8CgtV+5dRZfwv0Jljt72cOdH/3/eKR+Min788+VzWvI1rmFsY3P/CWOPPEmZkhCFYHeiX0T2B4CuQSrCZnrF57/pmx63P/HM2rns8cB9C2Z1cUjJsQY9/67ihZeEY88czK+MJ37hSsDs+yMGoCBAgQIECAAAECBI6DgGD1OKB7ZO8Fugar115zblx8/hmRnGU6XK+2htpY9d0PxbbWCfHJ+8pj597957/WjmuL9968JG699pLOqQlWh+sqGzeBgRXINVhNXl7Vtn1r7Py3T0Trti1RctpZMfatt3aeuSpYHdh10zsBAgQIECBAgAABAiNPQLA68tZ0RM2oa7B6zavOiUsvOHNYB6u1ax+PNf/9D9He0hgF1TPi66tOi/vW1sbFSxbE5//89ZGff+iYAcHqiCplkyHQbwJ9CVaTQbRu3xLNK5+PspdfEnldXuInWO23JdIRAQIECBAgQIAAAQKjRECwOkoWerhOc6QFqy/d94XY/ugdh5ajqDTuK18Sb77pbTF1/JisZUqC1WdXroif/ez3UVNTn/nZzTctidMXzRuuy2ncBAj0g0Bfg9WjDeFowWpNbV3srauPri/z6+s02to74r7frYunV2+PCdVl8YdXnBJjKoqP2m1leVmMr67q/HltXUP88xe/ndW+vSMvXnnxhXH5+af2dXjuJ0CAAAECBAgQIECAQK8EBKu9YtLoeAmMpGC1rbkhVn/nr6N+84r9nHl5MW7h5THrVe+NguKybsRJsLp8zap44IHlsWnj7szPBavHqxI9l8DQEcglWJ01bXLMnDqpx0nsqtkbK9ZsyLTp+vKqgQhW9+xriv+4Y1nsrdv/ksA3XHVqLDph4lHHJ1gdOvVnJAQIECBAgAABAgQIHBIQrKqGIS0wkoLVJFBdfduHo61xXxSUVsasq/4ixi26PElYj7gGgtUhXZoGR+C4CeQSrKYdbNdgdV99QyR/OtJ2cqB9zb6m2FPbGLOnVXd+2r3w0u74+k+ejpbW9kyrJefNjavOP7Qbf1dNQzQ0tcb0yVWZe8pLS6K6sqJzBHas5rgYbiNAgAABAgQIECBAoF8FBKv9yqmz/hYYScHqC+u2xAM//0VcUvVszL32fVEydlqPXILV/q4m/REYGQKDHaz2RW3b7rr41288HMn/nnnylHjLtWdFQX5efO/eZ+KRp9d3dj1tYlW87TVnxdxp4+Ke36yKnzy0Ito7OuKdN5wbF5w+q9sQBKt9WRX3EiBAgAABAgQIECDQXwKC1f6S1M+ACGQFq1efE5deODxfXrVj1974P/9+Z7zjTVfGSfN6DlQPQgpWB6SkdEpg2Av0NlgdChP94u2PxiPLDgWoSaja3hFHPa+1oCA/2tr272JNrknjKuKjb39FjK0qzZqOYHUorK4xECBAgAABAgQIECAgWFUDQ1qga7B6xeVnxitfcU7k5+dnjflzX7077r7v8T7NY0xVeXzyIzfHCXOm9Kmfo928acuuePGl7XH+OackR6v26hKs9opJIwKjTmA4Baur1u+M//vtpVHf2JK1TiXFJTFj2qyoKK+M5uam2LR1Y9Tu29ttLV/7ilPjhlcs7Pa5KVgddWVvwgQIECBAgAABAgSGpIBgdUgui0EdFBgpwWouKypYzUXNPQRGvsBwClY7OiJ+9Mvn4o5fPp9ZmLy8vDj91MUxa/qcKCgo6Fysjo6O2Ll7Rzz1zONR31CX+ftT5kyM97/xwigvLeq2qILVkV/nZkiAAAECBAgQIEBgOAgIVofDKo3iMfYmWB2pPEmw+sKGNfHwQ6ti9eqtmWnefNOSOH3RoRe8jNS5mxcBAkcXGE7BajKL3/x+Q3zpjscyX/FPQtW5s07IBKytrS3R2tqaCViLioozE95Tszt++8TSaGpuigvPnB3vvP6cSI4HOPwSrPo3hAABAgQIECBAgACBoSAgWB0Kq2AMRxUY7cHqmpfWxsMPr4xVKwWr/jUhQGC/wHAKVlvb2uNz3/9tPLF8U+ar/2cuPDsKCwvjhRdXxfJVz0Z52aSYOO7k6IimOPXkaVFUVBjrNqyJp597MirLi+Nv/uSSmD11rGBV8RMgQIAAAQIECBAgMCQFBKtDclkM6qCAYFWw6t8GAgSyBYZ6sJqEqT95aEUsferF2FFTH+3J26oi4uwzzouZ02ZnvvL/m8eXRlFhRUybfEbk5xdGREfk5zfEqfNnRl39vnjksYeioaE+c19VeUmcOm9SvOHq02NCdXnm7+xY9W8FAQIECBAgQIAAAQJDQUCwOhRWwRiOKtCbYHXv3r3R2NQUefUNESXF0VFQEGXNLVE5bWrm75Oz+4545eVFaUlJt5dhJW0bGxujtrY2Spf+JpoXLoi2cWOjaG9tVG/eGnkXnZ/5+VH7jYiSkpKs8wNzWeLkKAA7VnORcw+BkS3Q22C1paU16hoac8KoKCvN7B7N5dq9tyE+/pVfxs6a/cHoweuyC5ZE9ZixseKF52PF6udi/Nh5Ma56bufP29oaYsH8yZEXHfHost/Gjp3bsu7/H68/P85bOCPzd5s2b42lv3ssCvPzo6W1LdZv2xO7apvilRdfGJeff2ouw3YPAQIECBAgQIAAAQIEUgsIVlOTuWEwBboGq+edMz9ee93FUZCffd7epk2bYl9dXZRs2x6Vz6+M5vHjoqSiPCovvyw2b9kSLS3Zb6M+OP78/PyYOnVqlJeVdZvS7j17YseOHVG4a3dM/vl9seuCl8WE3z4aRW97S3RMmthjv8nZgRMnTIjq6uo+UQlW+8TnZgIjVqC3weoTz6yML3znzpwcbn3j9XH2afNzuvdoweqlF1wRY8eM6wxWx46ZHRPGnZg6WK2vr48nn3wy67O9vrElHl2xKS59+csEqzmtmpsIECBAgAABAgQIEMhFQLCai5p7Bk2ga7B69uKT4g9fe+lRg9VkUBMefCRKtm6N2je9PqbNmZPzOA8Gq8mu1LJ162P6D++MbTfdGBMuujCKi/e/ZGWgL8HqQAvrn8DwFBjsYHVffUMkf46y978bYlt7Rzz67KZ49LnNsXVXfWZHaXIdPApgd82u+M1jD0defklMn7w4CgqKMj8vLGyIU06akXUUQH5+XkysLo+zFkyL175iYZSXFsXWrVtjxYoV0d7e3vns5PiBp1ZviXPOPEuwOjzL2qgJECBAgAABAgQIDEsBweqwXLbRM+g0wWrV75+LjsKCaJkwPsa/sDaq3nRTREFBTlg97VgtmjE9pz7T3pQEq2s3ro3f/nZNPPvMxsztN9+0JE5fNC9tV9oTIDCCBHIJVs857ZQ4a9HJPSqs3bA5/t8jj2fadN2xWlNbF3vr6ns8/uRoHSch6/fvWx7PrtkR06fOjMWLkpdXFcXmrRtj2bNPRGFhZUwcPz+KizvilBOnRxKkrl3/QjyzfFmMH1MWH37bpTFlfGVW92vWrIn169dn/V1y4suKDTvilPmLBKsjqNZNhQABAgQIECBAgMBQFxCsDvUVGuXjSxOsdqWqrKiIiROP/JX9oqKimDZ1ao87Tw8Gq9WPPhH7Tj4xWqvHRFldXUzbWxft5593xKMAejpaIJdlTILVFzevi6ee2hCPPbpWsJoLonsIjECBXILV6668KF5zxYU9anQ9OqBrsLp3XxKsNkQc7bzqYxgvf3FXfPvnz0YSsp5+6uKYO+uESI5MSa7kc66osKjzn/fU7I7fPrE0mpqb4qwTxsS7/vjibse1PP3007Fr165uT924ozamzzwpK1hNzuBOdrc2NTXFnDlzYtasWSOwIkyJAAECBAgQIECAAIHjJSBYPV7yntsrgd4Eq8lZqPUNDVn9JeemJsFqrte+ffsiCVe7vqCqsLAwJk2aFEWFub3QJe1YBKtpxbQnMDoEBjtY7YtqksX+111Pxv2Prsl0kwSq8088NebNPjGKiw4dq9Le0R7btm/J7GJNQtXkmlBVGK8+e2ycctK8mD17djQ3N8fGjRsjOVf7SGdnN7e0RVFZdVx6wVmZ5yQ7W5O2B48MSH75lfQzd+6hF2b1ZW7uJUCAAAECBAgQIECAgGBVDQxpgd4Eq0N6An0YnGC1D3huJTCCBYZTsPrr32+IL//osWhtPXQearI0hQWFMXH8pBg/bmLs3VcTO3fviIaG+m6rdvK0krjolMooLSmO1tbWrHNVj7bEBQUFkfwiLNmleviV/P1pp50WY8eOHcEVYmoECBAgQIAAAQIECAyWgGB1sKQ9JycBwaqjAHIqHDcRGMECwylY/eLtj8Yjyw6dh1pUWBAd0dEtaE2WK9llWlQQ0dx66DVZVaX5ce051VFenN8vK5q8fDAJVseMGdMv/emEAAECBAgQIECAAIHRLSBYHd3rP+Rn3y1YveGSSHYjjYbLjtXRsMrmSCC9wHAKVnfW1Menv/vrWL+lJi45a0688eozoq29Pe5eujLuenhl5+Tnz54Yf/a682L75hfjV0+8GL97oT7y8yIuWVAZcyYdOjIgvdahO5LgNjkKYN48LwDsi6N7CRAgQIAAAQIECBA4JCBYVQ1DWkCwasfqkC5QgyNwHASGU7Ca8CRnnzY1t0ZleUkceGdVrN6wM/71m0ujoaklI3j9ZafG665YmPn6/rJly6ImeVFgRJQU7n/J1eFXRUVFlJWVRXJuanKGakNDQ9TV1fW4GlVVVbF48eJR88u541CaHkmAAAECBAgQIEBg1AkIVkfdkg+vCY/2YHXD1vXx/POb4qEH9+/suvmmJXH6IruthlcVGy2B/hUYbsHqkWa/p7YxPvHVX8b23XWZIwDee9P5cfaC6Zmm27ZtixUrVkRbW1u3W5OzUZM/R/rmQtJ+z549mT+HX0n7hQsXxoQJE/p3MfRGgAABAgQIECBAgMCoFhCsjurlH/qTF6yuj+XLN8eDv1ohWB365WqEBAZFYLCD1b376mJvXUNEx6GzT/s60aSnx5dvibWbaqKitCguPWtmVJbt/8p/3b7a2LrppawXVSU7UydPnhzJTtWero6Ojti3b18mnO16JS+tWrRoUYwbN66vQ3c/AQIECBAgQIAAAQIEOgUEq4phSAsIVgWrQ7pADY7AcRDIJVi9+pLz4sqLzu1xtL9fsSa+ccc9mTa3vvH6OPu0+Zn/u6Y2CVbrIwktB+PaunFDJlzteiWhavJV/t5cyTiTXau7du3Kaj5p0qRMuOoiQIAAAQIECBAgQIBAfwkIVvtLUj8DIjAYwWp9Q0Ns2bIla3fUgEymF52WlJTErJkzMy2Tl1clRwHYsdoLOE0IjCKBXILVtDxdg9WB2LF6pPE0NzVmAtU9u3dFW2trZ5PKyspIQtFk1+rBa/v27bF06dLYsWNHTJ8+Pc4444yYeeCzM2nT2tqa2bWanL168CouLo4ZM2bExIkTj7nzNa2X9gQIECBAgAABAgQIjE4BweroXPdhM+vDg9XX3XBJFBYU9Ov4kxefNDY19evXXHMdYBIclJaWClZzBXQfgVEgMNjB6kCSJgHp6tWro7m5+ag7Yg/frbpx48a44447Mueszpo1K/O/yef4iSeeGAsWLMgMN9m1WlNTEzt37jzi8JPP2uQXWck9SdDqIkCAAAECBAgQIECAQC4CgtVc1NwzaAKDEawO2mRSPsiO1ZRgmhMYJQK9DVZ31dTGqnUv5aRy8tyZMb66d1+9z+kBEdHS0hJPPfVU1NXV9dhFshM1CUGTK7nn9ttvjw0bNsScOXMi2c168EpeXnXllVd2/nKqvr4+Nm/e3GPfyfECixcvPuLLsHKdl/sIECBAgAABAgQIEBg9AoLV0bPWw3KmgxGsJv+hnuxsah+k8wN7WoiiwsLOl6scDFZXrtwSv3xgeea2m29aEqcvmjcs19KgCRDoH4HeBqv987SB66WpqSmWLVsWSQDa05XsSk2+xp9cyYupvv3tb2e+4n/CCSdEUVFRVrB6/vnnd+5ATdps2rSpx77Ly8vjzDPP7AxuB262eiZAgAABAgQIECBAYCQKCFZH4qqOoDkNRrA61M9Y3bhxd9z102WC1RFU16ZCoC8CozlYTXa3JsFqErDOmzevc3dq4pnsWL3ooos6fzklWO1LlbmXAAECBAgQIECAAIHeCAhWe6OkzXETGIxg9bhN7hgPPrhjVbA6VFfIuAgcH4GREqwmes8991zmJVM9XdOmTYtkZ+nB6957780cIZCcvZr8OXglZ61eddVVnf+chK9bt27tse+pU6d2nst6fFbTUwkQIECAAAECBAgQGM4CgtXhvHqjYOyC1fUhWB0FhW6KBFIIjKRgNXnp1O7duzN/9u7dm/mKf2tra9aLrMaNG5fZhZqXl5dRSo4Q+NnPfhYvvPBCTJ8+PaqrqzM/u+yyyzoD2KTfXbt2ZY55OXglbQoLC6OioiKSs1WTl1Yl97oIECBAgAABAgQIECCQq4BgNVc59w2KQLdg9fpLorCwoF+fPRhHASRvoE52RpWXlfV67Has9ppKQwKjSmAkBauHL1zydf5kN2ptbW3nj5JzVJPPz4PnrB78QWNjYyaETcLS0tLSrK6SnyUvrkoC1oPXmDFjMuepJjtbXQQIECBAgAABAgQIEOgPAcFqfyjqY8AEBiNYTf7Du7GpKWIgX16VlxelJSWRBKy9vQSrvZXSjsDoEhjJwWqykmvXro0XX3wxa1GTowAmTZqUCVGPdSVh6/bt27NeipXsVk1edpW8CMtFgAABAgQIECBAgACB/hIQrPaXpH4GRGAwgtUBGXg/dCpY7QdEXRAYgQIjPVhNzkZ9+umno7m5OWv1kq/wT5gwIZIdrEe7WlpaYseOHVmhatK2pKQks1u161mtI7A0TIkAAQIECBAgQIAAgUEWEKwOMrjHpRMQrK6PXbvq4oc/eDQDd/NNS+L0RfPSIWpNgMCIEhjpwery5ctjy5YtR1yzZNf/2LFjo7KyMrN7NdmJ2tHRkTkSIAlk9+zZk/X1/66dzJgxI04++eQRVQsmQ4AAAQIECBAgQIDA8RUQrB5ff08/hoBgdX3s3l0XP/i+YNW/LAQI7Bc4UrB62iknxKsvvyBKio++m3M4+G3fvi3WvPBCtLe19ftwkyB20aJFmRdhuQgQIECAAAECBAgQINAfAoLV/lDUx4AJCFYFqwNWXDomMEwFjhSszpo+Ja6+7PyorOj9C/KG2vRbW1pi7eoV0dTYOGBDq6qqisWLF3uB1YAJ65gAAQIECBAgQIDA6BIQrI6u9R52sxWsClaHXdEaMIEBFjhSsFpcVBizZ06LomH8xvuyorwYV1YQeXkDB1hQUBALFizIvAjLRYAAAQIECBAgQIAAgb4KCFb7Kuj+ARU4PFi98bqLo6jo2G+FHtBBDVLnB19e5SiAQQL3GALDROBIweowGXqPwywpKoyz50+PitLirHaNza3xwqadMbayLKaMq4zCgvyj95OXH7Nmzsi84GrDhg2RvMyq65W8vCp5iVXyMisXAQIECBAgQIAAAQIE+iogWO2roPsHVKBrsDp71uRYcvmZMW3auMjPH8AtTQM6o9533trWGrtqdjpjtfdkWhIYFQIjNVhNFq+suCgWnzwtE652RMS23fti+frt0dK6/8zV5JP/3AUzo7qitNtab99TFxOnnhCXn39q5meNjY2xcuXK2L17d+YFV0moesYZZ0Rpafd7R0XhmCQBAgQIECBAgAABAv0uIFjtd1Id9qdA12A16ffk+VPi4ovnR1FRQX8+Zkj3tWdPfdxx++PR0tIWN9+0JE5fNG9Ij9fgCBAYWIEv3bY0XnxpeeTnJdHjyLuSnatTJ1RFbV1j7Kpt6DbBhXMmx/SJY7r9/aqXdsfZZ50X5yyamfWz7du3R1NTU0yZMiWzk9VFgAABAgQIECBAgACB/hIQrPaXpH4GRODwYHXylDFxyilTo3AYnyOYFqqpqSWefXZT1NTUC1bT4mlPYAQKfO/u5XHf0kdjyvimETi7Y09p1uSxMX/mxKyzWNvaO+LBZXvjjTdcEqfMG3/sTrQgQIAAAQIEn8Ne7gAAIABJREFUCBAgQIBAPwgIVvsBURcDJ3B4sDpwTxoePduxOjzWySgJDKTAmg174iP/9mDsq2+MqvLWKCocmTtXj2Y4dUJJLDlnfBQXHjprta6hPX63Ki8+9M6Lo7zMrtSBrD99EyBAgAABAgQIECBwSECwqhqGtIBgNXt5BKtDulwNjsCgCfz6qU3xb//5aNTWNQ/aM4fKg4oK8+LGS8fE3GmHXnK1aWdHXH7peTFtUuVQGaZxECBAgAABAgQIECAwCgQEq6NgkYfzFBubWqKpafQFB0dbs/KykigqKhzOS2rsBAj0k0BHR8TefU3R2tbeTz0Oz27KSgrtUh2eS2fUBAgQIECAAAECBIa9gGB12C+hCRAgQIAAAQIECBAgQIAAAQIECBAgMNgCgtXBFvc8AgQIECBAgAABAgQIECBAgAABAgSGvYBgddgvoQkQIECAAAECBAgQIECAAAECBAgQIDDYAoLVwRb3PAIECBAgQIAAAQIECBAgQIAAAQIEhr2AYHXYL6EJHC6w88fvjas/vvSIMBd97J74zHUToBEgQGDYCjz92XPjlm/0MPy3fC0ee88ZfZpf5nN03dv73E+fBuFmAgQIECBAgAABAgQIDHEBweoQXyDDSy+QCQTuuyLu+ez1kRWhPvXpOPcd34rjG64+HZ8+95aIrzwW71ucfm7uIECAQCZYjb6Hpz1JDlawmszlq3P9wktVEyBAgAABAgQIECAwPAUEq8Nz3Yy6B4GjBquxP9Rce1x3rQpWFS8BAn0TGEnBat8k3E2AAAECBAgQIECAAIHjKyBYPb7+nj4AAscKVrN2ix7YxZo1jAs/2rnbdf+urSvio6s/EZ94ZH+rQzted8ad77m68+8P9nFz527UJET9asz7yhVx/zs+EfGxT8e8j78vvnWgYdLP29dd3e0rvV131B7+ld/ju9t2ABZLlwQIpBboXbB65F8kHbo3Mr9oOvh5lBlEt8++/UcBdP9MPewXREf4HO3pc/Lwz7j9O1Yj1efp/sNebo6vPfa+yBx6cIzP8m4/7zLX1AvgBgIECBAgQIAAAQIECBwQEKwqhREn0PNRAHHoP8S33RnvfXUSeHb9Gur+wOBbB84oPHhea2dYeuA/3pN/vuLB5JzDLv9hH7E/gPh4xEfv/kxcP/lAX1n/AX8okHjz+q5tDyxDl/73/3zeYcHB2gN9j7hlMyECBHop0PMZqxd1fkZ0+yzMfObdH1ckn0+xM3ZOnpB1XErXr+V3PQrgWMHqzm07Y8LkrgevHPil0t2fiXm3HfY5eeBzd96BX0AdfOb+XzKl+zzNOKz+aNzzPyM+3tNn+U1rM5/1B58ZQ+LbC71cbM0IECBAgAABAgQIEBjSAoLVIb08BpeLwNFfXnUocMj02zVkmHzoSV13g/UUKGSC1cPPOczq80hf+z8sWO12FmyXeyI5E7ZLEJwLhnsIEBhxAr3bsdr9M+5Iv3Tq9nnZ9ZdKB15edaxgdT9w9x38nb+Ayvqc3N9u7S37z5nOClZTfp52jisTrB4IjI/4Wb5/d66zrUfcvwomRIAAAQIECBAgQOC4CwhWj/sSGEB/C/S8Y7XLjs8DO6f2f6X0sKtruJAVfh4KPvslWP34EZ8e2ccJdPm6bj+87bu/vfVHgMDgCvQ6WD0Qdt5/5aGv2u//vycc2F2/NOtlft1+qdSrYPVgoNr1F1fH+JzswtV/weonoqfP8uSR2Tt9s3fHDu4KehoBAgQIECBAgAABAiNFQLA6UlbSPDoFen3G6lF2rHalHPwdq4ee3v1t2fsDjIPBiCUnQGB0CvQ+WD1w9ujX5h34uvzaePuBM0mP1EduwWrPO/O7/wJq8HasdlZHcsRKYvDZ6zuPPjj6/58YnTVl1gQIECBAgAABAgQI5CYgWM3NzV1DWCBdsHrkM1YPfmU0+8zUQy9ISXPGavbXT3tzxur+r//HwfMDO8OAI7+MZggvhaERIDAAAqmC1cx5ol+NeEvEt2L/y6iSa//uzSO8/OloRwF0Oe85++zp7HOpD/UdmZ333c6i7uMZq10/T7OPAujhszxzrEr2+dSd57N2CVsHYKl0SYAAAQIECBAgQIDACBcQrI7wBR6N0ztWsPqtri+TOsKbpA99Df/Ay6jumxc3x7fiW4/s1+zpbdfJzw//Gn92sHroHMKkn/0vbOm6Sl2/nnogsOj6Y0cBjMaSNmcCWQI9v7wqIg77nOj2C6JMb4ediZrcc+n9ce47vpX5jPtYfDyuPnAUQNewdP9n4Nfiivtu6Twndf951Ye+in8oUE2OB/hYxD9eHZ848PmZ/Rl66IzVz1wXmR35Xdsd6/M067P+GJ/l3c0cBeBfKwIECBAgQIAAAQIE+i4gWO27oR5GsICvi47gxTU1AgQIECBAgAABAgQIECBAgEAfBASrfcBz68gXEKyO/DU2QwIECBAgQIAAAQIECBAgQIBALgKC1VzU3DNqBASro2apTZQAAQIECBAgQIAAAQIECBAgkEpAsJqKS2MCBAgQIECAAAECBAgQIECAAAECBAhECFZVAQ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AkJY7nAAAYdElEQVS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CFbVAAECBAgQIECAAAECBAgQIECAAAECBFIKCFZTgmlOgAABAgQIECBAgAABAgQIECBAgAABwaoaIECAAAECBAgQIECAAAECBAgQIECAQEoBwWpKMM0JECBAgAABAgQIECBAgAABAgQIECAgWFUDBAgQIECAAAECBAgQIECAAAECBAgQSCkgWE0JpjkBAgQIECBAgAABAgQIECBAgAABAgQEq2qAAAECBAgQIECAAAECBAgQIECAAAECKQUEqynBNCdAgAABAgQIECBAgAABAgQIECBAgIBgVQ0QIECAAAECBAgQIECAAAECBAgQIEAgpYBgNSWY5gQIECBAgAABAgQIECBAgAABAgQIEBCsqgECBAgQIECAAAECBAgQIECAAAECBAikFBCspgTTnAABAgQIECBAgAABAgQIECBAgAABAoJVNUCAAAECBAgQIECAAAECBAgQIECAAIGUAoLVlGCaEyBAgAABAgQIECBAgAABAgQIECBAQLCqBggQIECAAAECBAgQIECAAAECBAgQIJBSQLCaEkxzAgQIECBAgAABAgQIECBAgAABAgQI/P/t3d1uVNcZBuAPSArlX0xICK1UqlYugZNKQY2oyhzlPLLUS/A9cA3cgy+hktXzHDlVo1RE6gmEWq1KpZY4IWPxk1BIAlRrZv/PHtvLJtguz5wkwJq91zzr27b0zrfXFqyqAQIECBAgQIAAAQIECBAgQIAAAQIECGQKCFYzwQwnQIAAAQIECBAgQIAAAQIECBAgQICAYFUNECBAgAABAgQIECBAgAABAgQIECBAIFNAsJoJZjgBAgQIECBAgAABAgQIECBAgAABAgQEq2qAAAECBAgQIECAAAECBAgQIECAAAECmQKC1UwwwwkQIECAAAECBAgQIECAAAECBAgQICBYVQMECBAgQIAAAQIECBAgQIAAAQIECBDIFBCsZoIZToAAAQIECBAgQIAAAQIECBAgQIAAAcGqGiBAgAABAgQIECBAgAABAgQIECBAgECmgGA1E8xwAgQIECBAgAABAgQIECBAgAABAgQICFbVAAECBAgQIECAAAECBAgQIECAAAECBDIFBKuZYIYTIECAAAECBAgQIECAAAECBAgQIEBAsKoGCBAgQIAAAQIECBAgQIAAAQIECBAgkCkgWM0EM5wAAQIECBAgQIAAAQIECBAgQIAAAQKCVTVAgAABAgQIECBAgAABAgQIECBAgACBTAHBaiaY4QQIECBAgAABAgQIECBAgAABAgQIEBCsqgECBAgQIECAAAECBAgQIECAAAECBAhkCghWM8EMJ0CAAAECBAgQIECAAAECBAgQIECAgGBVDRAgQIAAAQIECBAgQIAAAQIECBAgQCBTQLCaCWY4AQIECBAgQIAAAQIECBAgQIAAAQIEBKtqgAABAgQIECBAgAABAgQIECBAgAABApkCgtVMMMMJECBAgAABAgQIECBAgAABAgQIECAgWFUDBAgQIECAAAECBAgQIECAAAECBAgQyBQQrGaCGU6AAAECBAgQIECAAAECBAgQIECAAAHBqhogQIAAAQIECBAgQIAAAQIECBAgQIBApoBgNRPMcAIECBAgQIAAAQIECBAgQIAAAQIECAhW1QABAgQIECBAgAABAgQIECBAgAABAgQyBQSrmWCGEyBAgAABAgQIECBAgAABAgQIECBAQLCqBggQIECAAAECBAgQIECAAAECBAgQIJApIFjNBDOcAAECBAgQIECAAAECBAgQIECAAAECglU1QIAAAQIECBAgQIAAAQIECBAgQIAAgUwBwWommOEECBAgQIAAAQIECBAgQIAAAQIECBAQrKoBAgQIECBAgAABAgQIECBAgAABAgQIZAoIVjPBDCdAgAABAgQIECBAgAABAgQIECBAgIBgVQ0QIECAAAECBAgQIECAAAECBAgQIEAgU0CwmglmOAECBAgQIECAAAECBAgQIECAAAECBASraoAAAQIECBAgQIAAAQIECBAgQIAAAQKZAoLVTDDDCRAgQIAAAQIECBAgQIAAAQIECBAgIFhVAwQIECBAgAABAgQIECBAgAABAgQIEMgUEKxmghlOgAABAgQIECBAgAABAgQIECBAgAABwaoaIECAAAECBAgQIECAAAECBAgQIECAQKaAYDUTzHACBAgQIECAAAECBAgQIECAAAECBAgIVtUAAQIECBAgQIAAAQIECBAgQIAAAQIEMgUEq5lghhMgQIAAAQIECBAgQIAAAQIECBAgQECwqgYIECBAgAABAgQIECBAgAABAgQIECCQKSBYzQQznAABAgQIECBAgAABAgQIECBAgAABAoJVNUCAAAECBAgQIECAAAECBAgQIECAAIFMAcFqJpjhBAgQIECAAAECBAgQIECAAAECBAgQEKyqAQIECBAgQIAAAQIECBAgQIAAAQIECGQKCFYzwQwnQIAAAQIECBAgQIAAAQIECBAgQICAYFUNECBAgAABAgQIECBAgAABAgQIECBAIFNAsJoJZjgBAgQIECBAgAABAgQIECBAgAABAgQEq2qAAAECBAgQIECAAAECBAgQIECAAAECmQKC1UwwwwkQIECAAAECBAgQIECAAAECBAgQICBYVQMECBAgQIAAAQIECBAgQIAAAQIECBDIFBCsZoIZToAAAQIECBAgQIAAAQIECBAgQIAAAcGqGiBAgAABAgQIECBAgAABAgQIECBAgECmgGA1E8xwAgQIECBAgAABAgQIECBAgAABAgQICFbVAAECBAgQIECAAAECBAgQIECAAAECBDIFBKuZYIYTIECAAAECBAgQIECAAAECBAgQIEBAsKoGCBAgQIAAAQIECBAgQIAAAQIECBAgkCkgWM0EM5wAAQIECBAgQIAAAQIECBAgQIAAAQKCVTVAgAABAgQIECBAgAABAgQIECBAgACBTAHBaiaY4QQIECBAgAABAgQIECBAgAABAgQIEBCsqgECBAgQIECAAAECBAgQIECAAAECBAhkCghWM8EMJ0CAAAECBAgQIECAAAECBAgQIECAgGBVDRAgQIAAAQIECBAgQIAAAQIECBAgQCBTQLCaCWY4AQIECBAgQIAAAQIECBAgQIAAAQIEBKtqgAABAgQIECBAgAABAgQIECBAgAABApkCgtVMMMMJECBAgAABAgQIECBAgAABAgQIECAgWFUDBAgQIECAAAECBAgQIECAAAECBAgQyBQQrGaCGU6AAAECBAgQIECAAAECBAgQIECAAAHBqhogQIAAAQIECBAgQIAAAQIECBAgQIBApoBgNRPMcAIECBAgQIAAAQIECBAgQIAAAQIECAhW1QABAgQIECBAgAABAgQIECBAgAABAgQyBQSrmWCGEyBAgAABAgQIECBAgAABAgQIECBAQLCqBggQIECAAAECBAgQIECAAAECBAgQIJApsMPB6p04f/o3sW/f/sxpG06AAAECBAgQIECAAAECBAgQIECAAIGdEXj+/FncuvuXOPL4bBw9ejT27duXPZF9a2trz3Pf9fz58/j666/jmwNfxE/f+EUcO3gq9xDGEyBAgAABAgQIECBAgAABAgQIECBAYEcEHj5Zi39/9Y848vStnQlWv3p4J46d/lH88vSvda3uSAk4KQECBAgQIECAAAECBAgQIECAAAECOQKpW/Xvd/8aD+9+G28c26GO1c8//zxeO/5dHB8cjjMnzsXRH50UsOasorEECBAgQIAAAQIECBAgQIAAAQIECLwUgRSofv3tvVi9fzsejB7F9w9ej7fffntnOlZTsJq2BPjxiQNx4q1Dsf9gMsjeWeClwDkJAQIECBAgQIAAAQIECBAgQIAAAQKvssC+ePYk4v4Xj+O/95+OA9UdD1bTnqteBAgQIECAAAECBAgQIECAAAECBAgQ2AsC6WFVOxasfvPNN3Hnzp1xx6pgdS+UizkSIECAAAECBAgQIECAAAECBAgQIJAEymD17NmzceTIkfGfc1/71tbWsttNU5CagtXV1dV4+PBhPHv2LPe8xhMgQIAAAQIECBAgQIAAAQIECBAgQGBHBPbv3x/Hjh2LM2fOvPxg9fHjx/Hll1/G/fv347vvvtsRACclQIAAAQIECBAgQIAAAQIECBAgQIBArsDrr78eJ06ciDfffDMOHTr08jpW00RTmHrv3r1YW1uLR48e6VrNXT3jCRAgQIAAAQIECBAgQIAAAQIECBB46QKpW/Xw4cNx6tSpOHnyZKSQdSuvLW0FkE6Ubv9/8uTJOFx98ODB+P+fPn1qv9WtrIL3ECBAgAABAgQIECBAgAABAgQIECDwgwqkfVQPHDgQBw8ejOPHj49D1fT/KWjdymvLwWozXE0PsEpdq6mL1X6rW1kG7yFAgAABAgQIECBAgAABAgQIECBA4IcUSAFq6k5N3apHjx7dVqia5rmtYLUMV1On6vfffz/uWE2v9HArLwIECBAgQIAAAQIECBAgQIAAAQIECOwGgdStml6pY/W1114b/3ernarl59l2sFoeSJi6G0rEHAgQIECAAAECBAgQIECAAAECBAgQWE+gDFm3q/TCgtXtTsT7CRAgQIAAAQIECBAgQIAAgV0osLIU15ZWeic2uLIQC78drDvp0Z8XY/GjUWxmbP+BVmLp2lKsDIaxsHA51j/bRn7FsWIu5q/Ox9xGwzP+feWP12Lp1os/bsYUXsLQUXy8uBjLo0EMFxbi8hYXY2LVnW7bbqpuyjpctw7K+b34dSjnMzd/Nearwsmrp/5roTxG06PwHU2uva1fOxuXxGbWYuooxVqkeQ3vLk7W8vx8XP3gRV5R3bOWa1v//XgtBh/H4uJyjBrD6zUqbRv12vl5tl1bwerGNWYEAQIECBAgQIAAAQIECBAgEHkhUgkmWP1/Kp3tB6tlPbRixMEgRqNRRCM03Vqw+rKt866JvmuhDDargG9TAfKL+5zl+cswsgpa1wtKq2D193Hx5h9iddgMm1/c3JpHatn9aqUIU8/FhcHtuJlKJ33J88Zy8SXQXLx/ZRQfflTGrWWwWofYc/PzEUtLkb4yaoflefMXrOZ5GU2AAAECBAgQIECAAAECBF5RgZ4QqdvNWgRjUXSptsKzK5MQZrnRWjYJNLode91uw7Jj9VJciutxfavvb63aXExylUYnbpp7+rtG91szfJm8fTqgGf/1+fmYj6VOF2a767A6/QyjVufcqN2FN3MeRUdjdexxGBaTDt/6hDFcGMbqYv13gwvnYnTzdhUoVeHae3Ox8kmzOzmtxTBG4y7V1mpOHbOy6Z1T0clYfK7B+blYubUy6XL83SgWF1fj4pVRLDc6m9cNVsfrdCNiMIqUx5ZrcPWDQdFRWwRuUXQ5l56DC3FudDNur2czVaeTdZz726Tzenot0sHmYn7hTCy3Oifb72tfC3Wn97pfPBTX18mfnYx7/7pXHGIQw/mLcWOp7NJcp85mOtWdpd1gtT2fUU8tLcTlRidtqvvkcu6dQdz+LIpO5jqAv/DzUdz8Z+PTd6+VLXWil8cvg9XudVn+DOl+EdD88xhn293XgtVX9Nehj02AAAECBAgQIECAAAECBPIEusFq+zbbwZ8mt3cP3r0U8en1GI1vt69DuSocqsK0FAzNxXvnV+KT9L7xtgIpyFmOM63bzIvzHD4c8ehRI4zb3PtbHYFVR9vZOBt34k4RlPbPfT6iuGW91Q03GMb7p5fjw/Gc5+PizaVx6Hj2JxF3/lPcEv3OjUnnXBXkTYKfWecZpCD67rC+lboKVicBUf88ypCwEawtn2nMrdHB15nH5UERMJ1uBLHNgKsRmE8Cs1HHfRBlYNa26Z9TtYXD+HOtxrAItVudgo3by9P2EhsHq2n902cvA7LUebgQZ5ZTWFYG56NWKFqu0XpzLgPUya3tk6A2dWQOv5oEq73HaG4t0QjFZ10L3dvPp7t422Fpde0MhjE8vRzL6db7wTDmL9yIpdSVuWGddZ3qDtP+rQA69drsBk11MlyNxWKLgjJYLQPnURpbdpQ2ul7r83Sv+dz9JOotAQZVCL7ZYDVi6vNuKditf3IKVvN+ixhNgAABAgQIECBAgAABAgReUYFZwWrRHVYGY2Ww2unMLMOhSagURWfh5L3jYLG8bXcq6GgHq7nvb3fklZ+hDFbbS1kFYcUcRn17gTaC1WYw2HueKvDqGFUhct1F2goZqw7LScflrHksLMzFSqObtLXnZfOjdecRUQSXg6pztw6p0hvnYlh0kJbBatu9DlZbXcdjt+k5VfvwdoLVumP1Rly8Mojlj+r9RDcVrHZqrBWsXr0YN64txagKv+tAr7XqPTbR6sRu12gZrLa7rZvHHsSw/CwzroX19/VsXGdFAN26dsovB5pfUMyqsxnnn123qTDKbun6M02tcW+wejUufnYtlu7Wge/c+8MYfVh01p4fxvDu8jj0Lr9M6bsFvxV8drYjqAPoMkjtdqR2f0Z1/r3spu5c39vZZ1Ww+or+OvSxCRAgQIAAAQIECBAgQIBAnsBWOlbrbsv+jtXmrbzNzsOeBwT1dqxu/P5Wx2q1N2MdrG4q0OwEPPUxpztW2yFUu4Oz6lgtbsUfB4tVd2vj4VyzgtXmPJpjqi0MGgFfa8492zi0thtodzQ2O3FbHavVNgMzOlZPnouT927Hvda2Co2tHcqtAKrO0qICz8/Hwunl1kPOqhCtu3VC89jrBqt17Y3P0rwFfR2bsjs4reM4KCy6qcvOzFbHalVPbfdyW4h2x2qn83j80Leehys1u5Wzg9UZndFTTtMdq9V1UIXKnc7SMtCd2bF6dbwdRv2gu+b2CM3tC9YPVmf9TOrfMqHZvdreY3XycLoZwWqnm16wmvebwGgCBAgQIECAAAECBAgQIEAgW+AH2mO1Fcb0PV18gz1WN/v+1uft2WM19WmWHXZV12zPE9v79jFthHazuvuq0/d0ddZ7txajOsHqoArgGh+iZ1/X/j1rk+l7MXfrk1hp3rKeYr2yI7cMGjt7u07OVj8gqD57CvDa+7aWn6EMj8ux3a7EuuuwDly7Ierk5vDpp8CP9zJNgVnHp9zTt92x2hg3a2/cceDasekaTIWS9UOPao80r0mHbHOH2mRy6d2I65+2Nqgttr0oboHv7lNcHHTsVtT2xh2r9e35rTorA/dNBKvdHwf9tdTeoiAFkvVWACms7QSdjS0dWsc/FhEP8x4a1b9lQd/ets3jTj9szVYA2T/4vYEAAQIECBAgQIAAAQIECBAgQGC3CMwMycZdhl4E9o6ArQD2zlqZKQECBAgQIECAAAECBAgQIECAAAECu0RAsLpLFsI0CBAgQIAAAQIECBAgQIAAAQIECBDYOwKC1b2zVmZKgAABAgQIECBAgAABAgQIECBAgMAuERCs7pKFMA0CBAgQIECAAAECBAgQIECAAAECBPaOgGB176yVmRIgQIAAAQIECBAgQIAAAQIECBAgsEsEBKu7ZCFMgwABAgQIECBAgAABAgQIECBAgACBvSMgWN07a2WmBAgQIECAAAECBAgQIECAAAECBAjsEgHB6i5ZCNMgQIAAAQIECBAgQIAAAQIECBAgQGDvCPwPTkCb7sAErtcAAAAASUVORK5CYII=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09953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05" y="2160350"/>
            <a:ext cx="8242047" cy="407275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realizar la configuración de las </a:t>
            </a:r>
            <a:r>
              <a:rPr lang="es-CO" sz="1600" dirty="0" smtClean="0"/>
              <a:t>ofertas en </a:t>
            </a:r>
            <a:r>
              <a:rPr lang="es-CO" sz="1600" dirty="0"/>
              <a:t>las cuales estará permitido al estudiante realizar una </a:t>
            </a:r>
            <a:r>
              <a:rPr lang="es-CO" sz="1600" dirty="0" smtClean="0"/>
              <a:t>evaluación</a:t>
            </a:r>
            <a:r>
              <a:rPr lang="es-CO" sz="1600" dirty="0"/>
              <a:t>, </a:t>
            </a:r>
            <a:r>
              <a:rPr lang="es-CO" sz="1600" dirty="0" smtClean="0"/>
              <a:t> seleccione </a:t>
            </a:r>
            <a:r>
              <a:rPr lang="es-CO" sz="1600" dirty="0" smtClean="0"/>
              <a:t>el tipo de evaluación (CAQ o KOLB) y luego presione el icono </a:t>
            </a:r>
            <a:r>
              <a:rPr lang="es-CO" sz="1600" dirty="0" smtClean="0"/>
              <a:t>«Crear»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849747" y="3151374"/>
            <a:ext cx="4240443" cy="3135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5145606" y="1727914"/>
            <a:ext cx="691774" cy="1571017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" name="7 Rectángulo"/>
          <p:cNvSpPr/>
          <p:nvPr/>
        </p:nvSpPr>
        <p:spPr>
          <a:xfrm>
            <a:off x="7775282" y="2219184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Crear Oferta</a:t>
            </a:r>
            <a:endParaRPr lang="es-CO" sz="2200" b="1" dirty="0"/>
          </a:p>
        </p:txBody>
      </p:sp>
    </p:spTree>
    <p:extLst>
      <p:ext uri="{BB962C8B-B14F-4D97-AF65-F5344CB8AC3E}">
        <p14:creationId xmlns:p14="http://schemas.microsoft.com/office/powerpoint/2010/main" val="682364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2157518"/>
            <a:ext cx="8247777" cy="407558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finalizar el proceso complete la información solicitada en el formulario desplegado y registre la oferta presionando el botón «Guardar»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417289" y="2652766"/>
            <a:ext cx="4345250" cy="3175278"/>
          </a:xfrm>
          <a:prstGeom prst="roundRect">
            <a:avLst>
              <a:gd name="adj" fmla="val 4090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6489" y="1796105"/>
            <a:ext cx="0" cy="785508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Crear Oferta</a:t>
            </a:r>
            <a:endParaRPr lang="es-CO" sz="2200" b="1" dirty="0"/>
          </a:p>
        </p:txBody>
      </p:sp>
      <p:sp>
        <p:nvSpPr>
          <p:cNvPr id="2" name="AutoShape 2" descr="data:image/png;base64,iVBORw0KGgoAAAANSUhEUgAABVYAAAKjCAYAAAD2wVQ2AAAgAElEQVR4Xuy9CZRV1Zn3/dTAJAUU8wwyC8ggIigIOAbRKEbjTJJOtF3d6azu9LBe1/slneWyk+9706s7bfpN0lm2JN0JGodoRKNIYmsABUVlVFAQkZliLKBAhqLqW/997j53n3P3ufecO9Q9997/SWpRde8+e/jtfa91f/XsZ1c9/PDDrcKLBEiABEiABEiABEiABEiABEiABEiABEiABEiABEggNIEqitXQrFiQBEiABEiABEiABEiABEiABEiABEiABEiABEiABBQBilUuBBIgARIgARIgARIgARIgARIgARIgARIgARIgARKISIBiNSIwFicBEiABEiABEiABEiABEiABEiABEiABEiABEiABilWuARIgARIgARIgARIgARIgARIgARIgARIgARIgARKISIBiNSIwFicBEiABEiABEiABEiABEiABEiABEig/Aps3b5axY8eW38A4IhIggYIRoFgtGFpWTAIkQAIkQAIkQAIkQAIkQAIkQAIkUCoEKFZLZabYTxKIDwGK1fjMBXtCAiRAAiRAAhVLYNeuXdKtWzfp2rVrxTLgwEmABEiABEiABIpLgGK1uPzZOgmUIgGK1VKcNfaZBEiABApA4P3335dLL720ADWzShJIT+DDDz+U9957T+6++27p0KEDcZEACZAACZAACZBAUQhQrBYFOxslgZImQLFa0tPHzpMACZBA/ghQrOaPJWuKRuCTTz6RwYMHU6pGw8bSJEACJEACJEACeSZQbLF6/vx5wVdLS4v6am1tdb8w1KqqKverurpa8FVTU6O+eJEACRSHAMVqcbizVRIgARKIHYGoYhVbt19//XXZv3+/GstFF10kN9xwgyvHnn76abnrrrvUc2fOnJFVq1bJ+vXr5fTp09K9e3eZOXOmjB8/XhCt+MEHH1h5XHzxxdKnTx/Vju1C/QcPHlTPjxo1SqZMmeIptnTpUmlsbHT7oZ9EX3r37i0jR4601qvrNJ8cMmSIql9HVAb1u2/fvnLVVVel1PunP/1JjRft4t7du3fL3LlzPeXMMvi+oaEhpR7NFE9gHBs3bpSjR48qphMmTJArrrjCvcdWB/qHMnocmKf6+vqUvqxZs0a2bt0q11xzjepzGHaa22effSYdO3aUSZMmeViY40N9KL9y5Ur56KOP3DU0Y8YMtz1d36233uqRruCHCzx5kQAJkAAJkAAJkEC+CBRDrEKkNjc3qy/I1GwuCNba2lr1RcmaDUHeQwLZE6BYzZ4d7yQBEiCBsiIQRaxClP73f/+3zJs3T0UaanEKEajF3w9/+EN56KGHFCMIwOPHjyvJBqEHKbtkyRJ1P/JqHjt2TJXbtGmT+nfcuHHqX/0cxCkEn/9C26jr+eefl06dOsmDDz7oFkF7v/zlL5XI1f3Ak+jrU089pcp97Wtfs86hlsZmmxCNkLR6u7oek+6rrghC0RSR+nEITEhD9Bn3Ll++XK6//nqPDDbL4HvIYn9duB8XJOWOHTvkS1/6kspLivH+7ne/k6FDh7oy01YHxgEm5jyhz1//+tc9+U0fe+wx+fzzz+W2225Tfc7EDhIU7YMZhLXuz+jRo13Za45Pz8+sWbNcBujbihUr3L5gHp588kkl7efPn+/OFfjhMiVyWb0YORgSIAESCEHg1MdLZNEykdn3zZOLOoe4IYZF0o+hQd5+bLFskIky/8HLpW8M+1+SXdr/tjz24gaZeMuDcnm/khxBQTvdlmL13Llzgi+IVf+FyNRMF6JZbRfEart27dQXLxIggcIToFgtPGO2QAIkQAIlQSCKWIXwQqShGT2JQUJ4adllilVTqGkYqAOXlnb6fvxrCrOgtsx60BfIWUhGLSIh6SD71q1b5xGreBxyFxGjiEC1SdCgNhcvXqykISIlo8o9v1iFWIQYhajVBzb5xaoWsf4FhHshhyGGzZykkMY///nPXTFp4466zLnB95MnT1YcdMSvlqQQ22Yf0rEz2ej+op9vvPGGK0XN/iCa2GxT36OFNaJ59TxABCPCWUcYR2VfEi9AdpIESKA0CCSklKezg2fLgnkXyQUFHoEjIfHfTkc0dilzsdrwzmOyeH3+papTb6bJGlwQYR0LGU6xmnby20KsIjL17NmzaYWqTgHgTwkA4apTAOBfXHjMJlkhWNu3b6+iWPN1YQ0vkzkyb0zyHc/2WL7a0/W0RRv2PuMPPNtlWEz/uBOdS7zHk+9101b1Uay2FWm2QwIkQAIxJxBFrGqBh0jCESNGWPNj+iNWsWV96tSpqqxNZuYqVrHFHYJSy0GIPgjQ5557ziNWEYkJIQlpt23btpQt8OhHkFhFLlBsQ0f0ZFS55xeraEdH7+pozLBiVUtjfyoB1GkKS5tYxb04KEpH92Kebr/9dndcqANlIEURgWyK1XTsfvzjH8tf/MVfpM2TavYH5f1RsmhbR7L+zd/8jTsPiIJFNKwWyVHZx/ylx+6RAAmUBIFT8tGSRbJ8l/gi/fTjhRFxSTSJ6M1J8+XB6RUQu3nyI1nyxHYZVoBoXEesFnq+7Is6FmK1JF5vxetkocUqfoeGVDUvHZ2q5Sj+RRQrdg7hS0e14nG95R+7jerq6pQ01YIVddoEKyJXUT4fV7HEaj76nl0d8RaR0cVqdhR4V3oCFKtcIbEnsHLbu3Kg6XDofs4aMU161vUILH+46Yis2LY6dH196nrKjBGXhS7PgiRQqgSiiFWMUefHRD5NRBRCspr5MU2xivKQYVu2bFE5WW35QHUZ/OuPWMV2cP914YUXqohZLUEh31555RUl37T4hZwz+4GySDeghaQWhf6T6IPEqvm43s7v79fs2bOtW9RtYhXjxOOXXnqpisb0i1WwNa97773XTSXg56TLmdIR9fnrADczb6rmY4pRpHm48cYbVe5aLVYzsfPPt+11YI4vXXn9nJ835hXpJChWS/Vdhv0mgdIlkF7GJeSqFDByVYnG5SJzFngixUqXaIaenzwlpzpfUJAoYIrVsl01eRlYocQqRCl+jzG3/fu3+2uZ2tTUJCdPnnQPrwoaGKRqz549pUuXLh65ivJ+wQr5Crmaa/7VzGJVp/BALxIR53j/wtuXG9lvykqzvIioPx6JvL3kqNT3WC7Ljzjvq+JGyp5IpAhJUDF2DOC1vaY+9T0yGe2Pe5w/qgzZvUQ2yDA5umy5OHvoktHxnvKTJsrE9SLD7quXNR+IDDuyXJb3QB+7uH9sc3oScH+iPU+6FvD4oFG6r98gGxLDcFNzJN7rnT6JDNbv+eZuCf0HNuOxibcskPq1zh//PP1RbZn9llhH4OblRVyESihWiwCdTUYj8ML6VwVyM4xc7diuvUwaOE76dwtOGLTv2H5Zv2eTnD7n/UuhrVe63Vsn3RCt0yxNAiVIIKpYNYcIyYpIThxOpaMWg8QZfqlE5CeiJs38m6jPJszCpgKAZIUoxdZ63KMPhzL7gWhObL/HFndckLzXXXddyiFI6SJWwQltRZV7QWLV3Nb/wgsvuCIzaBt/ECc9H8i9ClGspa0Wo3p7v5kuAfdoPmAzaNAgJW6RZgARrf6t++nY5UusYn08+uijKsrYPw8QvpDCmFtczLFagm807DIJlCIB/UE3TbRoUCSi7QO9+QFbST4lDrrLBpVP1PehWP9oEatBbXq2ukM6zBZZ9sRy6Z7IqZls05e+INFGSrnE/bs8uU59MkQZgFSx7B1/apmCc7OstyhiVffflo80te+ZmfjvCTsXzjCSUdPJYVlSJaSkq/CVCUoF4LvPP2an791l/oMT5WgietvpR0D0r78fKa8fC68YRGQXQqxi6z+CELTstOVPxe8/R44cURGqEKw6FUC6t0zUA1GK3/tw1gAEK7b+m5cpWFEecjWX1ACZxKopN9X6lvny4MVHg8Wq548oWONIHD1FGp9YLGLkAdbtTmlcZMhT5zWxfXj6PzidOnlKLuicSF2AdbljmCyoX5NYz07+Zk9fn2iUKYmt/+66h1g1oujV458Oc9PAuPdP7yu29jw7DfwR+eq1Ik4uaQ8PLaCHyfbH1ki9iuB3XjeajeYyR5bJosYp7o4G73jM6P94R+CW4q8I6DPFaqnOXAX1G2IV18ZjezOOekK3ATL9wskZxeo7n60LXR8apVjNiJ4FyoBAFLEKqaijB82hB0UkQrp9+9vf9mwTt8nLXMUqpCLSAaBupAFAFKgWfjqKFYcx6QtSE4LXf4hVkFg1t9nnS6yiL6jrwIED6pduLULTiVUtSc3DuvSYIJe1PPXXAaH91ltvuQdw4R7NR6c5gFjVB43p+/v06aNyt6Zjp1Mv6Dyouj+QofqALbM/tpysuAeCHn1BegT/POhDzyDktTwug5ceh0ACJBBzAunkWrqu+wWerR5HrA2Wwbu6ux/kkwLNzKXqhiGlybGqxZsh0ozoJy3Kwsq8pKD1yztbWoLUtlMFZuI+Q8DaxGq+uAUlTIgiViVQqvujlMMxyV6s2qOiM7OyrAmLWE1Zm4kybrQctG4ipy/Osxw2O3lgmo1noHTW4tQagR2PdBf5FqvYxo/f7/RlSlX9PX5HPXz4sIpStR1klektUudchVjt1atXxuhVyNVsD7bKJFbd14z5h5a0EauJ0bnvVRD1EKvevKamWN0+NHnwWpSt8O572qT5Sqx6csUmhGugBIZYNaJuU/5ohGH4/jBgtpciVgMjeBM83D9MeP87YL4mUdIUq5HGE9OcsZnWelyfp1iN68ywXy4BiNVuneqkoemIbG06ZCUzuGMXqe/QRT0XRqwu/XiF7Dp9QrrXdpCjzWdS6kR9eF7XG1asIs3A2fPeSFgdPWs+176mfWC6ArNcXYc66dKxzu3f2eazcvjkEffnnp17SPta718l8eSJ003SdKbJM65syoZtzzZu3Xi6sdr6ibrqOtZJlw51aVM6mINDPTsO75QzzQ57pIK4sOeQwFeRf1zqngCWtrJoB/0cUO9ERqeLkA7qBO7/7PBOuXTo5NCvdkRb+6+9jfvVGsFX0BjCNhBFrOo8mNiarvOlQvZhy74tYhVCEpeZExSPQY5ha7e+chWr6APSATQ2NgrSAODS4lDnDTXbw/N627uZ99UmVvWJ9Xp8+RSruh/oN+Ql5GY6sYryeL6+vj6FKerQh4rZ6oDQhCi1HTKGdACoE2kAwEPfD65atprryWSnpa2WqCgHRjt37rT2B4yff/55sa0hzcA2D5DniIyeNm0aI1bDvrhZjgRIICcCkUScbskqjlLlmP7gnRIR6ZdfYSJWAyIR/dIsmli1RCOqdo6mHu5ktt8lIHWBr48pAi7f3CwzH20+LWISdfr7GYZJv6ScxFZkRC6HnQvdno4mdofl6Udii7Q/6tPa1w1GrmC70PQfHqbXkV/spLAQp76jvrQV5lxjG7YT/epEC+orKII5pxdwxJvzKVYRqYoIVH3ZpCqeO3TokPrdFeVzuSBMceYAoldxmdGq/tQAKJNN5GpGsep7D9yF9ZgmYlX0YXJKxA6RnW7Eap7Eqv+PS5KMWI0kIm1i1YgQ9b8m1TGDiLhNtBdOrBrR4Dolgu/gLP/7OcVqLq+Y/N1LsZo/lqypQAS0tFu2bbUcOn3CKkIhSL8wYnoouaRF2UcNn8ixz5uskauj6npJx5r2MnnQuEiCb0vDJ7Jyx1pX2l4xcLwrzvDcmj2b1BjQ19F9R1qJodwftr2jxgmxe++U+a48hUB869PV8u6hz+TagRNkwsCxHvGqK9TpDlAOV6ayYKul9ZX9RsvUIZNVvWjvvZ3r5M39W+SyXhfKzOHTrO3psaEOzMWgzj1Vu41nTijhHSSm0U8zehgRx6fPn3X7cuPQKRnFI9p++uPlgjkb1XOI7Grcr+b0SyMul4sHjrMyNjmiQLqxmQxQVq8NfL/75GE1TxjzF8fMSitz/R15ddPrah4fmHRjaDH7/o51smrPh+7a0H9MAGf8IUDPdbY5gaOIVbSFyMLXXntNiTj8IuffVm9uDcdf4rHNHWX69esnx44dU9vxb731Vk8Ua5BYteVYRR8g5XCtXLnSlXeI2Bw6dKgrHHU/zEhOcz5sB0FB6Pnb9OeQDcqxirqxjd1/BaUC0OUgL3/xi1+oMYURq5qpZmljahOrOnJXHxxlS5WgI2H1/UuWLHGjYNOx00yQxxX9gTjXkhb3+fuj1xDWBC7/GrKJVfQfQnfChAkUqwX67y6rJQES8BKIJuKce9NvcRdXSvrllduyb1t+qrxKbSNQSvlkZliZF9i3oAVitDPxGMRZcpxBt/j7nHduloY9qRKCOmbKycAIz1QxmFJdBpEcdi4CX5OmNO22QR570RSmAXf5x5MhNYCW/sHS0ydSg+oz+qq2LS/blcwfGaM3nXyJVZ0v1bb93xSsLS0tKh8+IlttB09FQaNzruIsA30FyVX0AXI1as5V/xZ4HWHvbMcXtTW/8ZJERCnWwtr6RDoSy/b6By8XJVaRLgCH8rlb5NNHrCbzqIZIBeDbdq+3yKeNWDVSAYjepm8Tq75UACqSVv1RKbn13kwR4H1/N7bnu6kAHLHqpjYw2zb6ZKZbCJUKIFN0bJRFxrJWAhSrXBglQwBS6ZUdawL7+4+zvxFpLH6pZ94cJqVAUGO6n6jDLxTxHMRfpghYROnq1AeQfjeMu8ZtDqLv0dXPSKbxYnyPr39F3ZeprK4TZf1CUoveB6fdYY2O1R2zjRt9gMC+evSVgXNj66eWjjaGZkWQ5D9cuUgJ6D+bdof7FO4Pk2tX8wkjN/9p+S9U/WZZtP/6ljeVIIVc/dqU+Vbx7B+8yds/v5kWsV4bfun8wZ5N8rttb6vb7xozO1Dcp6s/qljVdUF+4UIUpP8QKH97iHqEcIOINSNEM42bzwcT0EwhqpEGodgXxCfSGkSZY72GIJR5kQAJkEDcCGQjVgOlZJaSM4xYDStpw8q8wHKJCQoSlBBxw3Y8JovXW/J/+ibXujXedl+23CyLKfp8+iM6E1Gs6gAbb8KBdEwuzyViNTEO6/bjxAE3jqzMLLMdUZQUsIHC1Bfp6pSzyWSvWA3qo54KJ+LVdwCRejIgV2sbvyHkS6yeOnXK3dZvi1TFY5CeKLd3796co1WBCZIU6QD69++vqNmkqvkYUgh07tw5ImFLrl/zDxGew5eSc+pZF/pAKBWxbOTaHTxbZqsDqybL2F0tMtqIaE5GyuZ2eNXEObPVgVV1kwdLU7c5ycMAdSoA5EhVaz2RfsU8vMojKH0cDAbm/bo9FW2upGujTFGStlG6ywbZkGjGenjVpNkyO3FYlpMTNlHYTLPgvp7THF5FsRpxjUcvTrEanRnvKBKBShOrOhoSuP0SDZIvkyyNIlbRhpaZfkmpDw/LFAWZTiinWzK2fuq6MklHfS+iSO+ecovbDB73p1Gw9cEmS4P6GlRWy13bPAXVZUaeosy3p90ZSsiibJBYNZ/z8wj7ks1WrIatn+VIgARIgARIoBQJpOSftA3CJv7yKQhDpAJoM7HqOZTIkGFGlG15iVXfln1/NDHWQwgmOYlV30nhydQRSakZL7EaQvDq15H/kCvPIWlt/46RD7GKPzKfPeukKAuSqngO0aonTpyQhoaGrHKr+ulArNbV1cnAgQPQsucArKDIVeRaxR/DebUhgZScs23YNpsqCAGK1YJgZaWFIFBpYnVwfT85ePKIiobEZUYhFkKsIt/nrz98TbWlozJ1ZGUY8WcTq9n0E6LyyTWL1db2TJGkSBPxszUvqD4juhXMkPc0bK7RfIhVtK1lZ6YIW/26+K/Vz8pVI6bL7z9eobb1I1VDJnGt700nVs3XSCbxbnuNUqwW4p2LdZIACZAACZQ8gcADjJIjsx8ilCqXrBGaR5Bb8CJJnFntVJrPVAC+ugIjUUNFhdoPUfL3OTAVQIZoyUipAMJwsyy+6BGrWpw6eWVT84OGYxJJrIYV9WY+06BUAJlyrEZKBZA5YtUfERvp9Z/oS0oe10iV5FY4V7Fq5lVNJ1XxHMQqcqsiHVQ2h1b5R6ojVgcMgFh1LghVLVWD5Gq2+VZzI13Bd1Oslt3kU6yW3ZSW74AqUaxOGDhOnt/wqso5iq3m90ycpw5mykZYhlkZEH4Qmsiziu37YA65a6YiCKonaH4yCT4zYhWCcU3DFtVE2G31T6150XqoWZjt8MUQqxDYEKrfmnGfrNz2rvzPno1qbjOlWtDcKVbDrGSWIQESIAESIIH8Ekgr42ziNcohTGEEYYiIVVu6AFCwHl5liab1H6RlF7DBJ7d72kkcXuU/bMl+IJIhoPPNLV9i1RWY82XYp4tluScNQEgmQakAMs5FGnHrEZHOFul0h0bhwKxU8Rnl8KoQYjXoDxHuAV9zRJYvkuVi+YNCwMFX+X01p68tV7FqSwGgBav5b1WVyPnz+RerOPvAyV0PoarUqvrXL1dNyQohe8EFnj/ttCVytkUCJU+AYrXkp7C8BoB8np8e3imNp5vUIU+mXMtWrCICEgc+4SR3UxDGPccqoi9xYjyiMn+zYYl7SBKY5DvHql5FZp7Oh2YsUJGjiKy8sOeQjAvNH7Gqt8hHEavfnHKrG4Ga7vApf2cgK8FJH1yF5yErIS/TXfkWq2EiT5FyARdywCIiGAdv4QojglEujFj1p3PIOHmJApUWsYrogNOnT6uDoniRAAmQAAmQQHoCOp+eLw+klkhmzrtERfYo1l3GaezRT4UX46R1W3RnSjoA/4nY8C2WqEBPTkDkAuwX3DebZDbv19GGKX0JbNcb2ZtXbnkTqwke650Kk1vxnZ/DMkmZs5BzYU1HYW6hT+R3TKnfJjkDD+My1mZgv0KIVSsPn7wNiEyNfGBaAd62chGrOIAKv1visslU/TikKrbqI2IVufJxeGc+Ilb14VU4x8ARp6lSNShqFekAkBaAFwmQQHQCFKvRmfGOAhGAZNq4Z7McP3PCehhQNmLVlJLoNnKVYqt4/279pFTEKvptRnUifyYiWKMIy0xl9ZSa+UKxrR2nzZuHQqWb+qDDq8A63eXPsarrCXMYFPoLqTq670i3CTM9wHdnfT1t299f/kv1/P2T5qk1ke4KKos+/PPKJ0LVgzX+49XPqrQF+gJjRAlDhn5t2pczvroWr1+qDjabN/QSJd7NSz83s9+otAeGBTVSSWIVv8T+/Oc/l+uuu06mTJmSkTsLkAAJkAAJkAAInPr4VXlieeIAkQSSwbPvkxvG2KO9vOUHy6x7bxAVNZi4Gt75T3nx6Cy574bUVACvPrlC6m/+cyU5EY2Kn8Voy6lb7HVu0C1MkFvurZe1Zl14av/b8p8vbUx2ZPAsuW+WyHKjXGDf5JR89OoTssLA4DAQ9/EJiX77eenHdcNBY8gbN8uyVeNy+QSva39f9RzsAiv/fIVkMvGYZc5CzAV6mdLvibfIn0/v6z7urkNffSnrM/F8yvh899nnql5u+XMcOGReDfL2f74ojb7XQcprZdIt8uB04/dtX95YVaPlDxRt/c6Ti1jNFK0K2aqlqj68qqmpSfbs2ZOXw6sgRnGYbPfu3RU2v1xNlxKAUattvdLYXjkRoFgtp9kswbFANCFKdWPDVlcuDa3vLwO79VNRku1r27ujiipWUffLm16X081nVN3ur5fdBsitk24ouFi1be9GtKGORE03XbZy4KSjG3FvJlka9fAq3Z83trwpb+53tuP7D81K1+egw6swllkjpqkUBrbL308zx2qmnKVajmM+9S8PSl6++6wM7uAVleZfZ1H2yMmj8h9rFqv77p84T/p18/6K6O/rD1b8l7Xsn7a+JW/t3ypTew2VuWOvTvsqXLNzvWw9vFPuuuRmt9zWA9vkmY9XhO7H4g1L5YNj+5RYnTJkUko93WvbywOXfdnz2gn71rBmzZqKkYxvv/22ihD4whe+EBYPy5EACZAACZBAaRJoeEcef+mozLrnBhkT9QDw0hwxex0DAmZ+UX930j1X7K5nK1YRcQqxiit9tCrkqgpZVRcOudq+fbsg2jXXq3379tK3b19BOgBcyfyqycjVdCkBkA4AgpUXCZBANAIUq9F4sXSeCEB+vbdznRJ4OPl9eM8hKmKwS8e6wBayEasdatu7ByGhHRwEBeE5sr6/2or9zmfrVPSf/4LQm37h5IxRjLbO6gOf8ByiECf0HaWKQaj50xsE3Q8h3Leuh8wcPs0jyEzpmU6sQk5u3LNJXtmxRjXxlfHXhdrOj7JmxGeYQ6v0GHS+UETUzhkxTaVeQF2r9nwYuCXf3099WJV5kFY6uaul7I1DpsioviNUV5D24b1DO2TB+GtlaA/7Fm+0C1G9+NN31D3zh09XUa/tauzbX5rOnJR/f/dZtywkMeZ58/5t8sHxvTK154Vy9eiZgffjRojc329+XYZ26y9zRs1wp96s++KuA2Te+KvT1vPM2t/LJycPycy+o2VM3xGK82eHd8lbDVtkUMcu8sWx10iPzs5fqaNeuYjV3bt3qxNFe/XqlbbZQ4cOybZt21SZLl26yMiRIwW/BAZd6erFKarHjh1LuRV/qbfVibrSXfo+XW+68ei69D34pfjAgQMqSsDfNp775JNP1KmvuEaMGJGWk58RUhWAVbaX7lu3bt2s9aA9vW3NbGPQoEEpTWbDBpWAl9m+btPWhp9lOrZYS6gLF9YeWGn+QevDHJTuUxCDTGtat+Gf90xrDX3A2P1j83PyT0AQi3yvmWzXGu8jARIoMoGG1fL4Sxtk4s0PyDTj78UH3n1cXlw/UW55YJr0KXIX2XxlEAgSp/7H4yhYsxWrZ86cUf9dx+XNpepIVH+0qi6DdABbtmzJi1hFxCrSAOB3Iv+hVbaf9WrUshX343cfXiRAAtEIUKxG48XSeSCgt+dDbkIcppOpZnNRxSru1ZIQonRkryHyu21vK7GKk9gh8QohVtEuhN/6PZvkk8Z9qi1cELuXDZkcGLmpxwpBeaDpsPpxXL+Rnm3ueAzPb7xePZwAACAASURBVDn8Wdot+pCGm/Z/4pmtdFGj/mmFwO1Q0yH0SfXgvGLb6sDVoSNK/QXS9RN9OPZ5k7olqO9K0O9YJx8e2uFyHlnXU6YPmWSVqvqXBkjOtz5919OdmcMvCxSSb3/6vhw86cyJefXu3FMu7DVI+nVNH+2Ke17a+Af31ov6jpBRfRwRbD6On1Hn5cMvtbJEdOtHDY6UNK+uHetkQLe+bp2BE5HhibVr18oll1wS+XbIrRdeeEHd961vfUs6dOiQUgd+2XzppZdkx44d6i/p+KUN+aRwXXPNNTJu3LiUezLV+84778ibb75p7e/QoUPl5ptv9vTlX//1X9OO7a677lKyy6zXNh6zX/oeCLGnn35a9M+6oU2bNsnrrzt5dXGQAARmQ0OD2PpnYwRxjNNiL7vsMpk9e3bkucENy5cvl3fffVdxX7BgQUodv/3tb9W82C5/u9mwQb1gf+WVV8r06dNVM7rNW2+9VYlm8/KztLGFSFy8eLFiA5a49Hq6++671QeKdOtDt6f7lI4B1jP6aZPAixYtUvPp55RpraH9v//7v1fC2Vw3qA+XbZ7MudTrslBrJquFxptIgARiQOCArF74kmyUCXLz/QmJ2rBaFv5+owyada/MHd0pBn1kFyqFgE2amo8FfV9sPtmK1ZMnT6qcqf5xOULVmwJAP4bPJp9//rl89tlneUkFUF1dLZ07d1a/G+l+aKFqRqoGRa3q+4s9B2yfBEqNAMVqqc1YGfRXnzyPw3pw4bCq/U2H1XZ9MzpRbwnXOT4h0ZrOOKLNdtlyZELOQbp9ccwsdRL7F0ZMlzV7NknHmvZy7ZgrlQBFvbgOnjwiiHDt2qFOyd5MEbRlMBUlP4R0eYKCErNj0P60ACUPIk8DWLdunUye7M3bGqbq1157TSB4IOeuvvpqGTt2rOc2/PUe4goXZKeOvsTjkH4bN26Ur3zlKylRnJnqXb16tbz11lvyt3/7t572Pv30U1m2bJmSql/+8pfdCMZ/+7d/k5kzZ8q0adPSDkvXi/tt40G/EFmAMd95550ycOBAlRvrmWeecX9GA/jF/NVXX1V1mFxRFlIQv/TedNNNbl+efPJJJQrnz5+v6tQX5uWNN96QqVOnyqxZs8JMiafML3/5SxXJCc4PPPBAStTqc889p8rffvvt7n2YG0jhlStXyujRo1UuWlzZsMF9fvZoc+fOnWqO0CczytfP0sYW9yOVw3333efeiz5D3kN0fvOb30zhZBunLhT0HCJSUSfmxV8nnnv88cdlwoQJsmvXLvn61+05nW391+36n9NrxjZPuEfPpZ6PQq2ZyIuMN5AACcSIwAF595cvywdGjwZdebdcP4pSNUaTVPZdySRQMz1fTEDZiFWdBsAmVTEWLVLxPeSlGa2KPxbjQNV8HF6F+hF1euGFF6ogBp3H1ZSr/shV3GN+NmI6gGKuPrZdqgQoVkt15kq43z9Z+YQbXYhhYOv4xX1Hqi3NONVdRzfihHpc2Hb9UcMnrvDElm1ESOJ6d+c6uWHcNUqQ1iWEqEbjbhMfOkXlcEXu1ov6jpTH17+iolVNEau32GfK6VnC2AO7jkhgcN998rDcM3FexojauDAI+ktrul8WshWq72xfI4dOHpG9J4/K1y6dn1X+0rhwS9ePbMQq5OJ//Md/yNy5c2Xv3r1qO/w999zjaWb9+vVKDN5///0pUg/3QxZdfPHFKqJRX2HqheSD+Pv2t7+dMiz8korovxkzZrgi9dFHH/X8HMRC1wthhn7ceOONnqI49GrUqFFKVN5xxx2uWH322Wfdn3GDLnfttdemNKXb+Mu//EslF/FL/NKlS1Wkoi2dgi5vY5huTiGZX3zxRcUe8hCpF0zOuPf5559XVdx2220pVem50+PMhg0q9bNHmxCjiOAdMmSIhzFko8nS/7OtPt1xlEWkKqJ7/RzTjTPdc5qhZqDbQrQ0UjxASC9cuFBuueUWGT58eApDW//N/ppjDXo9oLy/H4VaM6XwXsU+kgAJkAAJxJ9ApjyjGEFQmWKOLhuxivyo+J3GHq2qRurK1WQEa5WSqfkWq7W1tep3065du6aIVZHMuVbxe2m6NF3FnBu2TQJxJUCxGteZKeN+QXjubdyfEhWqt4Vj2/cft7ypTr7XeVFNHJCfyIuKLf29OnZR5fT2fp13FNGuj61+Vj1f37FOTp87q4QtomXrO3RRW8txMBYiU7VUheAd1XOIesw8ZT7dVOhcnZDCEwaOKznhpg/EQi7Ym8ddW5JS1b+tRYtVbMfB1hr8omPK1qgvrS37P5HVBz6RgZ26yfQhk+WCDuUb8YEoTEQnRrm2bt2qBCOkHKL6EKF5ww03uEnzUdcf/vAH9QvaVVddFbrqMPUionLDhg2Crd+2C9IVJ63qA6qeeuopmThxojXtgHm/rhfRoStWrFBj079g6jHq55DGAPk1IZSx5V//DJmGe/XPmQb+pz/9SRUJYoRoTMi/MP032wIDXBDMJlOzTKa20S6EIaJus2GDtvzsdZv4xf/9999Xkbg6StfP0v8z6nv55ZddXtjyFuZKN850z2F7Hg47869rcIF8h2Q3Ofv7Yuu/LmN77r333lNRt2Y0M8r7H880b9mumTAsWYYESIAESIAEwhDQEhFRlJ06dVLb1E2xaMtFinqLmXs1G7EKqYrPHMFpAJw8q4hW1eNDWaQOOHLkiPrvfnNzcxikGctArGKnUl1dnWrPFq2aLi0A86xmRMwCJJBCgGKViyIWBBCBCpl6uvmMSgmA69qBE2QNDuTp3NMVqfr7K/uNVgdfoQzyjXas7SBDuvV3c4LiJHrI129OuVVwEBKkJyQicqz6xSwOlLpq6CUqghXSF9fFA518j0gTgPtwXTrU2SJtpg/4w7Z31EFYyKWKOvR9sYCaoRM61+34XkNTDsmKc/+DfhHQvzTgl5qjR4/K+PHjVRQlhJAt52ecx8i+kQAJkAAJkAAJkAAJkEA5EMBuDOy6wM6cDz/8ULp37662q5uCFeM0t8uXmlg9deqUij4NPrTKHrEKsYodPMi5ni+xCrbDhg1LmwrAFrmKOcDnqZqaGkE6gFyvUx8vkUWfDpMF8y6S3GvLtTe8nwQKS4BitbB8WXsGAoj4xCnukKSIOkUu1F9/+JqKVEXeVUSX4urYrr28e+gzJVJxsNPg+n7qtPm62vZqiz/yqD447Q4VMapPp0fZGSMuc2Xocx/+j/oeh0lpMYs2sf0d1282LFESt/HMCbl3ynzZuGeTakOLU7SFS4tfPTREuvat61FSchJ9h1g9caZJLuw5pGTWqW37Px7DLyVarCJHEbZu27Y1l8xA2VESIAESIAESIAESIAESKDMCSEu0ZMkSdXK9FqlmztE4yNVsIlaxU85MORYkjf3RurgH4hkHoyI4JNcL9SOgBKmfIEj1ZX5e8ktV/7kUYQ+wanjnMVm83ujxpPny4HR9oG+DvP3Ydhn24OUSeMTv/rflsR3D5MHpXeSjJctEZs+Ti8JtQoqECf1cU79A5o3x6t3Ux9HnxbIhUfvEWx6Uy/uJpIwTzyfGquTxsl3OHe74T8lHSxbJ8sTDIhNlfoKDp7zxuFOBc1/jJU676hGzfhFx+uTtp4ah+xsJDgvnjQDFat5QsqKoBJBD9U871goiJiFWcXDVgPp+KgeqjiqFtMRWfhwqhTJfGnG5ugcXtvkjSvX4mRNKwuKQK0SnQsxiazvkqClacQ/qxdWtU50b8Tp16CR5fsOrqh3UM2PoJeqAK6QYQHsfNHyiUgRAskK8juw1REW+mgdt+ceOvKVbD+9UdehLpxrQka869YH/3nH9RqpUBBDEkMjmdeP4a9KmG3h10+sq7YG++tT1dOWyfgwRt8hZu6Nxn0cSo3/gOWHgWJUOwbwQAWxekweNswpZfzk9Fv8YIXVXbFuddsmg72ZfTKmqUzB8cnCnfHhsH/68it8RpMv5Grln9s3ys//v/0ZdjixPAiRAAiRAAiRAAiRAAiRQYAI/+tGPlEjEYaZaqup/g1IDFLhLnuqzEatIPaUv/xiqVBaAKjcNgD8dAD7jIKJXR71meyYE2kUagPr6es8hqEGpAILOpUA9SCMQfCXEocw2olEd2Xd0TqrADKzHFauB6jW3aUf9LzqadLDZL+vjPql58iNZ8kSjTLGI4YZ3lsjRi+fJRWKWSd4/8dgSWdQ4xZXMbuTubJFlZp3G+E2B6gpSfx/Uz9tl2H1+Ad0gby85KhMZGZzbesnxborVHAHy9ugEIMVe3/Km2j5/+/hrVb5VSEtEnGLr/c/WvKAiVi8b4my9x+FV+sK9h08eUQdV4Xs8h3twQQZCLOp6sbVf50/F85CqkKJazCJyFQIWl45CRQQrIlORbxTiz5/LVacn+MKI6YF5WJ9a86ISqhCVUwaOU/3afmiXSmuA61sz7lP/ot8YC0SwviByhybyvEI+QhS/smON5/mgdAM6X6ouDPGLaFSTn47mRRlE7Q7rOURJa90/MAED//ggY9fv2aSihnHpSF+zbjyOcu98tk5x+8r466Rn5x4pkhbl9Dwu/XiFyx796dqhTh2khfvVfwQ7dlHCHJf+JePQicPy9IZXVeTxoA51ckn/i6S+U70c//yEbNi2SX7yf/6vzJ1xTfSFyTtIgARIgARIgARIgARIgAQKSgD58XGoJQ6ZhGTUX0G5VwvaGUvl2YjVEydOWA/i8o/JH5Grf4aYPXz4sEoLkG3kKlIAIM0CooH12QDppKr+fGUTrJDeQVfQFv9kBOgJT+SnDNYC1hvJOXHSRNkgvojVE0kZKoMnykQ5KvUqktUXpenW6USU2iJSdf/R32UyJyVi1fu4P8IWfbVE0e5/W5Ycm6jqCleviECgrq2XBZc0yiIVoZsQyRaxjLFsH5qIWIVIXS4yxxWm6OMaqfeJVVf0FiDat61fe6XcHsVqKc9eCfZd51JF12+beIMSh09/vDxt9Ge2w4RENHO0PjDpRiX60Caka9OZJiU3IT4hdxElisdQBpGu5oV+b9i7SXBIVe/OPdx8q/6+abkJ8ahTE+gyOkIVh2iZFw7U0mJXH76ln4eoRASvvkzR6G9b55XVjz80Y4FnHIii1ZIWAtcvaHXOVQhLXMhPa4pTHQ2s64c4xhz6WaEdyFH/OG3zaPYZ84N5wWUy0Y/jP/qYr1+tWSxHz52RkZ17ys3jr5Pa6lqV0wjpAPbt2yf/+fjjckGn8j1gKtvXA+8jARIgARIgARIgARIggWITwOGyDzzwgPTv319JVWxZ90euoo+mhGzLPreFWPULVnzOwQFYe/fulWPHjmU1XBym2rdvXxW1qq+oYhX34Z5MYtUmKnWbXtHpyNTtwxfIHFlmRHImJGsPpA/QqQCmSOMThjg0IjS7f2DK02Sd/u39NnChBah5c4rUxJNe+aokqEyUDesTyQMSslf8IleL1YQgdaNTDTlssoskVgsd9ZvVSqzMmyhWK3PeizZqLdIgyyDysKXe3LafrmMQdohs1eLPLAvJd/3oK90IVh0JCsHpL4+yHWvaq7yt2DavoyPN+hDdOv1CJ2JWXxCuT65Z7B6UNazXYFcE6jKImEVUJ+73i0WM9+OGbSlb8025GCRWwUjL17vGzE6JltUC1hyvWReE5KOrn1HdxPjvnnKLFbUpX/1jsLWByOIbxnmjQ/MhVk0mELw9OndX/QXf9xA12yryZxfPld51vZRQxRfkKsTqb37zm6KtbzZMAiRAAiRAAiRAAiRAAiSQnsDdd98tAwYM8IhVW+Qqamnrg6yyEau2VADV1c6BVUgDECZyFblW8VkGkatRL9Q/aNAgFQWM79Md9ovPTenyrKLtdKkAgkSl7rMn6jKRJxQiFmLVI2RTcqxCrJp5WZNRoxCrrnA06sy/WLWlOXBG5h+3yr16JJkOQf0s82VB/ZrUcSJi1bdV38YxWsRqQFRt1MXD8nkhQLGaF4ysJCyBf1r+C1XUFIX+yMigumx5S3VZ1NevrqfKkeo/XCpd38x+mOUgH838qPo5iEt9QdiaUZZ4PCgCM10fwohVyFRE9mp2enu8rtfMbapFsSlWkc8WEhtXutyw2KL/w5WL3O6aUa9arGKLv5m+wF9frmIVAhrpIHBpuYtfDtC3f0bfWkXqa5yIYFOq4iTN/fv3y9NPPx12ObIcCZAACZAACZAACZAACZBAGxO46667pF+/fiq6Ukes2tICoFulIFbNw6u8ElWNIJRYRQoAfJY5cOBA5NkAu8GDByux6peq/p8ziVX0v3Pn4H3lQakAtCic0rjIKkFjL1ZV7tWjMjslhymmI1Vi2gQycqsGidUbeiyXvXqbP6pEVOwH3WWee+CXk9YgdMSqNao28tLhDXkiQLGaJ5CsJhwBLVZR2pbLM10t2Eq/csdaqzjVghRC9PKhk1U0rN72DimJaNM/bnnTlaW6fJBYxeP1HboIDl/SBzkhXYB5IBWkn/8wKTPiE2PR9Qyu76eiaZHz1H+FEauQpOb2eDNqVUejQniu273JjcA1xaqOpEXbKGfrh+6XbRs+ntNiFfX6x2n2J1uxihyrHWo6uLlorxg4XiYMHKdSDeAXArS/EGkRWkXGd+0vN467xo1URbQqxCr+yvvb3/423GJkKRIgARIgARIgARIgARIggTYn8OUvf1mlAtBiFXLVTAlgysm2lqvZRKzi4ClHWCZTGDhjUI8osaoPrTIPrzLL4/NMQ0ODkqtRD7Dq0KGDiljFwVW4/CkAbI+ZZfTz+Bf9u+CCC9KsCVtUZ3J7PsRqMudpUCoARyIiwjMeqQDs+UtdCDaJ6dvib0asWg+vQo5VI3LVlhs2Rayah135Dq/KFDnc5i/qCm+QYrXCF0BbD1+fdN+tU51MHTLZerBRUJ8g1szDjsxyOpJ0UOeeghPrIVaR5xPb/XHpQ5fwPcpeNfQSdYiVLa0Ayti2uIdhhajKx1Y/G1ivLS9pWLFqRp2a2/RxQNeOxn3qkKeguqJE0gaVNcUqWJgHg5mHWWUrVnWKBh1xizohVy8dOtkRq437ZeGGhFjt0k9uHH+t2v6vpaqOWH3uuefCTBXLkAAJkAAJkAAJkAAJkAAJFIHA7bff7kasmnI1DukAshGryI+KzyK4/BGrVVXVKRGrupxZHp93GhsbZdeuXZEOsEJ7iFRFflUIVly5iFXMR8eOHTOuCiUS1xvF3JyhQQdNxfjwKiUtl8suz6gHJ6NXA3KZehgEHNIlMlHmP3i54Mgqe/lko9Yo2GXJXk28JXGwVaIuMz1CxgljgYISoFgtKF5Wnm8CP1n5hKrSJkRNubr75OGUMlqo6i3x6dIAHDp9QiBpEWkKsRflglxFdO3uY/utqQmuHTjBk2c1rFj1S1ukIajrUKdyp+qI0TBi1Zaj1RxfWLGK/jy/4VU3Clgf2LVxz6acDq9CBO5zG5a4kckLxl2rImz3Nu6TX6xforo6vks/mTfuGo9Y1dtnfve730WZLpYlARIgARIgARIgARIgARJoQwLdu0+UL9xzpfStrVVRq2c/WybPreouX/zGMNn5y5dlowyW2ffeIBfVqZDPNk0HkI1YxecQ5EjVfU3KVfQ9nFjFvZCzyLG6e/fuULOBdiBThw8frmSoTpuQi1hFfe3atQvVfr4LpY3YzHdjrI8E8kiAYjWPMFlV4QlgS3tQHlWIvbra9tLUfNaVqoiCnDJwnDpNfmPD1lD5V/1pAjJtnc80agjI93asl//Zs1EV9R8KFVas4l7/4VKI/NXRqng+qC4zujRdjlXUAXmtxbWZTsAfsYqy4PrfaxZ7eA/p1l8ONB1OObzLxilI4prjvLLvaLlq9EyPWK2vbi/3T73dFav4ZUanAli8eHGmKeHzJEACJEACJEACJEACJEACRSJwzcTu8sH+QXLZzVfJ6K4Qq8vl+bf3SlXVILny7rlyUZ0jI3FpSdlWXc1GrGIH3eeff+7pr04FEEWsIlcrcqweOXIk1HDRBsR09+7dpWfPntKpUyf38CrbVn+/cNU/ozGdfgB1IC1DUS5f5KgZoVmU/rBREghJgGI1JCgWKz4BJUf3bJYthz9LK0ghUxFxOrK+v0waOM7t+PZDu2TnsX1yuvlM4P066hWCFodhIYUAROvonhfKgPq+aXOToiFEquIa3XdkCjCduzQXsWpLNWBGoAaJVfRLH34FPndPucU6obaDo3RBm1jFc+Y9uqx/jEGrJ4xYndl3lFw1aqaq4qcrn5TGc2fwX375+oR50rVDFyVXtVhFTiKK1eK/VtkDEiABEiABEiABEiABEggiMP+G6fLpmu1SfdnNcvWoLnJuB8TqPrn4xq/L9P7VKs9nKYlVjFMfYBV0eFWmHKv4PHPw4EH1pdMKhFlBaA8itHfv3uoL0abZRqxmOrgqTH9YhgQqkQDFaiXOeomNGeJuxbbV7qFM6D4EaFB+VD08fXCU/rnxzImMEav+9AA6CnbX6RMuNeRfvajvSKtkRaQlLlv6AH1w15dGXC4XG8I3TMTqt6fd6eajNaM59fZ7HPCEK6guWxqB/t36pawEM7IVqQbMMkFiFZWY4hY/5ypWzX7cOXqWjOozQv2CsGbHenl1x1olVid3HyxzRlyhfvHAl04F8OKLL5bYCmd3SYAESIAESIAESIAESKByCNwyd5p8uvYzR6yOrJNzO1bI796plpl3Xi8XdanxHPZUChGrmDmkAsDnkSCx6n3cOdAKl/73+PHjsnfvXsFBWNlcOHBqwIAB0rVrV3V7UMSqPmTLJl8hZXWe1mz6wHtIoFIJUKxW6syXyLg/O7xTfv3ha6q3kHXj+o1U289X7flQPZZJrkYZJqQqrvoOzr84+Grm8GlKaKLNwyePyN7GBjdiFuVnDL3EE52KVAWfNO6T28df65GSWhT6RSja0cIV3z80Y4FoSYqf9fhNyYm+IK8qLv+2/qfWvOjmPP3mlFulZ10PF4HJEv3w99E8HMufBxaVaKHr76NuwJ+m4NZJN2TEb4tYNfuB6Nq7LrnZ/cXgzLkz8sKGP8i2pkMiLa1y9YCLZWzf0a5Y/WzXDvnjq3/I2C4LkAAJkAAJkAAJkAAJkAAJFIcATq+HxOvvRqxCrHaXm/5smvStTkasmjKyrXqaTSoA9E2nA9Ci1Im6xTOORPV/6fFAcOLePXv2yLFjx0SLz6jjRXvdunWTgQMHqghWM98q6tIi1am/FXEqKfK1qGkAog6Y5UkgRgQoVmM0GexKKgEt3q7sN1quHn2lWwCiErlFzUjSXPmZJ9tnqgtRtB83bJM1DVukV8cucv3oK5XENCMtdcSsjpTFzzePu9aVnYjyXLNnkytC0aYpa1due1fVD3ms0xHMGHGZ6hra+fDQDnlw2h1KxKI/f9zyZkpdSGGg78F9iDpd+vEKlxvEZcea9qL7qA/4MiNqcR/mQR8IZhPKmpceP8r82bQ70mI0Ra+tIOTupUMmqvGZf1E9ffa0/GnLSll7aIdIi0jX6nbSp31XaTnfItv275XzHx3ONH18ngRIgARIgARIgARIgARIoEgEvvjFOXL4nU1y8rIvylUju0jzzjeVWL3xz6ZJvxIVq0CJPKtajNpkqvkYyp0+fVqlEDhx4oT6F4I1lwtCtXPnztKlSxf1rz7QypZbFe2Yj+NeiFVeJEAC0QlQrEZnxjvakIAWqxB1E/qOkgH1/eRM81kVOYrDoPC4eVhVNl3TddwzcZ4nwjNMXdhiv3HPJnllxxrRuU4hOSEw0U99QbriZHvzQuRp05mmlGbqOtSpKFnUc/Z8so72Ne3d/uFetKFzuaIfiKj1X+Y95nOQmqjfvGx91M+jLfPSfbQx0nXb0iGEGT/K6BQEOom6+R99/BKCr2Mnj8uOQzvl8zOnpeX8eTnffF5ONTbJ+2++H2bqWIYESIAESIAESIAESIAESKAIBPxi9dzON+WFMhCrSE+GlAC4gsQqnodERXQqxCo+5+CzjXmQVLZTotvUOWohVhHFCsnavr03WAVtmJ+xUBYHYfEiARKIToBiNToz3tGGBCD/Xtr0P2kjU/UW/qjRq+bW/2vHXOnmMM1meBCdb326Wob3HGI9uCqbOnlP8nRKv1jFX3P1l86vqnOs/v73vyc6EiABEiABEiABEiABEiCBmBK4afZ4Wb35gPSf+kW5CodXlYlYBW4dtWrmhoU4hVBtampSz589e1alMst223/YaYVghSyFVEU0al1dnfpeH6Slg1jwM6NVw1JlORJIJUCxylVREgQQMbm30YmaPH6mSUWD9u7s5A9FpOX2wztVaoCOtR3c8WxFHk7jwrb3Q6dPSF3ioCeUnTJwXF5FKPrZs3MPT57UkgAc004GRayaYhVCVcvVffv2ycsvvxzT0bBbJEACJEACJEACJEACJEACOsdq1Zir5e4p/dThVS+s7lHyqQAws/icgkhUSFN8D4kKmYooVcjVfESmRl1BWvLiYCoccoUvCFadi5W5VaMSZXkS8BKgWOWKKBsC2A6PbeiHmo7KgabD6vApLV8Pnjwip8+dlW6d6tRjQ3sOySlCtWygxXwgFKsxnyB2jwRIgARIgARIgARIgAQiErjpppukw5HV8ua2Khkwfb5cUf1e2YhVoDh16pTa6n/8+HElWREEEpcLkhVCFVv/kYsVkhuilRcJkED2BChWs2fHO0mABApMIIpYxV+D9+/fz4jVAs8JqycBEiABEiABEiABEiCBXAhArPbv31/atWunvrBdHV8QftiWrnOEmnlKc2kvyr2bN2+WsWPHRrnFWvajjz5SUapxvpB79aKLLopzF+Pbt93L5eHHX5drHnhYZg+KbzfZs7YhQLHaNpzZSoUQwF8n8R9Q/EeqXW2tnGtuVv82Hjsm7fGLQ/v27vP4y+Cxxkb1F0JdDpjMsroOjQ9l0QYeR136fjyv68C/KHfw4EHVJi5837t3b7f9+m7d3PKo7+y5c6qc7jfqNi/cteq4wwAAIABJREFUr59D//A9LtX3s2dVn/EYvtfjwfeoV5dFn9FWt/p6T93r16+XSZMmuY/p8eEBsER5tI/7a2pr5eyZM4JtLFXV1XL06FH1+IlEvqJTJ0/KkldfrZDVxmGSAAmQAAmQAAmQAAmQQH4IYOs6frdGFCO2idsulGlsbJSuXbvmdNBRJYhVfKb5+OOPC55HNdvZh7weM2ZM1tGqTRufln95brOv+Wvk/odny+BsOxXX+45vlKd/dFRmuGNrko3Pviwy9y6Z0DWunWa/2pIAxWpb0mZbZU8Af+GE3IMQHHrhhbLpww9l6mWXKQG6d+9eJRmHDB0q7737rkyePFnWrVun/l397rsy7bLL5LMdO9R2DPzCgmvkyJFy6FAyVyz+eoo2evXqpUTpkldekXHjx8uA/v1l1apVqn7cAxEJwYooTrQ9e84cdd/BAwdk1KhRqn94HvXgP/pbt25VchOS88KhQ2XkqFHuXH2ydav6/uSpU9J87pwMGDBAle/dp4/6a+77773nPoZyGDeeh9RFf9AWykK4gse8G2/0rIPly5ap/ulLsdq3z0nqfu6c+sUNV9PJkyonEZ4fNXq04vTaa6/J8OHDFa8udXXy6aefyoaNG/O3zt7+gVRd8V1ffd+Xla3fkSvy10p+atr9pNw++D6ZsqpVvnN5fqrMvpb98uSd/eW+Z0XkkZXS+o+509r/m9ul/70iT+x6Tu7lX4WznxreSQIkQAIkQAIkQAIWAgcOHJBdu3ap37GHDBmiIknNC9vZ9+zZo+Tr0KFDpXv37llzrASxCjhIB/DJJ59kzamQN+IzY7du3bJqYteyh2XhG2Pl9r/zikX1+IHb5R/umCB1WdVcKjc1SdPxOqmjVC2VCSt4PylWC46YDVQSAS1WEamp5OXZszJg4EAlCI82NsrAgQNdYYgy+AVmEB47d04ajx5VIhKCE2IREnTsuHHqP8b4BQeXKVbxMwQtokuvu+462bd3rxw4eFDdr+Ur2oW8hcyENIVwnTN7tqofQhWRq7Xt2snmTZvUfX9atkwJUZSH8MRjaH/ixInqHghMPIbntFjVYhT1792zR40BY+1eX5+MbO3cWY0HTCCS+w8Y4C4Lv1jFE5DEuPR/7NFPjANyFnIVYhXJ4NeuXau2DPXs2VMGDRokb775pvrLcO7XKvlB1Qz5rtyWIvIcwfd83oRh7n1N1BAnsZoQ0t/Po+SlWM3bSmFFJEACJEACJEACJJBCAL9jNzQ0KHnql6s4LBbSFTlDIV179HAOEc72qhSxCj4Q0Qj+iNOFwJRsxbgTqSopUlWND9vjV3V3xGpiq7w57uS2+V2y/OHtMuwBkYWJ7fTDtj0s20fcL/L4Qnn96vvl4Tkiyx9eKK8bFaS739yO74+mTd6HSNN/kec+NCodr0Ww/zkj+taMWFXfPydmrO7Y2/9B7prgqGTIZXcceMCtP04rgH3JNwGK1XwTZX0VTWDHjh1y6OBBJSs7X3CB+mvue++/L+PGjlXb5fHcpVOnKsmJLTYQpRCLiPKEhMW2d4hMfI/HEOUKmajFKmQoLh3NCfEKmQl5q7fko018v2HDBlUWEaaIhMW/uFAn/kK5c8cO9TOk6abNm1UbiILV9ekk5ogQRX/RN5TBGHr17q3ELC5IT9XPzp1Vv/TWId1HLUcRITtyxAj5ZNs2T94im1gFRwjeM2fPqvrBBN/36tnTjVxFSoDRo0fLzp07lfA9feaMSGurvLN6dY5rUEdbpolMTYjD257cJ8/d0y/H9vJ0e4zEaiEkaCHqzBN5VkMCJEACJEACJEACZUHAJlex/R+/byNAIh9SFaAqSaxivIhchVwFy2Je2P4PqZptpCr6rqTlR+PSR6Um5GN/M/+oEq37EkIWYlULVCdxgBMFa8rMJmnqWpeMfPVsx0+93+Wqym2ScTqa1mi3fq0/ojYhU/vcL//QY6VnXJ7oW7ftYbL94YWyzxCp4hurdxzJ+h+eU3YJEoq5lGPXNsVq7KaEHSKByiLgz7Fqjr4oh1eFkqYJ+SpPyL5n7pV+4kS4rrGIVkcITvGmD7CkGPBK2mR9P5W/skTI6ojaBC1st//69tRUADm3Y1uLxjZ/PH2HZpAsGyxBffemRATbxv2SPLHxZietgL7M9AIZx1hZryeOlgRIgARIgARIgARyIWDK1bq6OnWiPSJW8yVV0bdKE6sYM4JSEDyig1NymaNs7kXQDAJwdPBMNnXgnvBi1ZCbuNEjPCFGV0p3I5UAhOTKHsnIT7d/nshXnX4g9f7keIKfU9JTEA2blJzuYyO2J6Nt/XA8YtXbbxFH8kpCIvvHoXgdmeFpM1v2vC++BChW4zs37BkJVDyBtherIaJVrbMSQazatsknok2fd4WhIU5TcpQmnvPLxR+tkduefT6ZYzXndmwDTbTtylQ/L784NXOspvY7VcAGj9sqa0ONseJfRgRAAiRAAiRAAiRAApEIILJy9+7dKo0YLqQz69cvf7u0KlGs6glASgWkg2vLq0+fPjJ4cH4iJtOKVSVBRe7/u+6y0rdd3hlvsBi1CkkcjqXSAqDvpjBNJ1aV/vVu+U/U4USTWsjrNnzb/N0UAhSrbblcS7ItitWSnDZ2mgQqg0Dbi1W/OAzLObxYXfVPVTJjY2qUp3r8ezr9QHA/vOWS/XMeF9F5TXNtxzZyq9xMSGExonVt5ayRu4lI3+/6hXLIKNhwYww7hyxHAiRAAiRAAiRAAiTAiNXNnrRlhVgRJ06cUKnUmpqaClG9WycijpEOrkuXLnlrJ2OOVVes+iJWPT3IHLGaEsGaIeI1eICOZD16xcOCPK7+iNXA+1Lyqh6VGQ8jFQAjVvO2mMqoIorVMppMDoUEyo1ArMSqZcu5uFvZw4vVoDmyitWUaFV/CgKjtpAHRoVrx6pV5ck7+8t9bvoDXSa1T6liNbjfYfsTJcdqkHwut9cHx0MCJEACJEACJEAC+STAHKuiDgHGORhtceFgK0Sv5luwQqgiSjXbA6oyjd2J/NTRp8nSbn7RRMSqGLlIvZGu4cTqwgP6YCmdgzVzKgBH/PaX+x+eLSpG18iBqsSqmcfV3cb/D9J91b/Ic32SaQI89UTMsWqmNGAqgEyrqTyep1gtj3nkKEigLAnESqz6CSuRuUae2PWc3Dsoqlj15Uh16/ZGrKbmbLWkAdD3Wg+vyrYd23IKbtsvMtNu8beu1EzjFgkWq5nGWJYvDQ6KBEiABEiABEiABPJKwCZV27Vrp9pAjlVsYT9+/Hhecq1WcioA26ThYLAjR46oA3lxAHA2Fw4QxkHDPXr0kM6dO2dTRaR7HPG42XePIVs9uVFFZHxSknq39TtVpOZY9W7nv+aBhPwU1FMva1IiR5Nd8W/5H+sKXl+KABFxt/snJOvrbjXGWFKiV58Tc+TJ+lPHQbEaaVmVbGGK1ZKdOnacBMqfQNuL1fA5Vr2iL7xY1Vv21ewZW969W+WD6gsvVnNrx7a28iBWUyJw/e1k4igJke3cF26M5f864QhJgARIgARIgARIIFcCiJyEPIWcw0FVWqrqenGI1Z49ewRRljgEKZdoSIrV4NnC4VYQrfj39OnTSrSCPfLe4qqurpba2lqBSO3YsaM6jAoiNddDqXJdP7yfBCqZAMVqJc8+x04CMSfQ9mJVR0Y+7+YqtSPSAva2jBGrnmhOSz5SXX84sRoyFcCgJ+X2wfeJmfc0Wju2UQe1nVsqAG9LEcRqaJYxX+TsHgmQAAmQAAmQAAnEgADEHaQp8nFC2tkulEFUZdeuXZXcy/aiWM2WHO8jARKIIwGK1TjOCvtEAiSgCBRDrIpkjlp1JOjz4s+xmjyESU+g3qae2OoemAfV32YEwZhoSvdJHV4lSFPwXYscDt+OVa2qcXujRiXk4VWOYNYi2tW8Tt7WCSul9R+vQAyq/KBqhqSmQLCkAgjNki8mEiABEiABEiABEiCBOBGgWI3TbLAvJEACuRKgWM2VIO8nARIoGIHiiFUMRwtRvwhMbj+/7Y7b5Plnk5IxVRxqiYn6vDlEv+s59d4slzkC1u2bWQck44/WyG3PPi9TIFYvT/Q/p3Zs0+qv1y6hrflQEwL2eSMdQFAuVptYFU9OW2OOMo6xYMuTFZMACZAACZAACZAACWRBgGI1C2i8hQRIILYEKFZjOzXsGAmQQPHEaoJ9IirSOxOmJP0XGaYOr3JKeHJ+Ip71yX3yU/kr6X/vFFnZ+h1BTKaO8ES8q3MlZKo42/efVxL2Gnk9IHLTuceUsTpX6zBZWDVDRInVfLVjW4O2tu+VfkbR8AdN+cV1cMRqUnaLiJazWtamZZngzpcTCZAACZAACZAACZBALAhQrMZiGtgJEiCBPBGgWM0TSFZDAiSQfwJFF6v5HxJrJAESIAESIAESIAESIIGKJhBnsVrRE8PBkwAJZEWAYjUrbLyJBEigLQhQrLYFZbZBAiRAAiRAAiRAAiRAAm1HgGK17VizJRIggcIToFgtPGO2QAIkkCUBitUswfE2EiABEiABEiABEiABEogpAYrVmE4Mu0UCJJAVAYrVrLDxJhIggbYgQLHaFpTZBgmQAAmQAAmQAAmQAAm0HQGK1bZjzZZIgAQKT4BitfCM2QIJkECWBChWswTH20iABEiABEiABEiABEggpgQoVmM6MewWCZBAVgSqvnPvhNas7uRNJEACJFBgAq2Jd6dWaRV8D9Ha0irS0tIq51tapfk8vlrU19nmVjnQ+LksWb2nwL1i9SRAAiRAAiRAAiRAAiRAAtkSuPHKYdK35wXSrrZG2tVWS21NldTWVEtNdZVUV1dLdbVIdVWViPp/leDb1AsfFKxPZNkt1JVUI2gze1GSz35lORzPbXnoTx6qcLqUt4ryASZPdcRpTOxLniY1UjVV//u6HN4vIjXFwiRAAiQQjYD6ZQZCNfFrDuSqI1ZFzreKNLckvs6LnDsv0tAksnRz9r8CResdS5MACZAACZAACZAACZAACUQlMG9KB+lbXy3tlVCVhFgVqVFCVaQaghWVVjsazi5WdasFEklhq/X62ESnAm4OW2dUoBnL56Hh9JOQsQfJAnnoS4TW0hfNV1/yVU8+BpaPvuSjDozF+uKIOMh89iVi0xGKV/3vL1CsRuDFoiRAAm1IwCNWE4I1Rayed+SqEqsnRJZuolhtwyliUyRAAiRAAiRAAiRAAiQQicC8Sy+QvvU10r42KVVrq6scsZqIVsW/TsRqOrGaCCvNi3vxVhLKI1qDZtNE0kbuZ+QbLPOA/ihNnf2F6JZQQMI0kY8xaWkXpr2gMvmMeM7HmPJRR77GlI++lOMcBa+3qodvoFjN5eXIe0mABApHIEisnkfEauLrHKJWz4ucPS+y/4TIyx9SrBZuRlgzCZAACZAACZAACZAACeRG4KapHaR/92ppV1Ml7bRcrU5ErEKsYvs/olUzitWEvMmXB8pmWNa289WhfNSTB7GaD0fmss3HmPJRhx5UPj475iius1l3gffkg00udSAa6lweR5RLX8xu5CN6No1Y7Te9Rz5WUh7BsSoSIAES8BFIRKs6iVaRaxW5AVqltcXJu9p6XqQVOVdPNcux7SeJjwRIgARIgARIgARIgARIIKYEOo4fItVdOkkVQlRrqqUK+//xPUxqNXKqOka1VaqkWWrzFyyZlkectEi+ZJIecJzGFtNFyW7lTADnolRXtZPqC6blWa7m3LWCVdCuukpq1dvVlL58lRUMMysmARLICwEzdBUVqmSr+t/E98gR8HmztO48lpcmWQkJkAAJkAAJkAAJkAAJkED+CVSNHy7S9QJHptbUOIlVDbHqhKpquZgIW81/N1gjCZBAXgngTyHtpH3dldLaejavNce5MpWAofrSPhSrcZ4l9o0ESCB5JKcKVU2cZAWRqgWrSrzaKq2fN0vLjuMkRgIkQAIkQAIkQAIkQAIkEFMC1eOHJcRqTfLEKles+k+soliN6TSyWyTgI9AqNVXtpF3nmRUlVgGBYpUvBhIggfgT0H/+oViN/1yxhyRAAiRAAiRAAiRAAiSQhgDFKpcHCZQjAYrVcpxVjokESKBcCFCslstMchwkQAIkQAIkQAIkQAIVToBitcIXAIdfpgQoVst0YjksEiCBsiBAsVoW08hBkAAJkAAJkAAJkAAJkADFKtcACZQjAYrVcpxVjokESKBcCFCslstMchwkQAIkQAIkQAIkQAIVToBitcIXAIdfpgQoVst0YjksEiCBsiBAsVoW08hBkAAJkAAJkAAJkAAJkADFKtcACZQjAYrVcpxVjokESKBcCFCslstMchwkQAIkQAIkQAIkQAIVToBitcIXAIdfpgQoVst0YjksEiCBsiBAsVoW08hBkAAJkAAJkAAJkAAJkADFKtcACZQjAYrVcpxVjokESKBcCFCslstMchwkQAIkQAIkQAIkQAIVToBitcIXAIdfpgQoVst0YjksEiCBsiBAsVoW08hBkAAJkAAJkAAJkAAJkADFKtcACZQjAYrVcpxVjokESKBcCEQQq7tXfVQuo+Y4SIAESIAESIAESIAESKDsCAy6fqZI1wtEampEaqpFqqucf6uqRKrxrzjfq6vK+ZkXCZBAzAlQrMZ8gtg9EiCBiiYQQay27Dhe0ag4eBIgARIgARIgARIgARKIMwFGrMZ5dtg3EsiWAMVqtuR4HwmQAAkUngDFauEZswUSIAESIAESIAESIAESaAMCFKttAJlNkECbE6BYbXPkbJAESIAEQhOgWA2NigVJgARIgARIgARIgARIIM4EKFbjPDvsGwlkS6CCxepDDz2klUW29HgfCZAACRSEQGur8/aEf/VXS0uL4Ov8+fPqq7m5Wc6dO6e+Dh48KEuXLi1IX1gpCZAACZAACZAACZAACZBA7gTmzp0rffr0kXbt2kltba36qqmpcb+qqqqkGrlWVarVKvXFiwRIgATiSqCKYjWuU8N+kQAJUKxyDZAACZAACZAACZAACZBAeRGgWC2v+eRoSKDSCVCsVvoK4PhJIMYEKFZjPDnsGgmQAAmQAAmQAAmQAAlkQYBiNQtovIUESCC2BChWYzs17BgJkADFKtcACZAACZAACZAACZAACZQXAYrV8ppPjoYEKp0AxWqlrwCOnwRiTIBiNcaTw66RAAmQAAmQAAmQAAmQQBYEKFazgMZbSIAEYkuAYjW2U8OOkQAJUKxyDZAACZAACZAACZAACZBAeRGgWC2v+eRoSKDSCVCsVvoK4PhJIMYEKFZjPDnsGgmQAAmQAAmQAAmQAAlkQYBiNQtovIUESCC2BChWYzs17BgJkADFKtcACZAACZAACZAACZAACZQXAYrV8ppPjoYEKp0AxWqlrwCOnwRiTIBiNcaTw66RAAmQAAmQAAmQAAmQQBYEKFazgMZbSIAEYkuAYjW2U8OOkQAJUKxyDZAACZAACZAACZAACZBAeRGgWC2v+eRoSKDSCeRFrDa3npFmOSPnW89Jq7RWOlOOnwRIIE8EtFjF2wq+b2ltldaWFmlpaZHz5/F1Xs43n5fm5mY5d65ZDh04Isv++FaeWmc1JEACJEACJEACJEACJEAC+SYw5/qZ0qtPD2nXrlZqa2ulprZGamtrpLq6RqprqqW6ukqqqqoE/1P/r6rKdxdYHwmQQAUTwHtLTVU7qZUOUlvVIWcSOYvVs60n5cjnjfL2to/ks0N75dz55pw7xQpIgARIwENA/72mNfEN/mlRtlWkJfF9S6u0ft4sLTuOEx4JkAAJkAAJkAAJkAAJkEBMCVQP7SpVnWpFqqsSXwJ76nyvHaqWqXSqMZ1FdosESpdAu5paGdZroEwfMUZ6dKqX9lWdcxpMTmIVkaqHPj8kT73zOoVqTtPAm0mABNISoFjlAiEBEiABEiABEiABEiCBsiBAsVoW08hBkEDJE4BgvXv6NdKrU6+cIldzEqunW4/Lqx+8K1sbdpY8UA6ABEggxgQoVmM8OewaCZAACZAACZAACZAACYQnQLEanhVLkgAJFJbA6L5DZe7FU6VjVdesG8pJrJ5sOSz/uewVRqtmjZ83kgAJhCJAsRoKEwuRAAmQAAmQAAmQAAmQQNwJUKzGfYbYPxKoHAKIWv3zOTdK5+qeWQ86J7Ha1HJI/uP1l7JunDeSAAmQQCgCFKuhMLEQCZAACZAACZAACZAACcSdAMVq3GeI/SOByiLwl9fcLHXVvbIeNMVq1uh4IwmQQJsRoFhtM9RsiARIgARIgARIgARIgAQKSYBitZB0WTcJkEBUAhSrUYmxPAmQQOkRiL1Y3SCPTv2GLEpDdub3lsqPb8l+ewGq3vDvU+UbvxLJR12xXwT/b0cRWSby/0yPfVfZQRIggbgSKNX3ZrPfC+QX731bJuaKmO+puRLk/SRAAnkkQLGaR5isigRIIGcCRROrra2tcrL1MFMB5DyFrIAESCAjgRISqwsef0++PTnjiLIqkG+xGqm+A4vlb278J3lLMn/Ij1Svn8Tq/yMy+2Hvo7f/l8gTd2fFjDeRAAlUMoGkoCyl9+bDL/6NzH3kLZEZ/yhL/32+7Mnlj2p8T63kFwDHTgKxJUCxGtupYcdIoCIJQKx2ruopVVVVWY0/61QALS0tckqOUKxmhZ03kQAJRCJAsapw5SQsIwEvduF3RDrOcTrx3ztE7upb7A6xfRIggZIkUB5iNbe9Dpg4vqeW5PJlp0mgjAlQrJbx5HJoJFCCBCBWL5AeUl1dnVXvsxarzc3Ncrq6kWI1K+y8iQRIIBKBchGr6x6VqQ9YEgYkopJ6ulGhJp2Z8o+v/Fjm90mKVT87HYnlRjn5CgRFapmi9nvyiMx9ZJgs+OoiWfSrZAVu2gEzYvWVYbJQRa+m76e6d8iv049ZjC2vX/2FvPfXfUXuGyoyfpmIzBF5RESWnxaZFmnFsDAJkAAJ4M9RbpqWtBGrMXpvTn0fXyDf+eoi+YFOA3P5m2r3wLCvLpBFvzL+e6L/O8L3VK58EiCBEiBAsVoCk8QukkAFEYBY7dhSL7W1tVmNOmuxevbsWTlbe7yAYrWrXDH5Umle94a8m9XQeBMJkEDZECghsWpljg+83xV5JCEjkzlSTan4HVnwqx84eVqVYJwoyQ/YzvZ7SWwHFUnI1r1a1Do/D3tqqiy80MjlmmH7fqpYdVSpEhAD9NZ//89zZa4slaUh+jnz238r8ui/KQFrH7MzTl4kQAIkUBgCGXKsxvS9OW0qgIRYVe/W6r8VA2XxX8+Vf1qZ/G9HYViyVhIgARLIHwGK1fyxZE0kQAK5E4BYbd/cVdq3b59VZTEVq13liivukOu7HZQ/vvqirMpqaLyJBEigbAiUkFgNjIpyJWcyAhXzo+WmfDUpVt06fGLUFasJ8SrWOm0iwdumXhdWsWqJevKK1qRYzdTPpFgNGjPFatm8RjkQEoglgRARqzF8bw4nVi27GfR/G2I5F+wUCZAACSQJUKxyNZAACcSJQBmK1YRU7dVB5NxuitU4rTb2hQSKRaCsxGoARJtY9RVNStiEkPQIgftl+43fcCJe9QFTAcIg72I1oJ8Uq8V6wbBdEiABh0AUsRqf92aKVa5fEiCBcidAsVruM8zxkUBpESgzsWpIVcwDxWpprUb2lgQKRaCsxKo9etQqAKJErP7qGnn9q8h7atTfVmI1oJ8Uq4V6QbBeEiCBcASiiNX4vDdTrIabXZYiARIoXQIUq6U7d+w5CZQjgTISqz6pSrFajuuVYyKB7AiUlVi15xtd8PgvRB5IRJxmyrFqSwXgilVdvyTz7pmy1ZiBXFMBZMoFyxyr2S133kUCJJAvAlHEanzemylW8zX/rIcESCCuBChW4zoz7BcJVCaBMhGrFqlqzGdzc7NIyylpbDoq2/evl1XbdktjZc43R00ClUmgHMQqZi7g5OnUXKXmNKfJo+ePSHUPs3Lun/m9X8g1r33DOdREpwfIWawukF+8MkwWJg7iSlaX2k91YNWQX8vUB4yTq/UNgSdY8zCrynyRc9QkUAgCIcRqDN+bcxOrIo9O9f6RrhBkWScJkAAJ5EKAYjUXeryXBEgg3wTKQKyml6o2YM2ndsu7H7wof2zIN07WRwIkEEsCsRersaTGTpEACZAACZAACZAACZBA7AhQrMZuStghEqhoAiUuVqNLVXe2zx+XzZtelGc/O17RC4CDJ4GKIECxWhHTzEGSAAmQAAmQAAmQAAmUPwGK1fKfY46QBEqJQImLVRHpe7V889Kx0qsmC+zN+2XF8ufljZPR773iivvl+l4dfDcelbUv/UZeMh+dfI98b3B3EbE8F73ZPN9xtXzz5rEiu34mP1sXtWrn3l6Bt+VrvLn0MeqYRNS8djsof3z1RVkV/faC32Ffd2jWyzvu4yg4KH8DFKttjpwNkgAJkAAJkAAJkAAJkEAhCFCsFoIq6yQBEsiWQOmLVYw8B7nadOAN+dE7myPwmyxfuWGGDGt3RrZ/uFB+/am+1f74zVd/Uy6RzfLIG29EaMNXdPgt8r/G95Z9nvayry55Zy7S0rm37tBK+edVka1shM7n0scIzSSKxl1IOmL1VIrAV+usLilXYzcO9QcGSf3DQ/Qpyu4OitXsuPEuEiABEiABEiABEiABEogZAYrVmE0Iu0MCFU6gPMRqkFw9t19WfbBVmnv0k/p2naR/997Sq5MvyvTc7kjRiY7A8ktVv1xNCi6K1VxfYW0rVnPtbaHvDxKrQY8Xuj+h66dYDY2KBUmABEiABEiABEiABEiABIIJUKxydZAACcSJQPmIVZtctUjT+oEz5OaxF8uwTrWJeTguG19fJL8LmQ5AidIOwTI2Kbg2S72KbNXT7ZOtdcYyMPqpIw3XHustl/TqIIdOHpVenZFKwLkO6W37boqBZD3ucwErzJHC+knI4U+ly/hkKoDUbebptvOHiVhNRPGe8UXsqgjcQdKUGIu3X+if2a5XrNpEtf+xMPV5UhgBa/0JAAAgAElEQVQ0JfuXEumZ6GtHg2mSs+7bZpHBybQIp31RvGm5psxjkLR3OhBWrMZpHN7xJ8eXdp50lPaug9J/8CDpaMxRVm+gjFjNChtvIgESIAESIAESIAESIIG4EaBYjduMsD8kUNkEykusYi7NtABB0aidJ8g9V8ySUZ1wQ3qR5V8e4cWqk2vVLv1SxWGvhDjSEsoj5/ypACypATJFLPq3iovo1AWOrF3bCVvMxUhvkHhegiRyGLFqF4FmXw+l5DT1y9hoYjV1C7xZnzh5YT2SzjsOz/0JqSqGKHX6rjnpPLPGfPqksbc8VpPBdYvILEMwpxOneh3a5zl1LmI3Dl/Eavp5ekNEC+2IEeWBb+cUq5X9XzqOngRIgARIgARIgARIoGwIUKyWzVRyICRQFgTKT6yacrUlzTb/wTfJ300eKnVyXDa/vUiePRhuPvMiVn0Rr6Z8tYqzMDlWM5SxpiRIREsmxao3d2f6PJ3pD69KjerUB2Q5YrH/seDcrN52o4lV2ywm6zshl6Qc1uXtT6qQ9OW29XC2yWVvf23z6bahxKqt/s6y2X8IWmJgWR1e5ZO9qqq2HkeIVAA2GayjmsO9OtOUoljNGSErIAESIAESIAESIAESIIE4EKBYjcMssA8kQAKaQHmKVS1XJ3SRta8Fne6eiBysPSirfv+s/DHkmsiLWDXTAOh2zYhV/6n0AdI0VbIFR99axaoh3JyIVV/+WfQtMGIwXMQqqvC0bR1LMnrWnQa33WzEalB9NrHqnfhsxKro9AyqKptYTcPVk2pAR75OliuGr5NV7sFoyT6mTwWQjDi2SUoznYFTo14vtjy2eR6HVaymmfcwf0wI+ZpVxShWo9BiWRIgARIgARIgARIgARKILQGK1dhODTtGAhVJoHzFKqazc1epP3lcGq1Tm9wi/u9vvBFQJvXGvIjVTDlaM4jVpFD1b0H3RT8a3bcfopWUZ45YTT1tPvhVEV6siiHVvFv/DbEWmOc0ilg9qqJhVV5ba33FEqthuVpSC/gmIDjlQ+aUBsHRn2HFag7j8IjVEPNOsVqR/0HioEmABEiABEiABEiABEggEwGK1UyE+DwJkEBbEihvsZqWpCN3Ou1eJI99cDw0cydXaVBkqBZGvoOqJHk4UqqYTbMVXffKJ5mscjebVAApEatecWaXsbpTEcRqIq9ol/0r5UQ/Mw2AvY5oqQBSc6jW2Q6PUrK6MKkAMkes2rn+8fRwud4v0X0Rr/6FmTex6hGd2YlVvT5CjcPSXvA8vSirKlSsnjp1Svbt2yfHjx+XlpaW0O9LLEgCJEAC5UagurpaunbtKv3795cLLrigqMPje3NR8bNxEiCBGBGIy3szxWqMFgW7QgIkIJUrVjtfL389q5O8+2pQqoCg1aHlqV+u2h+3H15l3KuE0wXuoVHWvKY2sVpnOQArzUFc4Q6v6qAOsvrZOp2Dc5BkinL0y7Egas64RE63O2XkD01EaJqHSSXyviZTEFgiVs2x6/KqDsvhVJ76HLGa78OrMotVO9fUA8NwthXWQ/fkPPiABopV30Fb1lQALuf0B4Q5TdpTAdjWR6hxWMSqZx78816BYhUf3D/++GPp27evkgj4xZUXCZAACVQqAfxxCe+LDQ0NMmbMmKLJVb43V+oK5LhJgARsBOLy3kyxyvVJAiQQJwIVK1brJ98hd55bKo99GD5a1Zw4+yFCpux0StuiPh3JqWvzClr7gVHJrdNabHnrQLubpV5tg8+QZ9XI73po12aRwWNFi0H/mJIHUNmWbPrDq0R8LHQuUVOiGgKvl24Cz+/oIv9r/CDpqPKs+qNMfXk5mzaLipjs+Kk88sYbrhDMVJ/7PNoNTEOQFMxmftLgg7lShSQeScfVO48OhNO+iNvM6y71vpR15Mnl6h2zX6I6taVGseY2Dr1evHldA+fJdrBXLu+cJZBjddu2bdKpUyfp3r271NTUSFVVVS4j5r0kQAIkUNIEWltb5fz583L06FH5/PPPZcSIEUUZD9+bi4KdjZIACcSUQFzemylWY7pA2C0SqFACFSpWB8msMb1k48frQudWrdD1wWGTQHkQKAGxunbtWhWV1aFDBzdalXK1PJYfR0ECJBCNAD6440Jk1JkzZ1Q0/yWXXBKtkjyV5ntznkCyGhIggZInEKf3ZorVkl9OHAAJlBWByhSraQ+1Kqv55WBIgARAoATE6vvvvy8TJkyQdu3aMVqVq5YESIAE8Nbd2irnzp2TjRs3yqWXXloUJnxvLgp2NkoCJBBjAnF4b6ZYjfECYddIoAIJVKZYrcCJ5pBJoKIJlIhYnTRpktTW1lb0VHHwJEACJGASgFjdsGFDUcUq35u5JkmABEjAS6DY780Uq1yRJEACcSJAsRqn2WBfSIAECkOAYrUwXFkrCZAACRSYQHNzs6xfv55itcCcWT0JkAAJRCFQ7PdmitUos8WyJEAChSZAsVpowqyfBEig+AQoVos/B+wBCZAACWRBoNgf3pEKgBGrWUwcbyEBEihrAsV+b6ZYLevlxcGRQMkRoFgtuSljh0mABCIToFiNjIw3kAAJkEAcCBT7wzvFahxWAftAAiQQNwLFfm+mWI3bimB/SKCyCVCsVvb8c/QkUBkEKFYrY545ShIggbIjUOwP7xSrZbekOCASIIE8ECj2ezPFah4mkVWQAAnkjQDFat5QsiISIIHYEqBYje3UsGMkQAIkkI5AsT+8U6xyfZIACZBAKoFivzdTrHJVkgAJxIkAxWqcZoN9IQESKAwBitXCcGWtJEACJFBgAsX+8E6xWuAJZvUkQAIlSaDY780UqyW5bNhpEihbAhSrZTu1HBgJkIBLoJzF6sGl8t2/Wihb9GBH3S8/+cFc6aN+PiBLv/MtWbjVXAuj5f6ffl/m9vaujw8ev1OeGvgT+f48507nSr1/7nefkfsnBq2t8O3puldc6W8zoG41zt1y9zP3y8WJIujzI3+wlbePka8IEiCB0iNQ7A/vWYtVvjdbFhvfm0vvFcgek4CdQLHfmylWuTJJgATiRIBiNU6zwb6QAAkUhkDZitUPZOGdj4i4sjMhNsWRqweUeJwr3zNk5IEl35Vv/VK8cnXDQrnz+0tl9NdNyemtS+lWVW67VcziaUd0hmgPylb1Y4uvzUzC1lu3tTT6+PQgQy4XZkmxVhIggbYhUOwP79mJVb43p6wOvje3zQuGrZBAGxEo9nszxWobTTSbIQESCEWAYjUUJhYiARIoaQLlKlZtH1RVlNQKmfXT78vAxXfKI/I9eeYBHeMpIsbzc3s7H/6XJibXJlY9EaWee1NXhBKradtL3IN6Ht0tw2SpbM8QsaoFrHNnBrGaoX8lvYbZeRKoUALF/vCelVjle7N3tfK9uUJfvRx2ORMo9nszxWo5ry6OjQRKjwDFaunNGXtMAiQQlUC5ilUbByOqNLNY1RU40an+bflKlG5PphZwJOcwTwSs2YVwYtVpa/ddP5FBT6e2GTi1alwS2Hbk1AJR1xDLkwAJFIVAsT+8ZyVW+d5sELD/96Uoi4mNkgAJ5I1Asd+bKVbzNpWsiARIIA8Eii5W8zAGVkECJEACVgKtrQmj2iqC71taW6W1pUVaWlrk/Hl8nZfzzecFvxyeO9cshw4ckWV/fKsoNPPz4d2SCiBMBGkil6ot36k3j2n6iNEwYlXJ2T13yzMP9LHK3KzFakbxWpRpZaMkQAI5Eij2h3e+N2eYwEzvvZmez3F98HYSIIHiECj2e/Oc62dKrz49pF27WqmtrZWa2hqpra2R6uoaqa6plurqKqmqqhL8T/2/qqo4oNgqCZBAxRBo39xV2rdvn9V4qx566CEdCxapgrNnz8rZ2uPSu/PgSPexMAmQAAmEJaDFKv7VX45UPe9+nTt3TolVvCft379fXn755bDV57Vcrh/ek1vmk/IzjOh0BhEuYjVUjtV0IlfMA6giRjGl/XAesa68zhwrIwESKCSBYn9453tzLmKV782FfG2wbhIoJoFivzffdNNN0r9/f2nXrp36glxVgrUGchVitdoRq8ZXMXmxbRIggfgSOHPmTM6dO958QChWc8bICkiABOJIoDLEajJPqjdHauIwqawjVv2Hr/gF7AFPfta5331Gpq9Ol2P1r0UeRQqAZ+T+iTaZm4i23eqsJP9YHKkbkApA5e/bLXcbh3TFcT2yTyRAAtEJFPvDe/Zile/NTk5vvjdHX/W8gwTiT6DY780Uq/FfI+whCZQKAYrVUpkp9pMESKAoBMpfrOoP7vYt+jlFrAYcNmKtMzG7adt7ZJas+N5C2WJbCaOSeVwDF0oasZquT0VZeGyUBEggbwSK/eE9O7HK92YsAL435+1lwIpIIHYEiv3eTLEauyXBDpFAyRKgWC3ZqWPHSYAE2oJAuYvVUIdJ/cErXZ17RO7/6fdlbm89C5btmkqsLhT5+k/k+/P6aHXqRKl+4XvyzAMXp0yhk481THu4NeIW0UCxGrGetlh4bIMESCBvBIr94T0bscr35ize4/O2YlgRCZBAWxAo9nszxWpbzDLbIIHKIECxWhnzzFGSAAlkSaDcxar3YCkT0uiEOPVur3dK6OfM8gFyMiFXPVGmAVLVqS1se1l86A4SqwGRtVkuGd5GAiQQMwLF/vCejVjle7OIkwZghczy/BEvZouL3SEBEsiaQLHfmylWs5463kgCJOAjQLHKJUECJEACaQiUu1jl5JMACZBAuRMo9of3bMRquc8Jx0cCJEACxX5vpljlGiQBEsgXAYrVfJFkPSRAAmVJgGK1LKeVgyIBEqggAsX+8E6xWkGLjUMlARIITaDY780Uq6GnigVJgAQyEKBY5RIhARIggTQEKFa5PEiABEigtAkU+8M7xWpprx/2ngRIoDAEiv3eTLFamHllrSRQiQQyidWPP/5YxowZkxbN8eYD0r65q7Rv3z4rhFUPPfRQazZ3nj17Vs7WHpfenQdnczvvIQESIIGMBChWMyJiARIgARKINYFif3inWI318mDnSIAEikSg2O/NFKtFmng2SwJlSCCdWIVU1Vc6uUqxWoYLg0MiARJwCFCsciWQAAmQQGkTKPaHd4rV0l4/7D0JkEBhCBT7vZlitTDzylpJoBIJBIlVU6pmkqsUq5W4cjhmEqgQAhSrFTLRHCYJkEDZEij2h3eK1bJdWhwYCZBADgSK/d5MsZrD5PFWEiABDwGbWLVJ1XRylWKVi4oESKBsCVCslu3UcmAkQAIVQqDYH94pVitkoXGYJEACkQgU+72ZYjXSdLEwCZBAGgKZcqyGgUexGoYSy5AACfz/7N17sBXVnff/z7lxE44wKBcRlcGIExQkEuNPFKt0MoxoJJNMHH1ywkzA8p+ZyuWPX+WpMVJPefnV86vfH1Er+cdHyIxDRmMmF3PBh5RjPSJkNNEcQchIEgZviBAQAghy9Vfdvbt3d+/e++zdu/fu1b3ep4pK5HSvXuu1vntz9uesXl1IAYLVQk4bnUYAAQQCgbw/vBOsUowIIIBArUDe780Eq1QlAghkJUCwmpUk7SCAQCkFihSsDg8Pa+7cuamfJFjKCWRQCCBgvYDzsNNt27ZpwYIFuVjw3pwLOxdFAAHDBfJ+byZYNbxA6B4CBRIgWC3QZNFVBBDovkCRgtUdO3Zo/PjxmjJlinp6erqPxRURQAABwwSc9/C9e/fqyJEjmj17di694705F3YuigACBguY8N5MsGpwgdA1BAomQLBasAmjuwgg0F2BIgWrR48elbNJ9owZMzR58mT19vYSsHa3XLgaAggYIuC8d585c0b79+/Xrl27NGfOHI0bNy6X3vHenAs7F0UAAQMFTHpvJlg1sEDoEgIFFSBYLejE0W0EEOiOQJGCVUfE+QC/e/duHTp0yA0V+EIAAQRsFXB+uTQ4OKjp06fnFqr69rw321qFjBsBBOICprw3E6xSmwggkJUAwWpWkrSDAAKlFChasFrKSWBQCCCAAAIIIIAAAghkKECwmiEmTSFguYAfrL777rstS0ybNs0959CpvRp1ajD181J6vva1r33Y8tUlORten+g/pHPPmpnmdM5BAAEERhQgWB2RiAMQQAABBBBAAAEEECiUAMFqoaaLziJgtADBqtHTQ+cQQCBvAYLVvGeA6yOAAAIIIIAAAgggkK0AwWq2nrSGgM0CBKs2zz5jRwCBEQUIVkck4gAEEEAAAQQQQAABBAolQLBaqOmiswgYLUCwavT00DkEEMhbgGA17xng+ggggAACCCCAAAIIZCtAsJqtJ60hYLMAwarNs8/YEUBgRAGC1RGJOAABBBBAAAEEEEAAgUIJEKwWarroLAJGCxCsGj09dA4BBPIWIFjNewa4PgIIIIAAAggggAAC2QoQrGbrSWsI2CxAsGrz7DN2BBAYUYBgdUQiDkAAAQQQQAABBBBAoFACBKuFmi46i4DRAgSrRk8PnUMAgbwFCFbzngGujwACCCCAAAIIIIBAtgIEq9l60hoCNgsQrNo8+4wdAQRGFCBYHZGIAxBAAAEEEEAAAQQQKJQAwWqhpovOImC0AMGq0dND5xBAIG8BgtW8Z4DrI4AAAggggAACCCCQrQDBaraetIaAzQIEqzbPPmNHAIERBQhWRyTiAAQQQAABBBBAAAEECiVAsFqo6aKzCBgtQLBq9PTQOQQQyFuAYDXvGeD6CCCAAAIIIIAAAghkK0Cwmq0nrSFgswDBqs2zz9gzEzh58qQOHz4s5wXlB3GZNU5DuQqE59P5/86fM2fOBH9Onz6tU6dOyflfpw7279+vjRs35tpnLo4AAggggAACCCCAAAL1BQhWqQ4EEMhKgGA1K0nasVbACdP27dun8ePHa2BgQD09PdZalHHg9VasOuGqH6o6warzx6mFPXv2aP369WWkYEwIIIAAAggggAACCJRCgGC1FNPIIBAwQoBg1YhpoBNFFnjvvffcQHXMmDHq7e0t8lDoe4JAo2DVX6nqh6p+sLpu3TosEUAAAQQQQAABBBBAwFABglVDJ4ZuIVBAAYLVAk4aXTZLYPfu3TrnnHPU19dHsGrW1GTSG/ZYzYSRRhBAAAEEEEAAAQQQMEaAYNWYqaAjCBRegGC18FPIAPIWeOeddzR16lQ3WOWrfAIEq+WbU0aEAAIIIIAAAgggYLcAward88/oEchSgGA1S03aslLACVanTZvGatWSzj7BakknlmEhgAACCCCAAAIIWCtAsGrt1DNwBDIXIFjNnJQGbRMgWC33jBOslnt+GR0CCCCAAAIIIICAfQIEq/bNOSNGoFMCBKudkqVdawQIVss91YUNVvc+pS8vvU+bnOlZvkYvfWleZKL2//jLWnKv+10NPbpGunOF1iYc19Ls/j9jJD0n/eMnWjqNgxFAAIHyCmzRgwtXaG2DAS5atV4P3To5J4L9eupLS3TfL6TU/dj1hDT7R9KOJ6QZOQ2DyyKAAAItChCstgjG4QggUFeAYJXiQKBNAYLVNgENP72oweqWhxdqxWM+7iLds+4hLZvi/3flg/TFa7RGK4Ljhh59SV+5IsWE/PJ/Sov/R/TEz/6T9J3bUzTGKQgggECZBKrBas177CsPauGdXuSa+v03+CXakNa89BVFf4XWjGM7weoe6fMXSt+PXWfDB9JVzVybYxBAAIH8BAhW87PnygiUTYBgtWwzyni6LkCw2nXyrl6wmMFq7Qqp1CuRmtZ+URpzvXf0P78h/c3Ups/kQAQQQKC8Ag2CVTX6XrdE2glWK3387u3S3/5I0v+QPvjv3eo410EAAQTaEiBYbYuPkxFAICRAsEo5INCmAMFqm4CGn17IYNVfBbV8jdZftNq75f+ae7T+4WVybjb1tgGYpaHla7U2WNUaug00tIoqMj1BG6Hg1t0+YKq3amnuc5Kul+6VxIolwyub7iGAQHcEmg9Wb9gQvtOg2rvgF2OV1amzlg9p7WOVla7/3z3a+X87274Mac26WVrtbwETGVxoNWt4mxjnmGuGNKS1WutuBfCEbnjmdndbgPiXv6K2uo1M5U6I1507Fl6RNnxaWvx3EncrdKesuAoCCLQtQLDaNiENIIBARYBglVJAoE0BgtU2AQ0/vYjBqr8NgPtB+Dx/r9XqdgDR/VXDx0hDwYf08H578SC19ZtNDZ9muocAAgh0SKC5rQA++8VF+v63nX2vQ1u3xLcKCN7PQ3tnB0HpEi3Req13RhHsl11djer9cm2W/sXf77VyTPjfg3nXSFvcULUaxNYEqcGWMh3iolkEEECgSwIEq12C5jIIWCBAsFq4ST6q155eqw1vNe74vFvv0tXTCje4QnY4i2D12e89qwuW3qCLzwoT7NWvv/ecdmi2rv/cx+R9lvH/Lkb1Jwu09MaL5Z3uHaPFn9PHku7Gfv/3enbdsPYnaUfaKeR0ZN7pwgWr/ofsYHVp7W2ewQflhBWo1WA1ui9rsGdruw+4ynyGaBABBBAwWaC5h1et0r01dxcovlVAwi/KlBCshvdrjb7fV4PV6jHVfyOCYDX8Ph+0H9+r22Rz+oYAAgiMLECwOrIRRyCAQHMCBKvNORl71NHtT2vtc07KOk/L7rpaQY72/mt6+jsb9Fb8740dSXE71plgtRKgzr5en/tYZXmIH4iG/85le1+///d1Gn7PD2CbCVbfrB/k1rRf3LnJoudFC1bDq49qxl8JUuVuBRDeHiC0oipYsUqwmkX90AYCCNgu0Nw+qg3fu/2HWxGs2l5MjB8BBDIUIFjNEJOmELBcgGC14AVQN1gt+LiK1P3sg9VKUKraVag76oae4XMGtX3EFatJwaq099ff03MKhblFmogO9bVYwWqdh5CE9tRzVil94U2C1Q6VC80igAACMYEWg9XQftg1lEmrR1mxSsUhgAACqQQIVlOxcRICCCQIEKwWvCyaXbGqFx/RU+/N1My33lJ4FwFvy4D62wv4WwpUrzNTiz9/ky6N3LJecMQ2u59tsJoUqjod9FahHrxiqW74SDL++797VuvevEBLb0wZrFZWxE6st4VAm05FPb1QwWrdWzZD++wlPtAqacUqe6wWtWbpNwIImCTQYrCauMdqZc/TJoPVVvZYVWgfV/ZYNalu6AsCCHRagGC108K0j4A9AgSrBZ/rloLVzc5gvWD0grf9LQRm6oqPvqVXfuN8r7qdAEFq84WRZbA6uP17em5HeE9Vvx9ZB6t19lhlG4CaiS9SsBrsg5qw4ql6m+mQvrFqp75abysA54FXelAL7/SeOB35StiTtfoBvvnXDEcigAAC9gg0F6w6HsF7eASn+iCp6n6qoa1agrB1SGvWzdLqpffJeQRW9CupDf+IIQ0tX6u1jzm/THtCNzxzu+5zH2AVa8H5t+EKiYdZ2VO5jBSBsgsQrJZ9hhkfAt0TIFjtnnVHrtRysDp/me76xFQp2IM1FKz633N6Gvo+K1QbT11WwerE2dKOHd4jpSbXrEzNOlhtsBXAgfAWBB0p20I1WqRgtVCwdBYBBBBAAAEEEEAAgZwECFZzgueyCJRQgGC14JNKsJr/BGYTrH5P+zVZC5beoIuP/Frf27BDsyO35HcnWJW7HUBy6Jq/dD49IFjNx52rIoAAAggggAACCCDQKQGC1U7J0i4C9gkQrBZ8zglW85/AbILVZ3WBE6pWtk91HyK1oxK0un/nBaudfngVwWptPRGs5v8aowcIIIAAAggggAACCGQpQLCapSZtIWC3AMFqwee/5WC1so/qhO3ssZrV1HciWJUqD7F6L7TfauXhUvtr9kGNH+uFsKr3EKoGq1LdB2C9Im/lLA8oc0uEYDWrVwrtIIAAAggggAACCCBghgDBqhnzQC8QKIMAwWrBZ7H1YDU64Hm33qWrpx3Va0+v1Ya3ajG870s8zKp+oXQmWHWuV1mlqvDDrPy/i/XnT8L7otY5xjnFOe5q6cV1dR5eJcW2ICj4CySD7hOsZoBIEwgggAACCCCAAAIIGCRAsGrQZNAVBAouQLBa8Alstvt7XnxET22WZl4/pJvmjGv2NI5rQiCLYLWJy3BITgIEqznBc1kEEEAAAQQQQAABBDokQLDaIViaRcBCAYJVSyadYLVzE02w2jlbE1omWDVhFugDAggggAACCCCAAALZCRCsZmdJSwjYLkCwakkFEKx2bqIJVjtna0LLBKsmzAJ9QAABBBBAAAEEEEAgOwGC1ewsaQkB2wUIVm2vAMbftgDBatuERjdAsGr09NA5BBBAAAEEEEAAAQRaFiBYbZmMExBAoI4AwSqlgUCbAgSrbQIafjrBquETRPcQQAABBBBAAAEEEGhRgGC1RTAORwCBugIEqxQHAm0KEKy2CWj46UULVo8ePardu3fr0KFDOnPmjOG6dA8BBBDonEBvb68GBwc1ffp0jRuX74M7eW/u3DzTMgIIFEvAlPdmgtVi1Q29RcBkAYJVk2eHvhVCgGC1ENOUupNFCladD+7bt2/X1KlT3RDB+cGVLwQQQMBWAeeXS8774p49ezRnzpzcwlXem22tQMaNAAJJAqa8NxOsUp8IIJCVAMFqVpK0Y60AwWq5p75IweqOHTs0duxYTZo0SX19ferp6Sn35DA6BBBAoIGA8/59+vRpHThwQMeOHdPs2bNz8eK9ORd2LooAAoYKmPLeTLBqaIHQLQQKKECwWsBJo8tmCTi3XU+ZMsUNsvgqn0CRgtXh4WF3Vdbo0aOD1aqEq+WrSUaEAAIjC/jv3c7KKOeHXWc1/4IFC0Y+sQNH8N7cAVSaRACBQgqY9N5MsFrIEqLTCBgpQLBq5LTQqSIJvPfeexo1apTGjx9fpG7T1yYFihSsvvzyy7r88ss1MDDAatUm55fDEECg3ALOe/jJkyf16quv6sorr8xlsLw358LORRFAwGABE96bCVYNLhC6hkDBBAhWCzZhdNc8AecD2759+9wHZDi3YbOvpXlz1E6Pihaszp8/X/39/e0MmXMRQKOGs6MAACAASURBVACBUgk4/05v2bIl12CV9+ZSlRSDQQCBDATyfm8mWM1gEmkCAQRcAYJVCgGBDAScHwwOHz7svqD8IC6DZmnCAIHwfDr/3/nj3Frq/3H27zt16pS7j59TB/v379fGjRtz6bmzKooP77nQc1EEEDBYwHmP3rx5M8GqwXNE1xBAwD6BvN+bCVbtqzlGjECnBAhWOyVLuwggUAoBVqyWYhoZBAIIWCyQ94d3fullcfExdAQQqCuQ93szwSrFiQACWQkQrGYlSTsIIFBKAYLVUk4rg0IAAYsE8v7wTrBqUbExVAQQaFog7/dmgtWmp4oDEUBgBAGCVUoEAQQQaCBAsEp5IIAAAsUWyPvDO8FqseuH3iOAQGcE8n5vJljtzLzSKgI2ChCs2jjrjBkBBJoWIFhtmooDEUAAASMF8v7wTrBqZFnQKQQQyFkg7/dmgtWcC4DLI1AiAYLVEk0mQ0EAgewFCFazN6VFBBBAoJsCeX94J1jt5mxzLQQQKIpA3u/NBKtFqRT6iYD5AgSr5s8RPUQAgRwFrAxW/7BeX//71fqt7/6RlfrmA0s0xf3vvVp/9z9o9e/Ck3KJVn7rfi05NzpRWx+9TU/M+Kbuv8k70/uqPX/J15/Uynk5TjKXRgCBUgvk/eE982DVfY9+W7c/uVKXlXrmGBwCCJRZIO/3ZoLVMlcXY0OguwIEq9315moIIFAwAfuC1a1afdu9UhB2VoJQeeHq3kdv070/X6JVoQ/0e5/+uv7h24qGq1tW67b71+uSL4aD1WhbbtzqHrczMZgtWKnQXQQQMFQg7w/v2Qar/i+nou/DhtLTLQQQQKCuQN7vzQSrFCcCCGQlQLCalSTtIIBAKQWsC1adoPO754dWqEpyV0c9r+u+db9mPHWb7tUqPXlnaJ1U6PtLzvWC2fWVakgKVp+/NhS2Rs4tZQkxKAQQ6IDAAw88oM2bN0danj9/vu6+++6aq+X94T2rYNX7JZZ/LwHBagfKiiYRQKBNgSK9NxOstjnZnI4AAoEAwSrFgAACCDQQsC5YTbIIrSodOVj1G/BWVUVCVEnO9gD37qxuLeAFBbMiK2ApSAQQQGAkASdUdT7Ah7+cUNUJV+NfZQlWg3G578nifXOkIuH7CCDQdYEivTcTrHa9PLggAqUVIFgt7dQyMAQQyEKAYDVhK4CGK1YbB6vOd91w9ef+cay6yqJOaQMBGwXCK6PqrVZ1XAhWbawOxowAAnkJFOW9mWA1rwrhugiUT4BgtXxzyogQQCBDAZuD1eptp9Xw0w1F2whW4ytW2WM1w2KlKQQsEwivjKq3WpVg1bKiYLgIIJC7QFHemwlWcy8VOoBAaQQIVkszlQwEAQQ6IWBnsFrdJzW6R2pltWnqYDX+YCxnxpK3DOjEXNImAgiUT8DfDiBpb1V/tKxYLd+8MyIEEDBboAjvzQSrZtcQvUOgSAIEq0WaLfqKAAJdF7AvWPVD1eRb9NtasVrnQVWJbXZ9prkgAggUUcB/gFXS3qoEq0WcUfqMAAJlECjCezPBahkqjTEgYIYAwaoZ80AvEEDAUAHbgtWRHibl7Y8aDV29c6SV37pfS871JzJhJaobrK6WvvhN3X/TlMqBlSD3L1bpyTsvM7QK6BYCCBRZgBWrRZ49+o4AAmUVyPu9mWC1rJXFuBDovgDBavfNuSICCBRIwLZgNfpgqfBEXVIJTisPs/pd0vfCf1fnFv9KuPrb8KGEqgV6RdBVBIonkPeH95dfflnOitr+/v5s8Las1m33S6ueXCl+HZUNKa0ggED3BfJ+byZY7f6cc0UEyipAsFrWmWVcCCCQiYBtwWomaDSCAAIIGCSQ94f3zINVg2zpCgIIIJBWIO/3ZoLVtDPHeQggEBcgWM2gJk6cOCEH0vnHgS8EECiXQDhYdUZ25swZOX/n/O/p06fdP85r3/lz8uRJ7du3T88++2wuCHx4z4WdiyKAgOECeX94573Z8AKhewggkItA3u/NN9xwg8455xwNDAy4dxQ4f/r6+tw/vb297p+enh7Xxvlf///ngsVFEUAgUcB53Y4ePVqjRo3KVYhgtU3+o0ePuoHK2LFj3TdlvhBAoFwCrFgt13wyGgQQsE8g7w/vBKv21RwjRgCBkQXyfm9mxerIc8QRCJgu4CxsOnbsmPuLkXHjxuXWXYLVNuidlaoffPCBBgcH22iFUxFAwGQBglWTZ4e+IYAAAiML5P3hnWB15DniCAQQsE8g7/dmglX7ao4Rl1fg0KFDGjNmTG4rVwlW26itw4cPu5PHStU2EDkVAcMFCFYNnyC6hwACCIwgkPeHd4JVShQBBBCoFcj7vZlglapEoDwCzspVZ9HjhAkTchkUwWob7AcOHNCkSZPaaIFTEUDAdAGCVdNniP4hgAACjQXy/vBOsEqFIoAAAgSr1AACCHRWIM98jmC1jbnNc+La6DanIoBACwIEqy1gcSgCCCBgoADBqoGTQpcQQMB6gbzfm1mxan0JAlAygTzzOYLVNoopz4lro9ucigACLQgQrLaAxaEIIICAgQJ5f3hnxaqBRUGXEEAgd4G835sJVnMvATqAQKYCeeZzBKttTGWeE9dGtzkVAQRaEChSsDo8PKy5c+fmtml3C6wcigACCHRNwHnY6LZt27RgwYKuXTN8Id6bc2HnogggYLhA3u/NBKuGFwjdQ6BFgTzzOYLVFifLP9wJWw4ePMgeqyn9OA2BoggUKVjdsWOHxo8frylTpqinp6coxPQTAQQQ6JiA8x6+d+9eHTlyRLNnz+7YdRo1zHtzLuxcFAEEDBYw4b2ZYNXgAqFrCKQQcILViRMn5vI5mGA1xYQ5pzi3Lhw+fJhgNaUfpyFQFIEiBatHjx7V9u3bNWPGDE2ePFm9vb25/MNSlLmlnwggUF4B5737zJkz2r9/v3bt2qU5c+Zo3LhxuQyY9+Zc2LkoAggYKGDSezPBqoEFQpcQaEPACVYnTJig/v7+NlpJdyrBajo3ObcuvP/++wSrKf04DYGiCBQpWHVMnQ/wu3fv1qFDh9xQgS8EEEDAVgHnl0uDg4OaPn16bqGqb897s61VyLgRQCAuYMp7M8EqtYlAuQScYPWss87KZVs8gtWUtfTBBx/o2LFjBKsp/TgNgaIIFC1YLYor/UQAAQQQQAABBBBAIC8BgtW85LkuAp0RcILVsWPHasyYMZ25QINWCVZTkjuhqhOuTpo0qekW9rz4iJ7a7Bw+T8vuulpTmz4zduC7L+iRH2+R5i/TXZ9I3Uraq6c8b49eeOQpbXFGf+tdunqa18zR7U9r7XNvZTyWyrUK5ZOSldM6LkCw2nFiLoAAAggggAACCCCAQFcFgmD11Nv6j6eH1XP1Z/TJORPU19fnbqflb6nlPLfA/1O/g8mfdZOO9zOB8Gfi+HHNHNNVrMJerDovSUNoNAcNh/z+a3r6Oxuk64d005w02wyN3K9Zb3jZUeo+FnbO0nfcCVadUNUJV7v9RbCaUrzlYLXy4nurcj37XiDhN49qsEywmrIAOa1rAgSrXaPmQggggAACCCCAAAIIdEUgr2C1K4PjIhUBP4OYqcWfv0mXnpURTGbBasb9ymh4RW2GYPVrX/swzeQ5+5ye6D+kc8+ameb0ts5pNVj1AkRp3nxpy+bwCs2jeu3ptdrgJ65OryorLasrXCtdnblYQzddqnHhFasX7vRWr4a/Kue71/wvaeZbb8lvfmbltyo1bUvyvnc4WFnqN+mf0xaYor+V8dusCVZjAbR7TX/c7vd2OgPSW86AZi7Wsj/dqaecFa8Kvykl/AbIb6PSjwMzZ+ott5E/0xUz/1OvhP1jq2rbGzdnF12AYLXoM0j/EUAAAQQQQAABBBCICkyctVC33HiFJlRWrL5bWZnqHNUz81r9tyWXalxPj/7wq9WKfNwOPleG24uuWJ33x5E/h8+7dUgThxvnAM5iLH/lYvhq9i3SSlu9Iwer9XORcaqbxzTKLKT65wXDaL5fQQ28NzOS61ADtTVBsFr6YLUSnmqxhhZLz31ng96qbAcgf3sA9w36Ar1ZCVn/7IqZ+k837fNWd/rHuYHk2Vu8MPWjV2jmb15xQ1PvhVUNaZ3jrtdz3m32Thufn6hfu9edqauvll54odr21OCNYaau+OhbeuU3lZD1/DfdJe7OOe3/hqf65jHTDUa9cU2IbAWgINStCYCdsPiyA5X+OP1brEnPbXC3Fpjph6Sx8NT93vVD+tjBtd4WDG7gHL1G8L14aN3udg1p3/s5zzgBglXjpoQOIYAAAggggAACCCDQlsDEiRM146pbtPi8fe5WAE6wOvcvP6eJW/9N//FOj86/7r/pLydu1eqfvup82NZdVw8GC6JqFx4lBKsJn8Odz9STtnq3eM++WNrxe38RUTUHCIep8Uwg/Lm9/c/nbfEV5OTGAWawyMv/7B/KReKZSSSPCXISpzSqAXkkq3Gzhwl1aiZFsOrkGU5mseCg1rpJf5vbSxZkBlvpJsFq2YPVyFJxBS+u8Jtm/M254S3y/orVIFitvqj836pEgtXIizoUrAZ7kFZf2MEbSOb7k/rXCIW885dpaOKvQ3us+qFnNciNOATBajhsnqnFt87Szh9v0Fs1warXzgVvh/dxjV7D/4ct8A/eTHmjauVNrMzHEqyWeXYZGwIIIIAAAggggICNAvGtAN7t+TPdtPwqDf7Xs/reL97xgtU544L9VZ19Vv3Ppk0Hq7HP4UnBatLdof5n+iBYTfjcTrDaTNU22Mu0Jotwnl3TZC4Sywz8xWJJc5lcM4375TxHJ7zPrr9qOXqHMXlFvAIIVkserFZ/ExKb+vnLtExPub+x6mSw6rXtB7rhFavxUqwEmocrD8fyv51JyBoKVoMVuDNjWyM0GaxWAtTD7mrfUFBbE6w2WhUbXQlc+7bMG1Uz/1TZcAzBqg2zzBgRQAABBBBAAAEEbBKoCVbPu1qf++Qc9SYFq3te1P/6yasBT7PBavxzOMFqtyus2RWrtblIwwVnfrBayR9UuQs3Uhf+YrhK09GaSbdi1btLOZqrFOVR5t2YeYLVUger1dvzg30wQr/huG7+Fj2fV7A6YmCa0PfUr4j4G0DstzSR2/RHWLHadLDaaMVqwhYLqZ7olxqEEwsiQLBakImimwgggAACCCCAAAIINCnQTLD6sUP/qp9s6fFaDK1wJFhtEjn3w5oMVhNykYZ3EDcIVoOtBhvWDMFqJ0qDYLXMwar/m4rIJtfVwLLe3ipZ7rFaf8VqZVVm0MerdbVekLP9avS3If5/t1P+tb9ZiazkTdj/9KY5oQ2jw3usNh2sNtpjNbZiNfbbJv8BYu2MmHPLIUCwWo55ZBQIIIAAAggggAACCPgCNXusJqxYDYJVd4/VnprngVQ1k/dYbWbFqvegZvZY7UxlNhms+vuVhrKbv/7Tnfo3f5/c+DNv/D1WE1asNnq+i5NveF8Eq52Yb4LVEger4T1Pqy8kBfuzaP4SLX5vvTaEn0pf+Y1J3afQ+S9457gLd3oPsgp/Vc6P7udR3QogfAtC9bTKKlG9FjwgKvjeiCtbm3lZJC1ZrwbMQZDZ6Al7sd8MjbwVQKhfdbYJmKpQH4LD2QagmRm15RiCVVtmmnEigAACCCCAAAII2CIwcdZC3XLjFZpw6m3v4VWJWwEc0S9X/0T+JgDz5s/Tls3uI5JjD3duPVgNP/Qo/rk7aX/N8LzwRPhmq7T5ALMmFzlLwT6nwff8TKHhVgCHgwDeOS+5ZprvV/i5PGwF0HjeCVZLHKw2+5LnOAQQMFOAYNXMeaFXCCCAAAIIIIAAAgikFQi2AhgY0MDAgPr7+90/fX196u3tdf84D6wK/0l7Lc5DAIHOCxCsEqx2vsq4AgIIpBIgWE3FxkkIIIAAAggggAACCBgrQLBq7NTQMQRSCRCsEqymKhxOQgCBzgsQrHbemCsggAACCCCAAAIIINBNAYLVbmpzLQQ6L0CwSrDa+SrjCgggkEqAYDUVGychgAACCCCAAAIIIGCsAMGqsVNDxxBIJUCwSrCaqnA4CQEEOi9AsNp5Y66AAAIIIIAAAggggEA3BQhWu6nNtRDovADBKsFq56uMKyCAQCoBgtVUbJyEAAIIIIAAAggggICxAgSrxk4NHUMglQDBKsFqqsLhJAQQ6LwAwWrnjbkCAggggAACCCCAAALdFCBY7aY210Kg8wIEqwSrna8yroAAAqkECFZTsXESAggggAACCCCAAALGChCsGjs1dAyBVAIEqwSrqQqHkxBAoPMCBKudN+YKCCCAAAIIIIAAAgh0U4BgtZvaXAuBzgsQrBKsdr7KuAICCKQSIFhNxcZJCCCAAAIIIIAAAggYK0CwauzU0DEEUgkQrBKspiocTkIAgc4LFCdY3aIHF67Q2gYki1at10O3Tu48GldIFNj/4y9ryb2bpGvu0fqHl8mZiS0PL9SKx5zDh7Tmpa9oXhHtdj0hzf6RtOMJaUYRB0CfEUAAAQQQQMA2AYJV22ac8ZZdgGCVYLXsNc74ECisQBGD1aFHX9JXrgiRv/KgFt7pRa413yvszBSv4zXBqj8voaA17aj8gLa74fke6fMXSt+P9XrDB9JVaUfCeQgggAACCCCAQOcFCFY7b8wVEOimAMEqwWo3641rIYBACwKlCFZVXc1KsNrC5Gd8aDxYlbOC9fWVeulLhVynWtX57u3S3/5I0v+QPvjvGavRHAIIIIAAAgggkL0AwWr2prSIQJ4CBKsFDlbzLByujQACnRcIB6vO1c6cOSPn75z/PX36tPvn1KlT7p+TJ09q3759evbZZzvfsZorNApPo9/7wpvOLemzNLR8rdZWbkO/e/laPeD+/+hXZAVkaOWrtEhDy6W1j22Slq/RS7fv1JeX3qdZy4e09jF/dewa6c6E7Qn8FZp7n6o5x2n3nkdv0LN33qdNflec9t3wsc52B357kf5VTq67GnS/nvrSEt33i/iIK7fkV/oW9ME9bJHuWfeQlk2RgpA0dno1uI63H/K65qv6qr6hb9Rcu7qi2Gs/PEdytxBY8+fPaoWznUDly79eZMXqBf8SrFCudq/RuJyjGn0/tE1BfPXzif8pLX5F2vBpafHfSZ/9J+k7t+dQ/1wSAQQQQAABBBBoXuCGG27QOeeco4GBAfX397t/+vr63D+9vb3un56eHrdB53/9/9/8FTgSAQS6LTBmzBiNHTu225fV8ePH3Wu+++67LV972rRp7jmHTu3VqFODGjVqVMttuO9TXyNYTQXHSQgg0HmBUgSrsTDMC1a9cM4J5qr/XQ0OFQ/QzvNCUOcsN2y9emPw3+Fg1W3VD0LdcHKnVob2Do0EgI3acAPRWfqXyr6x1WvWae8rX5Ue/IbbPy9srIawybfHO99frVmVoNTpdhCWLr9bQ4894O1XWxlLNUj1QkY9vFCrLwrtWRsEsdXvR/ZODQe1zj6ku1z9YF/VavveHFz7Qr05qvgH4al3/KwnvL1aF4Uc/HEH+7he80V99hff9u7cD8LqUAAc+r53rqrhc3B8519zXAEBBBBAAAEEEOi0AMFqp4VpH4HuCxCspjA/ceKETvQf0rlnzUxxdnunHDt2TB988IEGBwfba4izEUDAaIF6WwE4K1adVar+ilVntarzZ8+ePVq3bl0OY2r+4VWJt6THHqoUXh3qBpVBsFoNX4PALrRidVNoVaePkLi6M/Gc2lW3SXuHJrdXDUNb2u4gcZVrNYAM2ooFp97N+0nm0aCzGmCGgls/WA2HlUH7sWC1ZjWuH8b6164XrCaE5KHgNGxUrYfqStru7tWaw8uFSyKAAAIIIICA1QJLly7V1KlT3RWr8VWr/opV53+dL1asWl0qDL4gAocOHRLBaorJIlhNgcYpCCDQkkARg9WRgsWsgtXqCs/qVgDhYDUcgNasnkwRrK7SvcFK28T2vjRPQdgbzHLoNvbwzIcD1fiq1DoBZPX0cKAav4W+hWA1sRI7EKwG10neLqJuPQTnhULall49HIwAAggggAACCJgpQLBq5rzQKwTSChCsFngrAFaspi17zkOgGAIEq5Vb61OsWI2saK08oKnxKtfGK1ZXvr7Evd09vAo0aO8vl0j/e727D+n6h5dpcvjW/oR9VuNhYvT4EVasrpul1e62CKHAMbbi1L81v+kVq7GXQ03/giC4gytWF96iq176qX4Z2qKguiVEnYC6GC9jeokAAggggAACCEQECFYpCATKJUCwSrBaropmNAiUSMCqYDUcFI60x+qtu/RgZf/T6B6rCVsF+EFdfJVo5YFX1YCyyWA1qT0/WA2Nobq3aDVs9UszvqfpMlX3kFXCXqSRPVaDYLWy32l4L9LK9YNgNQgpQ6tcG+2xWgmB5T68alM1KG45WPX7Nrm6inekPVaDYDX+EC1359pgP9gSvbwZCgIIIIAAAghYKkCwaunEM+zSChCsEqyWtrgZGAJFF7AhWHVWa9beQu/NXGSvzaT9SJ2D6u6xGnowktvakNY8Kq24030sVOhBS34YO9Ieq6GHKSW0N+8aacsv4hVXPxCMjnmR7nn0Bj17p/eALv31F7Xo377t/f/gK/nhXp7TGt3wzArd517fueYXtPNLSyr/7TUwtHxIax9bK11T3cs00nyj1bbNBqvOQ6eCB1uFW49vWZDsNMMPdJsY90hbThT9tU//EUAAAQQQQKC8AgSr5Z1bRmanAMEqwaqdlc+oESiAQHGC1e5jJj1Yqvu94IoIIIAAAggggAACCLQmQLDamhdHI2C6AMEqwarpNUr/ELBWgGDVn/rq6lN3FevVG/Vld5/R6m3j1hYJA0cAAQQQQAABBBAolADBaqGmi84iMKIAwSrB6ohFwgEIIJCPAMFqyD14QFP17yJbBeQzRVwVAQQQQAABBBBAAIGWBAhWW+LiYASMFyBYJVgduUg/PK59r2/Ry2+9qVNjL9Xcj87VRWeNfJp7xJGd2rlxs06eCB8/SgOXL9aFs8art8lmOAwBGwUIVm2cdcaMAAIIIIAAAgggUGYBgtUyzy5js1GAYJVgtXHdf3hIr/3iB/r+H49Xj+u5QJ++9ibNndDES2b3r/Tapvc0+qI/UZ9/+Pvv6ugHl2jmkjlqNp9t4kocgkDpBAhWSzelDAgBBBBAAAEEEEDAcgGCVcsLgOGXToBglWC1cVF/sEubNv5U/yey4lQaP+UW/f3CGeqPnX3y+AmdDv/d7l/p9d+crWk3XqIx/t8n/Z2kvoFRGmAJa+neZBhQegGC1fR2nIkAAggggAACCCCAgIkCBKsmzgp9QiC9AMEqwWpy9Xx4SNt+tU1nXf5/6aLeXdr0fCxcHX+9vrz4Uo0Pn73nV3rtme3pq3HKxzXzk51YxbpXL67+ibbW9Ox8XXv7Es05q973L9OnVn5CU5zz3t+u9U8c1AL/vytt7f3lag1PvENLLhkn5///5NXk4V9280rNejPp+34fYue9+6JW/2yrnPM+MS2hzTr9UeU8Xf4prbxqioL/DjVRbdMZ97Amugaxa7jtb9Tb8Uv77dZ0yTNUMM6QXT2/hGucf51nmfjlHv+6Lrp9gQ4+8RNtjfXl6G/X6/GDC7xxN9H/8NwF14u7Jrbjj+2otq9/XBtrkJzWztf8S9/W5tdqRxKd06pbZJ79+V+6QldNk5yAde8v12j47Nt04+wxOnPmjE6dOqXTp0+7/3vy5En3z549e7Ru3br0r0HORAABBBBAAAEEEEAAgY4K+MHq6d0vaf3wXvX09Kin5zxd/dk/15zxvert9f44X973/lDzebb2c6L32eTg/DqfH1X72SXy2SvyuafOZ9SOqpS0cf/zuTu8sGttBhGfUzdfUOVzfYXH/cz7vP8BtNE8jdy+KjVRv2b8OanzmZWaCYqWYJVgtfYdLHz7/6i5+vyia2vC1Wnnf1Yr550TPde57f/ZNoLVcz7eoe0BkgNE701poj61cpZ2JgSM7hvZgWt1x5I5GtdksOqHrEn/LCQFedU+VAJc90TnH73ndXCStFWVoDDeYFJ/Km9sE/0wNimcjfzdSMFqPEj23lAPJoaf8WBVCsJdp+91AktF2qr8Yz8p+o9HNPQMBatSJHiuDVaT+7/1fG9Oj4RC8eg1/POSx+teZ+dFXl0EJ9b+Y5MY3Lr+ByuBvnNy0j9S4fm/Qis+PoVgtaQ/ZzEsBBBAAAEEEEAAAfsE3GB1YL9+9h9HtfCWxfrIhH6dfON5/fCtC3Wbs9AoFqz+4VdrogFbzWcKyQ/c6i3MqfkME/nsGPtc6LS/eWLs845989T2iGOfgcNz4HwWjYSmoTmduSsUnoYXE8XmPflzqdfrmlA2Rc34wau/kKh2gVBokZblNUOwSrAafb9I2lM1Fq6+1PMxfXbxx3X+QOyt5sxpfXAyshFAa+9FPX0aNaqvAw+0qhMgBm90ycGqu9rT/welQ8Fq4kpY/1q3T9RwwipZF7VOUBmEqvGQNTwTwZuqs/Kz0YrVxit0o5MbDVaHJ16ric+/Xl0NG+nvSAFtoz75weqwJl43URt3Vv/BHzlYrQaZTji84ODjwWrj+sFqQl8S/9FoMlh1g9RwmwnBamz+r1hxlc5lxWpr7yUcjQACCCCAAAIIIICAoQJusHr2cb20tV9XLb5Y4/v71f/eFv3rbybWDVZ3XhBeiRr7TOF8ftgoXTRpow5GjqsCOJ+Vntd1obsDqytcLz8UuvPPULMidqvWvDpvk7atVsM5dZZbhe/I9DOAjdJ1/gKfBmGmE6y2WzOh6qlZDV3TtyJOUIZ9JlglWK2WUyRU7dPcWdfq3F3Pefur+uHqmQM6OGqSJsZDVb+Vk0f03p4/RvdZbaJg+86epj+ZEDzeqokzWjmkjRWr/tL7DgWrdZf3u7e0j69/O0e4P0khar2tAlw236PFYDW4FT9h64DQyktnywNn5e51ej52a354JWid8LTRtEa2AnDOv07aWL3dJbWbeQAAIABJREFUpblg1fvtndO/kYPVym/6Xm3mVpgmg1U31FZ1i4mEFavVcYzXa87tPPNW6KqpbAXQyiueYxFAAAEEEEAAAQQQMFXA2wpgot556VX1fdxbsXrw1Se1deJf65OXnFWzFYCzYrVRSOaHaM7nsOhxzQWr7uc3XSa9urWyFVwzn39M1TW4X6HP6Bop+EwKVit3tupa7/N44h2SleGPFKw2UzONglX32tRMQESwSrDqFUM8VL3kNn364kF98PZG/fOWbdonafyEG7Xyuouj+6rG37eObNfvn/qVTrX4fta/8NO6eE5kx9YWW2h0eMo9VsPL7psMVhP3WA3del77/fg/WtG9cer+JiiyqrGyF2oT/fWUmg1W0++x6m2JoGowPCG8R21C0B3Ze0ZK3Gu1Jlhdojmqtju+Zo/V2hW37uhbCFY9r9h+RJX5jO4Emxys1s53bO/ZmmA1Ov/vb1+vJw5eoS9+/NxC7LF69OhR7d69W84/LM4+sHwhgAACCCCAAAIIIGCKgLNv6eDgoKZPn65x4+o816ELnfX3WD3y259pw++dPVS9P3/2F1/QVdNr91htGKweflGr35zlPmeiNkwLRWMNVqx6zwIJfU6pWQzSBZSyX6KyGMrfCm+k4NP9FBpfserf4h96rku9rR8att9kzYSqp2bBl/d8GWrGNyJYJVitG6qeevc/9J1fb3F/azV+dJ3b/wsTrDZaIZm8ojWymrTJYLXVPVa9W/qd29srq0AbPiwphB06zn0zdYPLjYpuBZAcLDYfrCZvBRDfQLsa1lYfXhU4+LcnXCs9H2xr0GBv11DwWfMQq6RgNfSbuvorZKNF2nqwGivydrYCGGnFauL8z9UtX7xKHxr+8ConVN2+fbumTp3q/qDqb7hf9p+RGB8CCCCAAAIIIIBAMQScX/w7P7M6D3ydM2dObuGqE6xOPPGGntlytm743AJN9bcCeKZHS//2KvX++jH9bKv34Kq5S1foT9+qt2LVuQNxp2ZVHrAcDtPCDzlyFq04n5XqbQXg33EYfP5qePdjMebanF5WF+mEQ9A0wWrN81lCny2dFbD+oh7/wdnJq5ybr5nq5/HaB6PVrJa1vGYIVm0PVuusVE0VqjrvXqEVq2NvGNKF+pVe2zKomUtm6I/rf6ST82r/7tA+qfMrVlsPVpu5tTz8htJoKb5Dk/z9kVao1nm6Y+w3Xu4/HOHQrkN7rEb2nY38axXfY9VZser9Frh6m4C0wP1Hv9Eeq954X59VPT+4TJ1g1Q+KdXnoYV9139ir1x5xK4B6e9Yktt3kVgA150bPi/9W8sMP39f2nz+hg/O+qIveWKPhs2/TjbPHuKtBT506pdOnT7v/e/LkSfeP80PiunXrcvk5YseOHRo7dqwmTZqkvr4+9wdBvhBAAAEEEEAAAQQQMEXgww8/dH9+PnDggI4dO6bZs2fn0jU/WH21/0otnj1B/U6w2n9Qw/+6VZM+90nNGe+tWnW+nJ+p665YvXGiNv771toxhO9krHx3pD1WI6Gr5SFZdkVRuXM2YT7SBqvRcLz+gqW67bdQM1WH2kyipp4srxmCVZuD1axD1dIHq6EVoV5kqBdX/0TOg5CcEDFVsBoJQBvsBevuuTql+t7WYAXtTw54T70fV7m9PnJ7QOTvGqwcbab9JoNVb1Wus61A6FaBpGA4dMt901sBnOV1IviNrP+PVoPwc2t4awbfKvQDx+PPT/T2QK1zC0zNbwpDtSBn9fA0r7HEemgYrNbOh/PD39Hf/tzdDuDmD39idLA6PDzs/uZ/9OjRkR8Es/vBhJYQQAABBBBAAAEEEEgn4Pxc7Xw5CxSOHz/u3mm1YMGCdI21eVawYnXP+fqU//CqE6/r//zobV1UJ1it9wR5Z69N/2ukrQAe33mR9znROSH8OTSybVtswU6bY7X59EYPeKp51krwgOnq80zi57v/XTOHobtfQ9jNtO9/Zq23L2+1uYTFXvHPtZZvH0Gwamuw2olQ1XnllWjFqrcC9KCu9W/Tj+0D6r7RhH775O0zkvxPh78cP+n7QYjYygrJEVZkbvX7ldDnatBab+9ZSZfO1/mvba5sXh4eU3yP0OCfcTdkdoLFmltJguCzElj6pyTd9n75p3THxOHYbSqVE+quWHW+X7nFYtKnvAA68Zb66HzV7J3qXia65234FpqqQtJm7k2uWK1ZrRs6Ty9q9eaJ1R92nK2PnR8AnbF896AunLtVmyq/kPZ/MHT+98MPL9Z1yz6qCTmvWH355Zd1+eWXa2BggNWqNv8EydgRQAABBBBAAAGDBZyfn507vV599VVdeeWVufS0+vCqZ/TK3pH3WO3p+YP7WSu8NjVpb81GwWrSZ5/wYpbo5x4eXpVFYSTnA75t7Wfx+JzWBrOxZ39IqrfHqr8IrL2a8RWS76KlZqpVQrBqY7DaqVDV2GA1i7dF2kCg+wLRANUJUT90f8tu4lYATrA6f/5891YmvhBAAAEEEEAAAQQQMFXACVa3bNmSc7A61V2Q4PzxtgLod7fTcrYA8P84fv6DrUy1pF8IICD34c1jxoxxt8br9pezAt/5evfdd1u+9LRp3u22h07t1ahTgxo1alTLbbjvU1+zLVjtZKhKsJqqCDkJgXoCBKvUBgIIIIAAAggggAAC2Qo4zyjYvHkzwWq2rLSGgLUCBKtWBatH9dqmJ/X9PzqJdp/mXnKbPn3xoFI/qCrpZWPkVgDWvr4ZeMEFCFYLPoF0HwEEEEAAAQQQQMA4AYJV46aEDiFQaAGCVZuC1eM7tf7ff66X3JIdrSvmfEY3nrVN3/31FncvzfGjP6bPLv64zh9oo6YJVtvA41QEogIEq1QEAggggAACCCCAAALZChCsZutJawjYLkCwalOw+u5/6KFfb9GRhKrPJFR12iVYtf09hfFnKECwmiEmTSGAAAIIIIAAAgggIIlglTJAAIEsBQhWLQpWD/7n9/Wtnftq6iezUDUWrI5edJum61d6/Tdna9qN5+n9f1+nEx+t/bvDB6T+hZ/WxXPGZ1nbtIVA4QUIVgs/hQwAAQQQQAABBBBAwDABglXDJoTuIFBwAYJVa4LV4/r9C/+k774XrdhMQ9VYsNrKa4NgtRUtjrVFgGDVlplmnAgggAACCCCAAALdEiBY7ZY010HADgGCVVuC1Q/3aNP//pFeGThHF539EV00baqm/sk5Ouesvmwr/eSb2vn9DTp+upVm+zRq0Wf1pxeNauUkjkWg9AJ2Bqtbtfq2e7W+ZnYv0cpv3a8l5/rfqHPcR1bqmw8s0RT3MP+YJVr15EpdFm7zD+v19b9/Xte5be7V+rv/Qat/V7+klnz9Sa2cF/r+ltW67f71uuSL39T9N3lXq14vqZ1w/71+Kd6mc5rb7s5grFsfvU33/jy5X/E+7X366/qHb8+qHav88SU4hJr2zv9tHYTKuRG36KHR69ebR+ecaj/c8WmVnrwzMjvhXnlzMyt8TLM1UmnG7fNq/fYvGl2n9G8nDBABBBBAAAEEKgIEq5QCAghkKUCwak2welqnTvepvz/L8klu68zpEzpxqpXr9GlgdJ8yjnhb6QDHImCkgHXBaoMAzAvt5AWOqheUxQPEUAAXD9WaDgiTSiMcxIbDyvqBqR9aemFoi8FqQvAYbc/rY91gtRICO8dEg+CEYHTjdaFg2v9+ZbxaqW9+RXo4CKRHDlZrw+NQWw8s0d5Wg9VmayQI4KVqOB0P54182dMpBBBAAAEEEOiwAMFqh4FpHgHLBAhWbQlWLStshotAGQRsC1ZX33ab1tdbVRgEobfr7b+/t/5x/upMJwR8YIZ+4qwM/eJK7fz2as0KrxBtJ1j1z/36dXr+/nC7DQLTIPh0wmFvDE2vWE1a0VkJGMNjqhes+qtCV+le3bszvKK32WC1Eto6oWvbwWqorZaDVXmrmUeskdqVzfr6Kun+e7UzssK4DO8SjAEBBBBAAAEEHIEHHnhAmzdvjmDMnz9fd999dw0QwSo1gwACWQoQrBKsZllPtIUAAhkK2Bisjhx8eeFlo+PcgNFdeVkJVr/+pD61K3abfBvBarX9+IrLxsFq9Tb/rIJVfysDr+iSg9VQn6aHtz+oLdTwuPzNDfyjgu+1HaxG56+1rQC8YHXkGgmNzV2tK3d7hClBXfhbRWT4YqUpBBBAAAEEEMhVwAlVnXA1/OWEqk64Gv8iWM11qrg4AqUTIFglWC1dUTMgBMoiQLCaNJPpglX/9vtgtWPqYNW7lf35ayt7q4aCu8sqe7omrkR1hhLsn9p+sJoUgiYGq5H+xfoe460frKbfCqB2r1xJoX1wOx2sRtpvMOdlec9gHAgggAACCNgsEF61Wm+1quNDsGpzlTB2BLIXIFglWM2+qmgRAQQyESBYzTJY9YPN9XL3OW2werP+Q6D8NrwVkN7jlsKrVDu0YjXx4VW1D6Kq7XdtkDriqtSMH16VFDKH+6mW9lhtccVqTZDaOFjO5EVLIwgggAACCCCQm0B41Wq91aoEq7lNDxdGoLQCBKsEq6UtbgaGQNEFCFbDM+iHliPvlZm0FcDKeV5b3oOMlmjVt87XE009hClaRdUHIcWqy9330wv+urZi9duzQgFvwlYA/oOeal4IyQ9xahS6Bk00vdK3Uchc/d4nfnmb7k3aQza4YGW17Kyqb/2tAKLX9B/wVTP80IrZor9H0H8EEEAAAQQQiAr42wEk7a3qH8mKVaoGAQSyFCBYJVjNsp5oCwEEMhSwMVit+2CiYGWoF6zWPy781PnqHqt+sOqvMF3/kUt0ye+k674VftCRN3n1V6zWCQubucU/4eFVSWPwru084MrrV91b5RMCzni/k4PScFDprbn1v5oPVldLCQ+BCkJrdzVv54LVkWvkSa2cV2d1asJDvzJ8ydIUAggggAACCOQs4D/AKmlvVYLVnCeHyyNQUgGCVYLVkpY2w0Kg+AK2BavyV1gmPfXdDS/Dt/Gv1m9rjquEhr/zb5NvFIQ6u382WLkZWw3qVlNkv9Jwffn7vn5Js779cOKKVX/1pLsNgbN6NmGsNcf4K2yTVnSOGKzWv+29XnDcVLAaOKzXJaFw1QtVw54NgtXQXLa2YvWyRLdgJmpqJPpwr0ps7u6Ru9pdARsNlov/jsEIEEAAAQQQQKAZAVasNqPEMQgg0KwAwSrBarO1wnEIINBlAeuCVdfXC+SSHnoUhJKNjovc5l0/3KsNAquTmxw81l/p6fbaCRZ33qTFv3taGxLrJCnEjY+19pjGK1aj4XKk38Eq2toVuX6oO8sPeSv9bTpYdY6v2WYgvudr/Xl0TvdD2bpbKwShd5L7yDXizcdKffOBJZoSm4+Ge+h2+TXO5RBAAAEEEECg+wIEq90354oIlFmAYJVgtcz1zdgQKLSAncFqoaeMziOAAAIIIIAAAggYLkCwavgE0T0ECiZAsEqwWrCSpbsI2CNAsGrPXDNSBBBAAAEEEEAAge4IEKx2x5mrIGCLAMEqwaottc44ESicAMFq4aaMDiOAAAIIIIAAAggYLkCwavgE0T0ECiZAsFrgYHXSpEkFKze6iwACrQjUC1ZPnz4t/8/Jkyfl/HB44sQJvfvuu/rZz37WyiUyO/bll1+W8/TV/v7+zNqkIQQQQAABBBBAAAEEshbIO1i9+eabNX36dA0MDLh/nJ+fnT99fX3q7e11//T09ET+ZG1AewggkJ3AgQMHNGbMGI0dOza7Rpts6fjx4+6RThbQ6te0adPcUw6d2qtRpwY1atSoVptwj+/5GsFqKjhOQgCBzgsQrHbemCsggAACCCCAAAII2CVAsGrXfDNaBDotQLBKsNrpGqN9BBBIKUCwmhKO0xBAAAEEEEAAAQQQqCNAsEppIIBAlgIEqwSrWdYTbSGAQIYCBKsZYtIUAggggAACCCCAAAKSu43W5s2bdeWVV+biwVYAubBzUQQ6JkCwSrDaseKiYQQQaE+AYLU9P85GAAEEEEAAAQQQQCAuQLBKTSCAQJYCBKsEq1nWE20hgECGAkUKVoeHhzV37tzUG15nyEZTCCCAAAIIIIAAAgjUFXAe+rpt2zYtWLAgFyVWrObCzkUR6JgAwSrBaseKi4YRQKA9gSIFqzt27ND48eM1ZcoU9wmmfCGAAAIIIIAAAgggYJqA8/P13r17deTIEc2ePTuX7hGs5sLORRHomADBKsFqx4qLhhFAoD2BIgWrR48e1fbt2zVjxgxNnjxZvb29BKztTT9nI4AAAggggAACCGQk4PxcfebMGe3fv1+7du3SnDlzNG7cuIxab60ZgtXWvDgaAdMFCFYJVk2vUfqHgLUCRQpWnUlywtXdu3fr0KFD7g+ufCGAAAIIIIAAAgggYIqA84v/wcFBTZ8+PbdQ1bEgWDWlIugHAtkIEKwSrGZTSbSCAAKZCxQtWM0cgAYRQAABBBBAAAEEECiZAMFqySaU4VgvQLBKsGr9iwAABEwVIFg1dWboFwIIIIAAAggggAAC6QQIVtO5cRYCpgoQrBKsmlqb9AsB6wUIVq0vAQAQQAABBBBAAAEESiZAsFqyCWU41gsQrBKsWv8iAAABUwUIVk2dGfqFAAIIIIAAAggggEA6AYLVdG6chYCpAgSrBKum1ib9QsB6AYJV60sAAAQQQAABBBBAAIGSCRCslmxCGY71AgSrBKvWvwgAQMBUAYJVU2eGfiGAAAIIIIAAAgggkE6AYDWdG2chYKoAwSrBqqm1Sb8QsF6AYNX6EgAAAQQQQAABBBBAoGQCBKslm1CGY70AwSrBqvUvAgAQMFWAYNXUmaFfCCCAAAIIIIAAAgikEyBYTefGWQiYKkCwSrBqam3SLwSsFyBYtb4EAEAAAQQQQAABBBAomQDBaskmlOFYL0CwSrBq/YsAAARMFSBYNXVm6BcCCCCAAAIIIIAAAukECFbTuXEWAqYKEKwSrJpam/QLAesFCFatLwEAEEAAAQQQQAABBEomQLBasgllONYLEKwSrFr/IgAAAVMFCFZNnRn6hQACCCCAAAIIIIBAOgGC1XRunIWAqQIEqwSrptYm/ULAegGCVetLAAAEEEAAAQQQQACBkgkQrJZsQhmO9QIEqwSr1r8IAEDAVAGCVVNnhn4hgAACCCCAAAIIIJBOgGA1nRtnIWCqAMEqwaqptUm/ELBegGDV+hIAAAEEEEAAAQQQQKBkAgSrJZtQhmO9AMEqwar1LwIAEDBVgGDV1JmhXwgggAACCCCAAAIIpBMgWE3nxlkImCpAsEqwampt0i8ErBcgWLW+BABAAAEEEEAAAQQQKJkAwWrJJpThWC9AsEqwav2LAAAETBUgWDV1ZugXAggggAACCCCAAALpBAhW07lxFgKmChCsEqyaWpv0CwHrBQhWrS8BABBAAAEEEEAAAQRKJkCwWrIJZTjWCxCsEqxa/yIAAAFTBQhWTZ0Z+oUAAggggAACCCCAQDoBgtV0bpyFgKkCBKsEq6bWJv1CwHqB4gSrW/TgwhVa68zYNfdo/cPLNNmfvb1P6ctL79MmLdI96x7SsinZT+v+H39ZS+7dJC1fo5e+NC/7CwQt7pE+f6F06xvS30zt4HVoGgEEEEAAAQQQQKCsAgSrZZ1ZxmWrAMEqwaqttc+4ETBeoJDBqqRFq9broVsr0WpZgtXv3i797Y+iNbPqOekfP2F8HdFBBBBAAAEEEEAAAXMECFbNmQt6gkAWAgSrBKtZ1BFtIIBABwSKGqwqvDq1LMGqM7+7npBm/5030xs+kK7qwKTTJAIIIIAAAggggECpBQhWSz29DM5CAYJVglULy54hI1AMgeIFq4s0tFxa+9im6pYACcHqlocXasVjtXPgr3T1bu2fpaHla7XWP+6ae7Tmz5/VCueW/8rX0KMv6StXSMFWALEm67c3pLuXr9UDDfqgVx7UwjvdzQ3kXedFacz10j8/J/34eun7n5Z2PCHNKEYt0UsEEEAAAQQQQAABMwQIVs2YB3qBQFYCBKsEq1nVEu0ggEDGAkUMVu9Zt1I7l3r7rbrB5tUbI3usXvtCZT/U8KrWWIj5hTf9Y7xQM/zfbpsX/Esl9PT2ba22WQlBFQ1F67cX2ve1JkjNeDJpDgEEEEAAAQQQQAABSQSrlAEC5RIgWCVYLVdFMxoESiRQzGD1IS17xw82F+meR2/Qs3dWH14VhKCRh1xVH34VCVL9Y4LQc0hrXvqK5sk/PhasBm02bk/+w64a9MFZCcsXAggggAACCCCAAAJZCxCsZi1KewjkK0CwSrCabwVydQQQqCtQ2GB1ilR7u3+9ENQZfk7Bah15f4sBShMBBBBAAAEEEEAAgawFCFazFqU9BPIVIFglWM23Ark6AgiUMlgNh6XeAA0MViMrVilEBBBAAAEEEEAAAQQ6L0Cw2nljroBANwUIVglWu1lvXAsBBFoQKPKKVXeYoX1La4LVZvZYbXUrAL/NYCuC2B6tlfaCrQAS++BvN9DCRHEoAggggAACCCCAAAJNChCsNgnFYQgURIBglWC1IKVKNxGwT6Dwwapzk//DC7XiMWfuqg+Kqt0mwJtb98FUt07W/vgeqM3usRorkbrtRfoVPikUqvIwK/tecIwYAQQQQAABBBDoggDBaheQuQQCXRQgWCVY7WK5cSkEEGhFoDjBaiuj4lgEEEAAAQQQQAABBOwVIFi1d+4ZeTkFCFYJVstZ2YwKgRIIEKyWYBIZAgIIIIAAAggggAACIQGCVcoBgXIJEKwSrJarohkNAiUSIFgt0WQyFAQQQAABBBBAAAEEJBGsUgYIlEuAYJVgtVwVzWgQKJEAwWqJJpOhIIAAAggggAACCCBAsEoNIFA6AYJVgtXSFTUDQqAsAgSrZZlJxoEAAggggAACCCCAgCfAilUqAYFyCRCsEqyWq6IZDQIlEiBYLdFkMhQEEEAAAQQQQAABBAhWqQEESidAsEqwWrqiZkAIlEWAYLUsM8k4EEAAAQQQQAABBBDwBFixSiUgUC4BglWC1XJVNKNBoEQCBKslmkyGggACCCCAAAIIIIAAwSo1gEDpBAhWCVZLV9QMCIGyCBCslmUmGQcCCCCAAAIIIIAAAp4AK1apBATKJUCwSrBaropmNAiUSIBgtUSTyVAQQAABBBBAAAEEECBYpQYQKJ0AwSrBaumKmgEhUBaBogWrR48e1e7du3Xo0CGdOXOmLNPAOBBAAAEEEEAAAQRKINDb26vBwUFNnz5d48aNy21ErFjNjZ4LI9ARAYJVgtWOFBaNIoBA+wJFCladUHX79u2aOnWq+4Oq84MrXwgggAACCCCAAAIImCLg/OLf+Zl1z549mjNnTm7hKsGqKRVBPxDIRoBglWA1m0qiFQQQyFygSMHqjh07NHbsWE2aNEl9fX3q6enJ3IMGEUAAAQQQQAABBBBIK+D8bH369Gk5IcixY8c0e/bstE21dR7Balt8nIyAcQIEqwSrxhUlHUIAAU+gSMHq8PCw+5v/0aNHB6tVCVepZAQQQAABBBBAAAETBPyfq51Vq8ePH3fvtFqwYEEuXSNYzYWdiyLQMQGCVYLVjhUXDSOAQHsCRQpWX375ZV1++eUaGBhgtWp7087ZCCCAAAIIIIAAAh0ScH6+PnnypF599VVdeeWVHbpK42YJVnNh56IIdEyAYJVgtWPFRcMIINCeQNGC1fnz56u/v7+9QXM2AggggAACCCCAAAIdFHCC1S1bthCsdtCYphGwSYBglWDVpnpnrAgUSoBgtVDTRWcRQAABBBBAAAEECiBw6tQpbd68mWC1AHNFFxEoggDBKsFqEeqUPiJgpQDBqpXTzqARQAABBBBAAAEEOihAsNpBXJpGwEIBglWCVQvLniEjUAwBgtVizBO9RAABBBBAAAEEECiOAMFqceaKniJQBAGCVYLVItQpfUTASgGCVSunnUEjgAACCCCAAAIIdFCAYLWDuDSNgIUCBKsEqxaWPUNGoBgCBKvFmCd6iQACCCCAAAIIIFAcAYLV4swVPUWgCAIEqwSrRahT+oiAlQIEq1ZOO4NGAAEEEEAAAQQQ6KAAwWoHcWkaAQsFCFYJVi0se4aMQDEEyh6s/vSRR/RO4lRM0Ny/ukOLzjV7nvb94nH94OAC3bX00khH3b/felgTLvuM7rjmnMj3Xlv3iDZocc052Yz0Nf30kQ3S4rt0S7RL2TRPKwgggAACCCCAQAkECFZLMIkMAQGDBAhWCVYNKke6ggACYQEbgtWkENAPJs8LAkInMBzWpKbC1vCx+7Tp8R/ozQtrA84sKm2kYFWqDYgJVrOQpw0EEEAAAQQQQCC9AMFqejvORACBWgGCVYJVXhcIIGCogK3BqjMdXriqNleu5hisvnGB5p69Tdv+OFefuWOR/HWrBKuGvtjoFgIIIIAAAghYI0Cwas1UM1AEuiJAsEqw2pVC4yIIINC6gM3Bql77qR7ZcLgSrMZXrHqB6bbDnul5ixdLG/wVrf6xn5SeqR6j8xfrro/v1+M/3KbKaZUJOU+L77pFiXfOu32IbVYwoRqUNlyx+sYF+swdk/XCIxt0OLQlQDxYdf/77WhthLcQcL4/PHGxLnhjgzfeyvX3BeeFV8V6WwEcnjBBhw/7owyN7w+b9PgPD2iBw7XhHTkrgi/+r8bXb71qOQMBBBBAAAEEEDBbgGDV7PmhdwgUTYBglWC1aDVLfxGwRoBgNTlY9cLIamDo/bcfMNbbCmCfGzq+4wSswZ6olYBW0VWlboG5IeQ2KbJPqhdc+m2MHKwukmIrb8PBauKq3EqY62+DEB2b5Aex/ve9NiZUwuFK/4LwNza+ypgOVwyaub41LzYGigACCCCAAALWCBCsWjPVDBSBrggQrBKsdqXQuAgCCLQuQLDaIFgNPwDKDQzf1AXuHqyNg9X4nq5uuOiuLq3erl8NVv02q3NXE4zWe3hV0GY03HRXmlb6nnzt6AOo4itca87xV6G6q25rH14wzg3aAAAgAElEQVQVOT7iVNluoWbsPACr9VcqZyCAAAIIIIBAkQQIVos0W/QVAfMFCFYJVs2vUnqIgKUCBKtNBqtuoBjfCsAJWcN7rFZWrCbVUuj2/uDb/urOpOPDKz5HDFajq18XHPyBWcHq1ujGCP5wqw8Os/TFx7ARQAABBBBAoLQCBKulnVoGhkAuAgSrBKu5FB4XRQCBkQVsDlajt6lH91iteQBUGytW685CbHVn0nHNbAXgP7TKH8+ECYd1+GxvOwIzV6yOXJccgQACCCCAAAIIFFmAYLXIs0ffETBPgGCVYNW8qqRHCCDgCtgarHoh5GH34Uq3uE+VSghWQ3us1g9hE1asJuyx+uaFn9Ed1/gRaKX4Guyx6m8n0EqwKoUeuNXCHqdptgKo7iObtMdqdXuD+nusqv4DvXhtIoAAAggggAACBRcgWC34BNJ9BAwTIFglWDWsJOkOAgj4AjYEq+8kTnf4Sfe1wWokpJQ04fzzpLcPJ+yxWn3Yk5ww8+P73QdShW9+nxB5OFWsM5UHSYX/NnyLfGvBanVLAP/hUe7I3AdvRa8b7lPrweqwdL70ztv+KKsP+fIeyBXdN7b2+qHjeSkigAACCCCAAAIlFCBYLeGkMiQEchQgWCVYzbH8uDQCCDQSKHuwmtnsRx7glFmrNIQAAggggAACCCBQQgGC1RJOKkNCIEcBglWC1RzLj0sjgADBaooacFeSVm9Xd1dd/nGuPnPHIsVu6E/ROKcggAACCCCAAAIIlFmAYLXMs8vYEOi+AMEqwWr3q44rIoBAUwKsWK3PFL2FndvXmyooDkIAAQQQQAABBBAQwSpFgAACWQoQrBKsZllPtIUAAhkKEKxmiElTCCCAAAIIIIAAAghIBKtUAQIIZCpAsEqwmmlB0RgCCGQnQLCanSUtIYAAAggggAACCCDgCLBilTpAAIEsBQhWCVazrCfaQgCBDAUIVjPEpCkEEEAAAQQQQAABBAhWqQEEEMhYgGCVYDXjkqI5BBDISoBgNStJ2kEAAQQQQAABBBBAwBNgxSqVgAACWQoQrBKsZllPtIUAAhkKEKxmiElTCCCAAAIIIIAAAggQrFIDCCCQsQDBKsFqxiVFcwggkJVAkYLV4eFhzZ07V6NGjcpq+LSDAAIIIIAAAggggEDmAidOnNC2bdu0YMGCzNtupsGbb75Z06dP18DAgPunv7/f/dPX16fe3l73T09PT+RPM+1yDAII5CNAsEqwmk/lcVUEEBhRoEjB6o4dOzR+/HhNmTLF/SGQLwQQQAABBBBAAAEETBNwfr7eu3evjhw5otmzZ+fSPYLVXNi5KAIdEyBYJVjtWHHRMAIItCdQpGD16NGj2r59u2bMmKHJkycHv2lvT4CzEUAAAQQQQAABBBBoX8D5ufrMmTPav3+/du3apTlz5mjcuHHtN5yiBYLVFGicgoDBAgSrBKsGlyddQ8BugSIFq85MOeHq7t27dejQIfcHV74QQAABBBBAAAEEEDBFwLnFfnBw0L0NP69Q1bEgWDWlIugHAtkIEKwSrGZTSbSCAAKZCxQtWM0cgAYRQAABBBBAAAEEECiZAMFqySaU4VgvQLBKsGr9iwAABEwVIFg1dWboFwIIIIAAAggggAAC6QQIVtO5cRYCpgoQrBKsmlqb9AsB6wUIVq0vAQAQQAABBBBAAAEESiZAsFqyCWU41gsQrBKsWv8iAAABUwUIVk2dGfqFAAIIIIAAAggggEA6AYLVdG6chYCpAgSrBKum1ib9QsB6AYJV60sAAAQQQAABBBBAAIGSCRCslmxCGY71AgSrBKvWvwgAQMBUAYJVU2eGfiGAAAIIIIAAAgggkE6AYDWdG2chYKoAwSrBqqm1Sb8QsF6AYNX6EgAAAQQQQAABBBBAoGQCBKslm1CGY70AwSrBqvUvAgAQMFWAYNXUmaFfCCCAAAIIIIAAAgikEyBYTefGWQiYKkCwSrBqam3SLwSsFyBYtb4EAEAAAQQQQAABBBAomQDBaskmlOFYL0CwSrBq/YsAAARMFSBYNXVm6BcCCCCAAAIIIIAAAukECFbTuXEWAqYKEKwSrJpam/QLAesFCFatLwEAEEAAAQQQQAABBEomQLBasgllONYLEKwSrFr/IgAAAVMFCFZNnRn6hQACCCCAAAIIIIBAOgGC1XRunIWAqQIEqwSrptYm/ULAegGCVetLAAAEEEAAAQQQQACBkgkQrJZsQhmO9QIEqwSr1r8IAEDAVAGCVVNnhn4hgAACCCCAAAIIIJBOgGA1nRtnIWCqAMEqwaqptUm/ELBegGDV+hIAAAEEEEAAAQQQQKBkAgSrJZtQhmO9AMEqwar1LwIAEDBVgGDV1JmhXwgggAACCCCAAAIIpBMgWE3nxlkImCpAsEqwampt0i8ErBcgWLW+BABAAAEEEEAAAQQQKJkAwWrJJpThWC9AsEqwav2LAAAETBUgWDV1ZugXAggggAACCCCAAALpBAhW07lxFgKmChCsEqyaWpv0CwHrBQhWrS8BABBAAAEEEEAAAQRKJkCwWrIJZTjWCxCsEqxa/yIAAAFTBQhWTZ0Z+oUAAggggAACCCCAQDoBgtV0bpyFgKkCBKsEq6bWJv1CwHqBwgare5/Sl5fep03ODC5fo5e+NC+Yy/0//rKW3Lup5u+tn2ztkT5/oXTrG9LfTIUDAQQQQAABBBBAoKQCBKslnViGZa0AwSrBqrXFz8ARMF2gqMHqlocXasVjvu4i3bPuIS2b4v1394PVLXpw4QqtVbQfdef+lQe18M61koa05qWvqBoJd7Bavnu79Lc/il5g1XPSP36igxelaQQQQAABBBBAAIE8BAhW81Dnmgh0ToBglWC1c9VFywgg0JZAMYNVP8isDn3RqvV66NbJOQWrLU5BHsGq08VdT0iz/87r7IYPpKta7DeHI4AAAggggAACCBRCgGC1ENNEJxFoWoBglWC16WLhQAQQ6K5AIYNVP5hcvkbrL1rt3fZ/zT1a//AyOdFqsGI1RhmEr5VtBGYtH9Lax5yVo9LQ14a09v/1/n/ky213lv4lYUVqsGp2+d0aeuyBYMXqtS9UtiKINTX06Ev6ivzVqv43F+mrX5W+8Y3wGKrBsXvOed62B830txowh8Jnd6uEY9KY66V/fk768fXS9z8t7XhCmtHdeuNqCCCAAAIIIIAAAp0XIFjtvDFXQKCbAgSrBKvdrDeuhQACLQgUMVj1A81w6LgpdBt+OFiNh5nRcyr7s96+M9ivtV4w6Qe48XDWu+5K7Vxa3Qpg1hMLtfqi6gpaBfvBVm79j61YneHvCRuEw8nBang/WXeMr68M7S3b4nYELdQIhyKAAAIIIIAAAggUS4BgtVjzRW8RGEmAYJVgdaQa4fsIIJCTQOGCVT+kDELI/XrqS0t03y8kP/QMgtURg8rKnqjyH4QV3SO1uiJ1jV7yw9dKm4qEoUkrWmu3K5Af/r4T3WO1+WA1vodrdezh8nHD4ytyKiguiwACCCCAAAIIIJC7AMFq7lNABxDIVIBglWA104KiMQQQyE6gaMFqvdv8XZHE0NPZHqDeCtB4sFrH1b2VfkYlwHXOWSXdHw5zd4UeXuWvXnXaqqxQDVasVq7XdrAaDlT9sDU2RoLV7F4ktIQAAggggAACCBRMgGC1YBNGdxEYQYBglWCVFwkCCBgqUKxgtXZ1qssaBJeSs1rzC29W9jhtc8VqzZRVbuFftHxIemytNvnBaRDcLtI9j92gZ5ffp/DWBNX+ZRWsJoWoBKuGvsToFgIIIIAAAggg0HUBgtWuk3NBBDoqQLBKsNrRAqNxBBBIL1CoYDW+8nOKP+7QCs7wA61qbr33glf/YVBB+BlsBVDdTkDxVa7uCtDY7f3uStZ5ob8PB6t+Wwq2KhhxK4BKUBtsDeCseU3q75T4g6nmKdi2wD+HFavpXxSciQACCCCAAAIIFFyAYLXgE0j3EYgJEKwSrPKiQAABQwWKFKwG4WGwErWKWt0iYEjfWLVTX73XfdRT5Cv5wVMPaZkT0AYPlIqeE9+vtHqd8H6nsQdHBbf6e20tWrVGNzyzwt0H1t0eYN0srV7qrGp1v6t71j0k54FXKx6rXPuaIQ1prdb+ol6wGl2l6561fI3WaEWljfADtSoP6HIDYL4QQAABBBBAAAEEbBAgWLVhlhmjTQIEqwSrNtU7Y0WgUAJFClYLBUtnEUAAAQQQQAABBBDISYBgNSd4LotAhwQIVglWO1RaNIsAAu0KEKy2K8j5CCCAAAIIIIAAAgiYJUCwatZ80BsE2hUgWCVYbbeGOB8BBDokQLDaIViaRQABBBBAAAEEEEAgJwGC1ZzguSwCHRIgWCVY7VBp0SwCCLQrQLDariDnI4AAAggggAACCCBglgDBqlnzQW8QaFeAYJVgtd0a4nwEEOiQAMFqh2BpFgEEEEAAAQQQQACBnAQIVnOC57IIdEiAYJVgtUOlRbMIINCuAMFqu4KcjwACCCCAAAIIIICAWQIEq2bNB71BoF0BglWC1XZriPMRQKBDAgSrHYKlWQQQQAABBBBAAAEEchIgWM0Jnssi0CEBglWC1Q6VFs0igEC7AgSr7QpyPgIIIIAAAggggAACZgkQrJo1H/QGgXYFCFYJVtutIc5HAIEOCRCsdgiWZhFAAAEEEEAAAQQQyEmAYDUneC6LQIcECFYJVjtUWjSLAALtChCstivI+QgggAACCCCAAAIImCVAsGrWfNAbBNoVIFglWG23hjgfAQQ6JFC0YPXo0aPavXu3Dh06pDNnznRIhWYRQAABBBBAAAEEEGhdoLe3V4ODg5o+fbrGjRvXegMZnUGwmhEkzSBgiADBKsGqIaVINxBAIC5QpGDVCVW3b9+uqVOnuj+oOj+48oUAAggggAACCCCAgCkCzi/+nZ9Z9+zZozlz5uQWrhKsmlIR9AOBbAQIVglWs6kkWkEAgcwFihSs7tixQ2PHjtWkSZPU19ennp6ezD1oEAEEEEAAAQQQQACBtALOz9anT5+WE4IcO3ZMs2fPTttUW+cRrLbFx8kIGCdAsEqwalxR0iEEEPAEihSsDg8Pu7/5Hz16dLBalXCVSkYAAQQQQAABBBAwQcD/udpZtXr8+HH3TqsFCxbk0jWC1VzYuSgCHRMgWCVY7Vhx0TACCLQnUKRg9eWXX9bll1+ugYEBVqu2N+2cjQACCCCAAAIIINAhAefn65MnT+rVV1/VlVde2aGrNG6WYDUXdi6KQMcECFYJVjtWXDSMAALtCRQtWJ0/f776+/vbGzRnI4AAAggggAACCCDQQQEnWN2yZQvBageNaRoBmwQIVglWbap3xopAoQQIVgs1XXQWAQQQQAABBBBAoAACp06d0ubNmwlWCzBXdBGBIggQrBKsFqFO6SMCVgoQrFo57QwaAQQQQAABBBBAoIMCBKsdxKVpBCwUIFglWLWw7BkyAsUQIFgtxjzRSwQQQAABBBBAAIHiCBCsFmeu6CkCRRAgWCVYLUKd0kcErBQgWLVy2hk0AggggAACCCCAQAcFCFY7iEvTCFgoQLBKsGph2TNkBIohQLBajHmilwgggAACCCCAAALFESBYLc5c0VMEiiBAsEqwWoQ6pY8IWClAsGrltDNoBBBAAAEEEEAAgQ4KEKx2EJemEbBQgGCVYNXCsmfICBRDoOzB6k8feUTvJE7FBM39qzu06Nyc5+kPm/T4Dw9owV236NI2uvLauke04e2EMbntv6kLTBhrG+PjVAQQQAABBBBAoEgCBKtFmi36ioD5AgSrBKvmVyk9RMBSARuCVS2+S7fEUst9v3hcP9h6WOcF33tNP31kWJOaCiDDx+7Tpsd/oDcv/IzuuOac1qsoi2DVbWObDjtXP3+x7loaGmxXg9VWDNt0a12aMxBAAAEEEEAAga4JEKx2jZoLIWCFAMEqwaoVhc4gESiigK3BqjNXXriqNleuthkQZhCsuuN44wItvvBNbdg6QYvDq1+7Gqy28gpo062VS3EsAggggAACCCDQZQGC1S6DczkESi5AsEqwWvISZ3gIFFfA5mBVr/1Uj2w4XAlW46stveBvm7sMVDpv8WJpg7+i1T/2k9Iz1WPc1aIf319dPRqUxXnRsDNcLpFg1Wl3Q3Trgglz9Zk7Fqn+WthwQLnPPT+yQrcSrGrCYR2ujEWhNt1Q9uACLdYGbXjb6efV2h8at99Vb2VvxeTs6KpYP9j9zB2T9UJo1a+/Kjg83Eg7fn8Ct+iWBe72BvKuVdvPW3ROZdVxbfvFfT3ScwQQQAABBBAohwDBajnmkVEgYIoAwSrBqim1SD8QQCAmQLCaHKx6e5ZWA9HoHqb1tgLwgs13IrfjV8JI1QlIw8HqH/Zp37nnREJU57rDExtsMxBbkRoOI92p9rcJCPpUCW8r/x3fEiE+bqeJyMre/U4Y7WS3/p6wXntemBsNp/f9YZ/OOTcUCUdC5NiK1YSVtTXBamTrBqlx+7zUEUAAAQQQQACB/AQIVvOz58oIlFGAYJVgtYx1zZgQKIUAwWqDYLWyWrIaUPorKhsHq/E9XasrOhNWniZsBVCz0jO+b2qo8mqCVHcVbij4bCawfOOCYFVsTXtBOBsee2hVbOR6SXusxlfh+g/YShGshvpZJajXfilengwCAQQQQAABBAoqQLBa0Imj2wgYKkCwSrBqaGnSLQQQIFhtMlhVODQcYcVqUlnVu6U/FKz6t7ZPuKy6QjUx6AzaT9g6oPK94KFcaYLVtxMHEOxFG+5TtH9xI2dbg9A2CJG+tBus+mOv1z6vbQQQQAABBBBAID8BgtX87LkyAmUUIFglWC1jXTMmBEohYHOwGn14VXS1ZfIt9elWrDYslFCwqtCeov45DYPV+OrUyknuOX+sbD2QJlgNr9RN6nzQ54v1+9CeqgqHz9qkx38Y3TPV25bA/7s2g9Wkh3IZ+6CuUrxVMAgEEEAAAQQQaEGAYLUFLA5FAIERBQhWCVZHLBIOQACBfARsDVbje4tGQsFzpfheo/VD2NqHRyXtsfrmhXX2SY0Hq6F9Xb2Ha70j96FYSy+tKZC6oWv4oVxuwLlNClbBJuyxGt8KINwHf4/VyG343pgPnH2e3vnjpNDDtULhdM11/YeBNdoKYJsmuHu11u4NW7OdQmXv2Oq44u3n83riqggggAACCCCAgCNAsEodIIBAlgIEqwSrWdYTbSGAQIYCNgSr7yR6+QGf/834/qB+UOd9f8L550lvH9YFf3WHFp2bsLrVuX0+eLr9NvkPvHfPDd3aX9OVhAc6bfNPdtr709+74WpNG5VgMQgiIw174elh57of2a7Hf3hAE85/R+/4t/iHtiWo3f81Om5v8AkP3qqEvsGWA+6BMUM/GPYa0dy/+qT0zA+07bB3+767Qtd3c4Lj8PET5mrxhW9qw8EFbqicuE/tCO3XRtEZvnBoCgEEEEAAAQQQaCBAsEp5IIBAlgIEqwSrWdYTbSGAQIYCZQ9WM6NKeMhUZm3TEAIIIIAAAggggECpBAhWSzWdDAaB3AUIVglWcy9COoAAAskCBKt1KiO2f2lk31KKCQEEEEAAAQQQQACBBgIEq5QHAghkKUCwSrCaZT3RFgIIZChAsFof09tn1f9+6OnzGfrTFAIIIIAAAggggED5BAhWyzenjAiBPAUIVglW86w/ro0AAg0ECFYpDwQQQAABBBBAAAEEshUgWM3Wk9YQsF2AYJVg1fbXAONHwFgBglVjp4aOIYAAAggggAACCBRUgGC1oBNHtxEwVIBglWDV0NKkWwggQLBKDSCAAAIIIIAAAgggkK0AwWq2nrSGgO0CBKsEq7a/Bhg/AsYKEKwaOzV0DAEEEEAAAQQQQKCgAgSrBZ04uo2AoQIEqwSrhpYm3UIAAYJVagABBBBAAAEEEEAAgWwFCFaz9aQ1BGwXIFglWLX9NcD4ETBWoEjB6vDwsObOnatRo0YZ60nHEEAAAQQQQAABBBA4ceKEtm3bpgULFuSCcfPNN2v69OkaGBhw//T397t/+vr61Nvb6/7p6emJ/Mmlo1wUAQSaEiBYJVhtqlA4CAEEui9QpGB1x44dGj9+vKZMmeL+EMgXAggggAACCCCAAAKmCTg/X+/du1dHjhzR7Nmzc+kewWou7FwUgY4JEKwSrHasuGgYAQTaEyhSsHr06FFt375dM2bM0OTJk4PftLcnwNkIIIAAAggggAACCLQv4PxcfebMGe3fv1+7du3SnDlzNG7cuPYbTtECwWoKNE5BwGABglWCVYPLk64hYLdAkYJVZ6accHX37t06dOiQ+4MrXwgggAACCCCAAAIImCLg3GI/ODjo3oafV6jqWBCsmlIR9AOBbAQIVglWs6kkWkEAgcwFihasZg5AgwgggAACCCCAAAIIlEyAYLVkE8pwrBcgWCVYtf5FAAACpgoQrJo6M/QLAQQQQAABBBBAAIF0AgSr6dw4CwFTBQhWCVZNrU36hYD1AgSr1pcAAAgggAACCCCAAAIlEyBYLdmEMhzrBQhWCVatfxEAgICpAgSrps4M/UIAAQQQQAABBBBAIJ0AwWo6N85CwFQBglWCVVNrk34hYL0Awar1JQAAAggggAACCCCAQMkECFZLNqEMx3oBglWCVetfBAAgYKoAwaqpM0O/EEAAAQQQQAABBBBIJ0Cwms6NsxAwVYBglWDV1NqkXwhYL0Cwan0JAIAAAggggAACCCBQMgGC1ZJNKMOxXoBglWDV+hcBAAiYKkCwaurM0C8EEEAAAQQQQAABBNIJEKymc+MsBEwVIFglWDW1NukXAtYLEKxaXwIAIIAAAggggAACCJRMgGC1ZBPKcKwXIFglWLX+RQAAAqYKEKyaOjP0CwEEEEAAAQQQQACBdAIEq+ncOAsBUwUIVglWTa1N+oWA9QIEq9aXAAAIIIAAAggggAACJRMgWC3ZhDIc6wUIVglWrX8RAICAqQIEq6bODP1CAAEEEEAAAQQQQCCdAMFqOjfOQsBUAYJVglVTa5N+IWC9AMGq9SUAAAIIIIAAAggggEDJBAhWSzahDMd6AYJVglXrXwQAIGCqAMGqqTNDvxBAAAEEEEAAAQQQSCdAsJrOjbMQMFWAYJVg1dTapF8IWC9AsGp9CQCAAAIIIIAAAgggUDIBgtWSTSjDsV6AYJVg1foXAQAImCpAsGrqzNAvBBBAAAEEEEAAAQTSCRCspnPjLARMFSBYJVg1tTbpFwLWCxCsWl8CACCAAAIIIIAAAgiUTIBgtWQTynCsFyBYJVi1/kUAAAKmChCsmjoz9AsBBBBAAAEEEEAAgXQCBKvp3DgLAVMFCFYJVk2tTfqFgPUCBKvWlwAACCCAAAIIIIAAAiUTIFgt2YQyHOsFCFYJVq1/EQCAgKkCBKumzgz9QgABBBBAAAEEEEAgnQDBajo3zkLAVAGCVYJVU2uTfiFgvQDBqvUlAAACCCCAAAIIIIBAyQQIVks2oQzHegGCVYJV618EACBgqgDBqqkzQ78QQAABBBBAAAEEEEgnQLCazo2zEDBVgGCVYNXU2qRfCFgvQLBqfQkAgAACCCCAAAIIIFAyAYLVkk0ow7FegGCVYNX6FwEACJgqQLBq6szQLwQQQAABBBBAAAEE0gkQrKZz4ywETBUgWCVYNbU26RcC1gsQrFpfAgAggAACCCCAAAIIlEyAYLVkE8pwrBcgWCVYtf5FAAACpgoQrJo6M/QLAQQQQAABBBBAAIF0AgSr6dw4CwFTBQhWCVZNrU36hYD1AgSr1pcAAAgggAACCCCAAAIlEyBYLdmEMhzrBQhWCVatfxEAgICpAgSrps4M/UIAAQQQQAABBBBAIJ0AwWo6N85CwFQBglWCVVNrk34hYL0Awar1JQAAAggggAACCCCAQMkECFZLNqEMx3oBglWCVetfBAAgYKoAwaqpM0O/EEAAAQQQQOD/b+/+QiS77gOP/7rVPdM9/zTyjGRHkj2yV5IniiLDgJ9k0IY1BIyDLQiGsDZrQ0hI1mHJgxHBsMgLJgQ/hCXeBIcF7SIWP3hBFrENy3pJBBZ5CCu8iqyMLa2t8VqypdHEoxlNd89Ma2Y51XWrb1VX/6nbVd2n7vk0DBpp6t4693POlc1Xp24RIECgmYCw2szNUQRyFRBWhdVc16ZxESheQFgtfgkAIECAAAECBAgQaJmAsNqyCXU5xQsIq8Jq8TcBAAK5Cgiruc6McREgQIAAAQIECBBoJiCsNnNzFIFcBYRVYTXXtWlcBIoXEFaLXwIACBAgQIAAAQIEWiYgrLZsQl1O8QLCqrBa/E0AgECuAsJqrjNjXAQIECBAgAABAgSaCQirzdwcRSBXAWFVWM11bRoXgeIFhNXilwAAAgQIECBAgACBlgkIqy2bUJdTvICwKqwWfxMAIJCrgLCa68wYFwECBAgQIECAAIFmAsJqMzdHEchVQFgVVnNdm8ZFoHgBYbX4JQCAAAECBAgQIECgZQLCassm1OUULyCsCqvF3wQACOQqIKzmOjPGRYAAAQIECBAgQKCZgLDazM1RBHIVEFaF1VzXpnERKF5AWC1+CQAgQIAAAQIECBBomYCw2rIJdTnFCwirwmrxNwEAArkKCKu5zoxxESBAgAABAgQIEGgmIKw2c3MUgVwFhFVhNde1aVwEihcQVotfAgAIECBAgAABAgRaJiCstmxCXU7xAsKqsFr8TQCAQK4CwmquM2NcBAgQIECAAAECBJoJCKvN3BxFIFcBYVVYzXVtGheB4gWE1eKXAAACBAgQIECAAIGWCQirLZtQl1O8gLAqrBZ/EwAgkKuAsJrrzBgXAQIECBAgQIAAgWYCwmozN0cRyFVAWBVWc12bxkWgeAFhtfglAIAAAQIECBAgQKBlAsJqyybU5RQvIKwKq8XfBAAI5CogrOY6M8ZFgAABAgQIECBAoJmAsNrMzVEEchUQVoXVXNemcREoXkBYLX4JAKIpuxIAACAASURBVCBAgAABAgQIEGiZgLDasgl1OcULCKvCavE3AQACuQoIq7nOjHERIECAAAECBAgQaCYgrDZzcxSBXAWEVWE117VpXASKFxBWi18CAAgQIECAAAECBFomIKy2bEJdTvECwqqwWvxNAIBArgLCaq4zY1wECBAgQIAAAQIEmgkIq83cHEUgVwFhVVjNdW0aF4HiBYTV4pcAAAIECBAgQIAAgZYJCKstm1CXU7yAsCqsFn8TACCQq4CwmuvMGBcBAgQIECBAgACBZgLCajM3RxHIVUBYFVZzXZvGRaB4AWG1+CUAgAABAgQIECBAoGUCwmrLJtTlFC8grAqrxd8EAAjkKiCs5jozxkWAAAECBAgQIECgmYCw2szNUQRyFRBWhdVc16ZxESheQFgtfgkAIECAAAECBAgQaJmAsNqyCXU5xQsIq8Jq8TcBAAK5Cgiruc6McREgQIAAAQIECBBoJiCsNnNzFIFcBYRVYTXXtWlcBIoXEFaLXwIACBAgQIAAAQIEWiYgrLZsQl1O8QLCqrBa/E0AgECuAsJqrjNjXAQIECBAgAABAgSaCQirzdwcRSBXAWFVWM11bRoXgeIFhNXilwAAAgQIECBAgACBlgkIqy2bUJdTvICwKqwWfxMAIJCrgLCa68wYFwECBAgQIECAAIFmAsJqMzdHEchVQFgVVnNdm8ZFoHgBYbX4JQCAAAECBAgQIECgZQLCassm1OUULyCsCqvF3wQACOQqIKzmOjPGRYAAAQIECBAgQKCZgLDazM1RBHIVEFaF1VzXpnERKF5AWC1+CQAgQIAAAQIECBBomYCw2rIJdTnFCwirwmrxNwEAArkKCKu5zoxxESBAgAABAgQIEGgmIKw2c3MUgVwFhFVhNde1aVwEihcQVotfAgAIECBAgAABAgRaJiCstmxCXU7xAsKqsFr8TQCAQK4CwmquM2NcBAgQIECAAAECBJoJCKvN3BxFIFcBYVVYzXVtGheB4gWE1eKXAAACBAgQIECAAIGWCQirLZtQl1O8gLAqrBZ/EwAgkKuAsJrrzBgXAQIECBAgQIAAgWYCwmozN0cRyFVAWBVWc12bxkWgeAFhtfglAIAAAQIECBAgQKBlAsJqyybU5RQvIKwKq8XfBAAI5CogrOY6M8ZFgAABAgQIECBAoJmAsNrMzVEEchUQVoXVXNemcREoXkBYLX4JACBAgAABAgQIEGiZgLDasgl1OcULCKvCavE3AQACuQoIq7nOjHERIECAAAECBAgQaCYgrDZzcxSBXAWEVWE117VpXASKFxBWi18CAAgQIECAAAECBFomIKy2bEJdTvECwqqwWvxNAIBArgLCaq4zY1wECBAgQIAAAQIEmgkIq83cHEUgVwFhVVjNdW0aF4HiBYTV4pcAAAIECBAgQIAAgZYJCKstm1CXU7yAsCqsFn8TACCQq4CwmuvMGBcBAgQIECBAgACBZgLCajM3RxHIVUBYFVZzXZvGRaB4AWG1+CUAgAABAgQIECBAoGUCwmrLJtTlFC8grAqrxd8EAAjkKiCs5jozxkWAAAECBAgQIECgmYCw2szNUQRyFRBWhdVc16ZxESheQFgtfgkAIECAAAECBAgQaJmAsNqyCXU5xQsIq8Jq8TcBAAK5Cgiruc6McREgQIAAAQIECBBoJiCsNnNzFIFcBYRVYTXXtWlcBIoXEFaLXwIACBAgQIAAAQIEWiYgrLZsQl1O8QLCqrBa/E0AgECuAsJqrjNjXAQIECBAgAABAgSaCQirzdwcRSBXAWFVWM11bRoXgeIFhNXilwAAAgQIECBAgACBlgkIqy2bUJdTvICwKqwWfxMAIJCrgLCa68wYFwECBAgQIECAAIFmAsJqMzdHEchVQFgVVnNdm8ZFoHgBYbX4JQCAAAECBAgQIECgZQLCassm1OUULyCsCqvF3wQACOQqIKzmOjPGRYAAAQIECBAgQKCZgLDazM1RBHIVEFaF1VzXpnERKF5AWC1+CQAgQIAAAQIECBBomYCw2rIJdTnFCwirwmrxNwEAArkKCKu5zoxxESBAgAABAgQIEGgmIKw2c3MUgVwFhFVhNde1aVwEihcQVotfAgAIECBAgAABAgRaJiCstmxCXU7xAsKqsFr8TQCAQK4CwmquM2NcBAgQIECAAAECBJoJCKvN3BxFIFcBYVVYzXVtGheB4gWE1eKXAAACBAgQIECAAIGWCQirLZtQl1O8gLAqrBZ/EwAgkKuAsJrrzBgXAQIECBAgQIAAgWYCwmozN0cRyFVAWBVWc12bxkWgeAFhtfglAIAAAQIECBAgQKBlAsJqyybU5RQvIKwKq8XfBAAI5CogrOY6M8ZFgAABAgQIECBAoJmAsNrMzVEEchUQVoXVXNemcREoXkBYLX4JACBAgAABAgQIEGiZgLDasgl1OcULCKvCavE3AQACuQoIq7nOjHERIECAAAECBAgQaCYgrDZzcxSBXAWEVWE117VpXASKFxBWi18CAAgQIECAAAECBFomIKy2bEJdTvECwqqwWvxNAIBArgLCaq4zY1wECBAgQIAAAQIEmgkIq83cHEUgVwFhVVjNdW0aF4HiBYTV4pcAAAIECBAgQIAAgZYJCKstm1CXU7yAsCqsFn8TACCQq4CwmuvMGBcBAgQIECBAgACBZgLCajM3RxHIVUBYFVZzXZvGRaB4AWG1+CUAgAABAgQIECBAoGUCwmrLJtTlFC8grAqrxd8EAAjkKiCs5jozxkWAAAECBAgQIECgmYCw2szNUQRyFRBWhdVc16ZxESheQFgtfgkAIECAAAECBAgQaJmAsNqyCXU5xQsIq8Jq8TcBAAK5Cgiruc6McREgQIAAAQIECBBoJiCsNnNzFIFcBYRVYTXXtWlcBIoXEFaLXwIACBAgQIAAAQIEWiYgrLZsQl1O8QLCqrBa/E0AgECuAsJqrjNjXAQIECBAgAABAgSaCQirzdwcRSBXAWFVWM11bRoXgeIFhNXilwAAAgQIECBAgACBlgkIqy2bUJdTvICwKqwWfxMAIJCrgLCa68wYFwECBAgQIECAAIFmAsJqMzdHEchVQFgVVnNdm8ZFoHgBYbX4JQCAAAECBAgQIECgZQLCassm1OUULyCsCqvF3wQACOQqIKzmOjPGRYAAAQIECBAgQKCZgLDazM1RBHIVEFaF1VzXpnERKF5AWC1+CQAgUITAyxdfjideeCJevPBirN5YLeKaR7nIudm5eODEA/G5Bz8X9x6/d+ihyz/6Ybz+V1+NpX98Pm6utt9wZm4uDv36Q/HuP/h8LN7/wVE4vZYAAQL7LiCs7vsUGACBsQoIq8LqWBeUkxEgMD4BYXV8ls5EgECeAimqfuGZL8T83HwcmDsQMzGT50D3cVQ342ZcW70W11evx1ce+cqGuJqi6k/+8PdidmEhZg8uRMwUYHjzZty4uhI3Vlbi/X/51+LqPq5Pb02AwOgCwuroZo4gkLOAsCqs5rw+jY1A0QLCatHT7+IJFCHwxe99MV5666U4OHewiOvdzUVeXb0a9916X3z5I1/uO80rf/xHsfLSj2J2YXE3p5/KY2+sLMfCfffHPX/+F1M5foMmQKBMAWG1zHl31e0VEFaF1faubldGYMoFhNUpn0DDJ0BgW4FHn340Di8ctlN1W6mItHP1ysqVeOoTT/W9+sWPPhJztx4vY6fqoNPNm7H61sV44LvP7EDQSwgQIJCHgLCaxzwYBYFxCQirwuq41pLzECAwZgFhdcygTkeAQHYCv/XUb8XxQ8ezG1euA7q4dDH+5tG/6RveD/7lwzF/8vZchzzxcV1/83z82t89O/H38QYECBAYl4CwOi5J5yGQh4CwKqzmsRKNggCBDQLCqkVBgEDbBYTV0WZYWN3oJayOtoa8mgCB/RcQVvd/DoyAwDgFhFVhdZzrybkIEBijgLA6RkynIkAgSwFhdbRpEVaF1dFWjFcTIJCjgLCa46wYE4HmAsKqsNp89TiSAIGJCgirE+V1cgIEMhAQVkebBGFVWB1txXg1AQI5CgirOc6KMRFoLiCsCqvNV48jCRCYqICwOlFeJydAIAMBYXW0SRBWhdXRVoxXEyCQo4CwmuOsGBOB5gLCqrDafPU4kgCBiQoIqxPldXICBDIQEFZHmwRhVVgdbcV4NQECOQoIqznOijERaC4grAqrzVePIwkQmKiAsDpRXicnQCADAWF1tEkQVoXV0VaMVxMgkKOAsJrjrBgTgeYCwqqw2nz1OJIAgYkKCKsT5XVyAgQyEBBWR5sEYVVYHW3FeDUBAjkKCKs5zooxEWguIKwKq81XjyMJEJiogLA6UV4nJ0AgA4HdhNWPffhr8TvvOlS7iqV48ezvx5+e2+sL+934s998JOLVz8RjL0z2vccaVj/+H+Lezz4UsxuG/LN467c/H69P9lLGdvbrb56PX/u7Z8d2PiciQIDApAWE1UkLOz+BvRUQVoXVvV1x3o0AgR0LCKs7pvJCAgSmVKBpWF2LqjEQUtcC551XnonPfO8/76HIFIbVf/vVuP837o4bLzwRLz/+dJ/Vu//jN+PWu6Ynrgqre7jUvRUBAmMREFbHwugkBLIREFaF1WwWo4EQINAvIKxaEQQItF2gSVj93Y88GY8c3mR36qk/ia+dvide2dOdq1MWVrs7VWNIVO2st050janZtSqstv3fEq6PQPsEhNX2zakrKltAWBVWy74DXD2BjAWE1Ywnx9AIEBiLwKhhdfhO1c2H0nn9sVfi6//rT+M7nZf1R9CNjxOIeK33kf702g/HxVdfiXvueiDin78ev/8P34l48M/iybvu7L3pa68+E3FX91EA0f9n6UVL1XHp3T/yZHz46jPxyrFH4oF4sTaunXGO5VEA3bC6+refjFf+0zbvO/RxAbXdrJ0/f1dc/tuIW3/j7rj2t5+M5fu/GUd/+d1Yef9H41A8H+f/zf+Ow//1c3HocP29tj7HtuOqnUpY3dna8SoCBPIREFbzmQsjITAOAWFVWB3HOnIOAgQmICCsTgDVKQkQyEqgWVi9GM/8j8di/cP+H4s/+Ve/Ew/MrV9aFTO3DaunPhbfObeWXDs/nR2vx+MfOufvPlpgtRZAO39ei6zdWPrI4bUg+8zlgfN1zvHhuNjdQbvlbtsdzMzehtXPxz3//aNx4NXvxo/+3Ve7o/tE3J0iaSeY/vv4ZRVea69Ze5TAlVj6L/86fvatdNgn4raPPx2/7Px+7ee2x/9b3H7b36+dd8g5dkDRe4mwOoqW1xIgkIOAsJrDLBgDgfEJCKvC6vhWkzMRIDBWAWF1rJxORoBAhgLjCav9F7a2K3Rtd+l2YXXtyG5A7Z2meszAkI/4D33UwODrNobeahdsJ6xG82fA7kdYjYGdrZ0o+v7/Wwur/yJWehE1ohNWox5ju7Dd57r2mK/U42z/OUZZqsLqKFpeS4BADgLCag6zYAwExicgrAqr41tNzkSAwFgFhNWxcjoZAQIZCjQLq4NfWlW/sLWoec+lnYTVKqi+tr4Dti+cjhpWvx4X3512ztaf/9p/jqkIq50dpCl0/n3MffajcWDYutkiim4Iq1VQre1q3S7OjrJUhdVRtLyWAIEcBITVHGbBGAiMT0BYFVbHt5qciQCBsQoIq2PldDICBDIUGDWspkvY8uP03eef7uhRAJeHfNHVrsJq7VmrL1TY+YbVTb+8aiCsDu5Y7VtGvddWH/vfuGO1L6J2DxZWM7wZDYkAgT0TEFb3jNobEdgTAWFVWN2TheZNCBAYXUBYHd3MEQQITJdAk7CarnDYl1jVv4iqL6y+a/2ZrNVrOh/N74TV+vNSq4/wb/cogP5nrK6fcy2s3nll/aP+axF4/QuxstixmgC7u0hvvPBEvPz4032LphM9H4xYqnasDnnG6sJPusftNKx2zteNr9UzVT0KYLpuVqMlQGBsAsLq2CidiEAWAsKqsJrFQjQIAgQ2CgirVgUBAm0XaBpW1+PqoRrRWhD9P3d8LT4RT3eesZp+qriZfr/0z8/EK8ceieOvfyYeS7tKuztc106Sjn864t70cf70eICX4r7ffCQiRdjeDtTBYwbO2Y211ahSwH3peIqra2M7/94MnrFaiVWBc8Miq33x1JDX9MXYHYTVdPq1L7TqvlEKqt+IOPHZh2I2Rdv/eUf30QPru15HWfceBTCKltcSIJCDgLCawywYA4HxCQirwur4VpMzESAwVgFhdaycTkaAQIYCuwmrGV7OxIc0li+vmvgo9/YNhNW99fZuBAjsXkBY3b2hMxDISUBYFVZzWo/GQoBATUBYtRwIEGi7gLA62gwLqxu9hNXR1pBXEyCw/wLC6v7PgREQGKeAsCqsjnM9ORcBAmMUEFbHiOlUBAhkKSCsjjYtwqqwOtqK8WoCBHIUEFZznBVjItBcQFgVVpuvHkcSIDBRAWF1orxOToBABgLC6miTIKwKq6OtGK8mQCBHAWE1x1kxJgLNBYRVYbX56nEkAQITFRBWJ8rr5AQIZCAgrI42CcKqsDraivFqAgRyFBBWc5wVYyLQXEBYFVabrx5HEiAwUQFhdaK8Tk6AQAYCwupokyCsCqujrRivJkAgRwFhNcdZMSYCzQWEVWG1+epxJAECExUQVifK6+QECGQgIKyONgnCqrA62orxagIEchQQVnOcFWMi0FxAWBVWm68eRxIgMFEBYXWivE5OgEAGAsLqaJMgrAqro60YryZAIEcBYTXHWTEmAs0FhFVhtfnqcSQBAhMVEFYnyuvkBAhkIPDo04/G4YXDMRMzGYwm7yHcjJtxZeVKPPWJp/oG+uJHH4m5W49HzBRoePNmrL51MR747jN5T57RESBAoCYgrFoOBNolIKwKq+1a0a6GQIsEhNUWTaZLIUBgqMAXv/fFeOmtl+Lg3EFC2whcXb0a9916X3z5I1/ue+Urf/xHsfLSj2J2YbE4wxsry7Fw3/1xz5//RXHX7oIJEJheAWF1eufOyAkMExBWhVV3BgECmQoIq5lOjGERIDA2gZcvvhxfeOYLMT83HwfmDti5OkQ27VS9tnotrq9ej6888pW49/i9fa9a/tEP4yd/+Hsxu7AQswcXyti5evNm3Li6EjdWVuL9f/nXsXj/B8e2Jp2IAAECkxYQVict7PwE9lZAWBVW93bFeTcCBHYsIKzumMoLCRCYYoEUV5944Yl48cKLsXpjdYqvZDJDn5udiwdOPBCfe/BzG6Jq9Y4prr7+V1+NpX98Pm6utt9wZm4uDv36Q/HuP/i8qDqZZeesBAhMUEBYnSCuUxPYBwFhVVjdh2XnLQkQ2ImAsLoTJa8hQIAAAQIECBAgMD0Cwur0zJWREtiJgLAqrO5knXgNAQL7ICCs7gO6tyRAgAABAgQIECAwQQFhdYK4Tk1gHwSEVWF1H5adtyRAYCcCwupOlLyGAAECBAgQIECAwPQICKvTM1dGSmAnAsKqsLqTdeI1BAjsg4Cwug/o3pIAAQIECBAgQIDABAWE1QniOjWBfRAQVoXVfVh23pIAgZ0ICKs7UfIaAgQIECBAgAABAtMjIKxOz1wZKYGdCAirwupO1onXECCwDwKjhNXr16/Hz3/+8/j2t7+9DyP1lgQIECBAgAABAgQI7ERAWN2JktcQmB6BHMLqbrQurb4RB1aPxYEDBxqdZuYxYbURnIMIEJi8gLA6eWPvQIAAAQIECBAgQGAvBYTVvdT2XgQmLyCsCquTX2XegQCBRgI7Caurq6uRdqvasdqI2EEECBAgQIAAAQIE9lRAWN1Tbm9GYOICwqqwOvFF5g0IEGgmsFlYvXHjRqSg+s4773T+WoXVX/ziF/Gtb32r2Zs5igABAgQIECBAgACBiQt8/OMfj/e85z0xPz/f+TU3N9f5dcstt8Ts7Gzn18zMTN+viQ/KGxAg0FhAWBVWGy8eBxIgMFmBrcJqFVWF1cnOgbMTIECAAAECBAgQGKeAsDpOTecisP8Cwqqwuv+r0AgIEBgqMGpYff311+Mb3/hGLCwsECVAgAABAgQIECBAIDOB5eXl+NSnPtXbsVrtVrVjNbOJMhwCIwgIq8LqCMvFSwkQ2EuB7cJq2rWaHgNQ7Vp988034/HHH48PfehDezlM70WAAAECBAgQIECAwA4Evv/978eXvvSlOHnyZN+jANJjAKpfg48BSH/vhwCBfAWEVWE139VpZAQKF6iH1USRnq1a/UpRdfBxAJcuXYrTp0934qofAgQIECBAgAABAgTyEkj/P/3s2bNx7Nixvuerph2r6dmqKa6mkJp+n36qyJrXVRgNAQJ1AWFVWHVHECCQsUCKq1VgTVE1/T4F1fT7+pdX1Xetpo8XffrTn874qgyNAAECBAgQIECAQFkCTz75ZOexXYO7VavHAAx+eZWwWtb6cLXTKyCsCqvTu3qNnEABAvWwmn4/uGN18HEAV69ejYsXL8ZDDz0Un/zkJ+PBBx+MQ4cOFSDlEgkQIECAAAECBAjkJXDlypX4wQ9+EN/85jfj+eefj+PHj8fBgwc3PAag2rGadqqmX/Wdqh4FkNecGg2BQQFhVVh1VxAgkLHA4HNWN3scQPWs1Wrnavo/cenh+NeuXevE2CrQpt+nn+q8GV+6oREgQIAAAQIECBCYGoFhz0ZNkfTAgQOdL5c9cuRI7+P/8/PzUX1xVf35qvWoWgVVYXVqloCBFiogrAqrhS59l01gOgR28gVWKaYO+1U9h7WKsVVcre+CnQ4FoyRAgAABAgQIECCQt8BgWK12n1bhtAqpg3+t/nxwt6qwmvd8Gx2BSkBYFVbdDQQIZC4wGEQHn7Na/xKrwd9Xz2KtHiMw+IVYdq5mPvmGR4AAAQIECBAgkLXAYACtvnyq+utgWE1/v5Pdqr64KutpNzgCPQFhVVh1OxAgkLnAVo8DqH+JVbVDNe1erX5ffdHVsDib+WUbHgECBAgQIECAAIGpEagH1uoj/emv9Y/617+oqvp9tVO1vmM1XbSwOjVTb6CFCwirwmrht4DLJ5C/wFaPA6jCavXXelCtouqwRwFUV23Hav7zb4QECBAgQIAAAQJ5Cgw+/7T+OIB6ME1xNf19PaxW/6z+uvrxVVzN88qNigCBSkBYFVbdDQQIZC4w+PH9wS+jqgJq/a9bRdV6TBVWM598wyNAgAABAgQIEMhWYLuwWj0OoL5ztfp9/a/1xwfUg6ovrsp26g2MQE9AWBVW3Q4ECEyBwLBdq9VzU6sdqdVfdxJVNwuqQusULAZDJECAAAECBAgQ2FeBYcGz/iiA7XauDvv4v92q+zql3pxAYwFhVVhtvHgcSIDA3gkM+9Kp+hdS1eNqPbj60qq9myPvRIAAAQIECBAgUK7Adl9iVX+G6uDv689THTxPuaKunMB0CAirwup0rFSjJEAgtourg6F12BdWDe5ItUPVwiJAgAABAgQIECDQXGCrxwEM7lytf+R/2Mf/RdXm8+BIAvslIKwKq/u19rwvAQINBAYfCZBOUQ+o9eev1v959br6Xxu8vUMIECBAgAABAgQIENhCYLNHAlSRNe1WHfaxf1HVsiIwnQLCqrA6nSvXqAkULLDZztVhIbX6Z8OCqt2qBS8il06AAAECBAgQIDA2gWG7VtPJBz/iXw+qPv4/Nn4nIrCvAsKqsLqvC9CbEyAwukA9iG62g7UKqYMRdvDdxNXR/R1BgAABAgQIECBAoC6wky+zqkLrsOBa/zOyBAhMl4CwKqxO14o1WgIEegLDoumw3azVASKqxUOAAAECBAgQIEBg8gL10DrsS62qEfj4/+TnwjsQmLSAsCqsTnqNOT8BAhMUGLZ7Nb2dL6maILpTEyBAgAABAgQIENiBwLDAmg7b7J/v4JReQoBAZgLCqrCa2ZI0HAIERhUYthN1s92pdq2Oquv1BAgQIECAAAECBEYTGPZoAEF1NEOvJjAtAsKqsDota9U4CRDYRkBMtUQIECBAgAABAgQI5COw1bNX8xmlkRAgsBsBYVVY3c36cSwBAhkL2J2a8eQYGgECBAgQIECAQFECm+1iLQrBxRJooYCwKqy2cFm7JAIEhgkIrdYFAQIECBAgQIAAgckKCKiT9XV2ArkJCKvCam5r0ngIECBAgAABAgQIECBAgAABAgQIZC8grE5pWF1eXo6jR4/G/Px89ovMAAkQIECAAAECBAgQIECAAAECBAi0SeD69etx+fLlWFxc7Pza65+rV6/u+i0vrb4RB1aPxYEDBxqda+axKQ2rly5dioMHD8bx48cbXbiDCBAgQIAAAQIECBAgQIAAAQIECBBoJnDx4sVIcfPYsWPC6qiE165di2tzl+L2w+8d9dBdvz7tVk1bjWdnZ2NhYSEOHz5s5+quVZ2AAAECBAgQIECAAAECBAgQIECAwNYCaafqlStXYmVlJW7cuBG33XabsDrqoskhrKYJTFt103bjFFn9ECBAgAABAgQIECBAgAABAgQIECAwOYEUU9Omx9QG04bHnMLqU089temFP/rooxv+rNhHAaQdqyms+iFAgAABAgQIECBAgAABAgQIECBAYO8FcgurSWBYXB0WVdNriw6r6TkON2/e3PtV4x0JECBAgAABAgQIECBAgAABAgQIFCwwMzPT+f6jnHasVtNRj6ubRdViw2raqZoekJu2HQurBd/BLp0AAQIECBAgQIAAAQIECBAgQGBfBFJYTY/nTF8sn3au7vVP2nC51U+Kq1tF1WLDanqGw1tvvRVLS0vxzjvv7PW8eT8CBAgQIECAAAECBAgQIECAAAECRQvccsstcejQobj11ls734G01z/bhdWdjKfIRwGsrq52ourly5c7D8q1a3UnS8VrCBAgQIAAAQIECBAgQIAAAQIECOxeIO1WTTH16NGjnbg6Nze3+5OOeAZhdUSw6uUppKagmuJq+pVCa/pGsvQjsjZEdRgBAgQIECBAgAABAgQIECBAgACBTQRSZE6NEQAADHNJREFUTE0/s7OznZCagmr6lQJr9Wd7ideCsHo5bj98V0Sswe7lTwqp169fj4SYfqVHAlRxdS/H4b0IECBAgAABAgQIECBAgAABAgQIlCCQomp6BED60qr0a35+vhNa9+NnPGH1fBxYPdr4UQYzjz322M0mF592jF6beTuOHXpXHJxbbHKKXR+TdqdWQTVFVbtVd03qBAQIECBAgAABAgQIECBAgAABAgSGCqSdqSmkVoF1P3aqVgPbdViduRmXVi7EgZtH9iesLl29HAcO3xInDr9nX3atWuMECBAgQIAAAQIECBAgQIAAAQIECJQnsNuwuvzOW7H89rU4dHCfdqymL4+aPXgjDh6ajyMHj8fBuQWBtbx17IoJECBAgAABAgQIECBAgAABAgQI7KlA47A6czOWVy/F0pWVuHF1tvMFXOk5sU1+dvUogBRW0yMB5hdm4+DhuZjpfAFYoycLNBm7YwgQIECAAAECBAgQIECAAAECBAgQILBDgZm4uRpx9cpqXF+50Qmq+x5WdzhyLyNAgAABAgQIECBAgAABAgQIECBAgEAWAsJqFtNgEAQIECBAgAABAgQIECBAgAABAgQITJPAvobVt99+u/MogJs3ffx/mhaNsRIgQIAAAQIECBAgQIAAAQIECBAoWWBmZqbzKIAjR47s/TNWV1dX48qVK7GyshI3btwoeR5cOwECBAgQIECAAAECBAgQIECAAAECUyQwOzsbCwsLcfjw4Zib63xx1Mg/jb+8KsXUFFWXl5fj+vXrdq2OTO8AAgQIECBAgAABAgQIECBAgAABAgT2WiDtVp2fn4/FxcVOXE2RtclP47CaPv7/zjvvdOLq1atXI+1gTf/MYwGaTINjCBAgQIAAAQIECBAgQIAAAQIECBCYpEAKqulX2qF68ODBTlS95ZZbOv+syU/jsJrerIqr6TmraddqCq3CapNpcAwBAgQIECBAgAABAgQIECBAgAABApMUSAE1hdS0WzU9X3U3UTWNc1dhtYqrKaamRwN41uokp965CRAgQIAAAQIECBAgQIAAAQIECBDYjUD62H/6Ve1e3c25dh1Wd/PmjiVAgAABAgQIECBAgAABAgQIECBAgMA0Cgir0zhrxkyAAAECBAgQIECAAAECBEYRuHA2nj17YegRi+87E2feu7jl2Zb/33Px3E+XYyevHX6iC3H22bNxYfFUnDlzd2z9bttdWPdccSJOP3w6Tmz38hH+/MIPn42zb47/vCMMYQ9euhw/e+65OLe8GKfOnIm7G07GmtXgcPvtNqybah1uuQ6q8Y1/HqrxnDj9cJzuLZzR1tPwe6E6R92j67u0du81v3e2XxI7mYsNZ+nORRrXqaXn1uby5Ol4+IPjvKMG37Wa2/V/3pmLQz+L5547F8u1l6/PUWVbW68D/z6bpO12+sLqdkL+nAABAgQIECBAgAABAgQItEZgtIhUXbaw2poFEBG7D6vVeujLiIuLsby8HFGLps3C6l5bj3ZPDLsXqrDZC3w7Csjju87q/asY2QutW4XSXlh9IO44/2K8faoem8c3tvqZ+uxOXujG1ONx++LFOJ+WTvqPPIfOdf8j0In4wPuW4sc/rXJrFVbXI/aJ06cjzp6N9J+M+mP5ZMY/7KzC6t5ZeycCBAgQIECAAAECBAgQILDPAkMi0uBu1m4Yi+4u1b549r61CHOutrVsLWgM7tgb3G1Y7Vi9M+6M1+K1psf36Z2Ita5S24mbxv6rEf9U2/1Wjy9rh28MNJ1/fPJ0nI6zA7sw+3cd9t5+E6O+nXPL/bvwNh1Hd0dj79ydGBZrO3zX3zBOnTkVbz+3/s8Wbz8ey+cv9oJSL67ddSIuvFrfnZzm4lQsd3ap9s3mhnP2bIaOqbuTsXtdh06eiAtvXljb5fi+5XjuubfjjvctxbnazuYtw2pnnt6IWFyO1GOrOXj4g4e6O2q7wS26u5wrz8Xb4/jy+bi4lc2Gdbo2jyfeXNt5vXEu0slOxOkzR+Jc387J/uP674X1nd5b/oeH7v21cOtCrLy10j3FYpw6fUe8cbbapbnFOtvUaX1n6WBY7R/P0pC1dCburu2k/dX4p47L8ZOLcfHN6O5kXg/wtx9fjvPr4BvvlUY70avzV2F18L6s/h0y+B8C6n/fwdn17uvd/EtZWN2NnmMJECBAgAABAgQIECBAgMBUCQyG1f6P2S7+dO3j3Yu/cmfEz1+L5c7H7dejXC8O9WJaCkMn4q6TF+LVdFznsQIp5JyLI30fM+++z/x8xPXrtRi3s+P7dgT2drQdjaNxOS53Q+nwsZ+O6H5kvW833OKp+MDhc/HjzphPxx3nz3ai49GjEZcvdz8SffL82s65XshbCz+bvc+hFKKXTq1/lLoXVtcC0fBxVJGwFtbOHamNrbaDb2Acdy92A9PhWoitB65aMF8LZssD7otRBbN+m+Fj6j3CoXNdb8epbtTu2ylY+3h5erzE9mE1zX+69iqQpZ2HZ+LIuRTLqnC+1BdFqznaasxVQF37aPtaqE07MtNH3lNAHHqO+qMlalF8s3th8OPnG3fx9sfS3r2zeCpOHT4X59JH7xdPxenb34izaVfmtuts0Gl9h+nwRwEMrNf6btC0Tk69Hc91H1FQhdUqOC+l11Y7Smu7XtffZ/CeH/V5EuuPBFjsRfCdhtWIDdfbKOyO51/cwup4HJ2FAAECBAgQIECAAAECBAhMgcBmYbW7O6wKY1VYHdiZWcWhtagU3Z2Fa8d2wmL1sd0NoaM/rI56fP+OvOoaqrDaz94LYd0xLA17FmgtrNbD4ND36QWvAaNeRF7fRdoXGXs7LNd2XG42jjNnTsSF2m7Svmde1i9tcBzpQ/0d80O9nbvrkSodeCJOdXeQVmG13309rPbtOu64bRxT7zm8A2F1fcfqG3HH+w7FuZ+uP090R2F1YI31hdWHb4/zz56NpV78Xg96fbM+xCb6dmL3r9EqrPbvtq6fezFOVdeyyb2w9XM9a/dZN0D33TvVfxyo/weKzdbZJu+/+bpNC6PaLb1+TRvmeGhYfThuf/PZOHtlPfie+MCpWPpxd2ftyVNx6sq5TvSu/mPKsI/g94XPgccRrAfoKqQO7kgd/HfUwJ9Xu6kH7u/9es6qsDoF/7NniAQIECBAgAABAgQIECBAYDwCTXasru+2HL5jtf5R3vrOwyFfEDR0x+r2x/ftWO09m3E9rO4oaA4EnvVzbtyx2h+h+ndw9nasdj+K3wmLvd2ttS/n2iys1sdRf03vEQa1wNc35iGPceh73ED/jsb6Tty+Hau9xwxssmN14XgsrFyMlb7HKtQe7VA9CqC3s7S7Mk+e7jwfs/4lZ72INvjohPq5twyr62uv8y71xzVsYVPtDk7z2AmF3d3U1c7Mvh2rvfXU7149FqJ/x+rAzuPOl74N+XKl+m7lkcPqJjujNzht3LHauw96UXlgZ2kVdDfdsfpw53EY6190V388Qv3xBVuH1c3+XTX8kQn13av9z1hd+3K6TcLqwG56YXU8/wvhLAQIECBAgAABAgQIECBAgMCmAhN6xmpfjBn27eLbPGN1p8f3XdeQZ6ymfZrVDrvertkh39g+7DmmtWi32e6+3tsP2dW5/uzW7qsGwupiL8DVLmLIc12HP7M2md4VJ958NS7UP7Kesl61I7cKjQPPdl17t/UvCFp/9xTw+p/bWl1DFY+r1w7uSlzfdbgeXAcj6tqHwzd+C3znWaYpmA34VM/07d+xWnvdZs/G7QTXAZtBgw1Rcv1Lj9Y90rjWdsjWn1CbTO78lYjXft73gNruYy+6H4EffE5x96Qdt+7a3n7H6vrH8/vWWRXcdxBWB2/74Wup/xEFKUiuPwogxdqB0Fl7pEPf+Q9ExLXRvjRq+CMLhj3btn7ejV+25lEA/ieOAAECBAgQIECAAAECBAgQIEBgagU2jWSdXYZ+CJQh4FEAZcyzqyRAgAABAgQIECBAgAABAgQIECBAYIwCwuoYMZ2KAAECBAgQIECAAAECBAgQIECAAIEyBITVMubZVRIgQIAAAQIECBAgQIAAAQIECBAgMEYBYXWMmE5FgAABAgQIECBAgAABAgQIECBAgEAZAsJqGfPsKgkQIECAAAECBAgQIECAAAECBAgQGKOAsDpGTKciQIAAAQIECBAgQIAAAQIECBAgQKAMAWG1jHl2lQQIECBAgAABAgQIECBAgAABAgQIjFFAWB0jplMRIECAAAECBAgQIECAAAECBAgQIFCGwP8HhAzzeLf94mg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010" b="94933"/>
          <a:stretch/>
        </p:blipFill>
        <p:spPr bwMode="auto">
          <a:xfrm>
            <a:off x="7763866" y="2178345"/>
            <a:ext cx="616457" cy="257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95411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0B38DF9E-C87F-48FF-883C-2F881E714837}"/>
</file>

<file path=customXml/itemProps2.xml><?xml version="1.0" encoding="utf-8"?>
<ds:datastoreItem xmlns:ds="http://schemas.openxmlformats.org/officeDocument/2006/customXml" ds:itemID="{0BFF04F8-B5E2-400F-BBAB-11E80F3A3F11}"/>
</file>

<file path=customXml/itemProps3.xml><?xml version="1.0" encoding="utf-8"?>
<ds:datastoreItem xmlns:ds="http://schemas.openxmlformats.org/officeDocument/2006/customXml" ds:itemID="{5A95D49F-D275-467F-82B5-560913100FE7}"/>
</file>

<file path=docProps/app.xml><?xml version="1.0" encoding="utf-8"?>
<Properties xmlns="http://schemas.openxmlformats.org/officeDocument/2006/extended-properties" xmlns:vt="http://schemas.openxmlformats.org/officeDocument/2006/docPropsVTypes">
  <TotalTime>1514</TotalTime>
  <Words>154</Words>
  <Application>Microsoft Office PowerPoint</Application>
  <PresentationFormat>Presentación en pantalla (4:3)</PresentationFormat>
  <Paragraphs>18</Paragraphs>
  <Slides>9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Ing. Andrea Pastori R.</dc:creator>
  <cp:lastModifiedBy>Andrea Pastori Rojas</cp:lastModifiedBy>
  <cp:revision>48</cp:revision>
  <dcterms:created xsi:type="dcterms:W3CDTF">2017-01-26T20:10:20Z</dcterms:created>
  <dcterms:modified xsi:type="dcterms:W3CDTF">2018-04-17T15:56:42Z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