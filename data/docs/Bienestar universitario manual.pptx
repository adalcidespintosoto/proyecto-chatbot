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39"/>
  </p:notesMasterIdLst>
  <p:sldIdLst>
    <p:sldId id="256" r:id="rId5"/>
    <p:sldId id="257" r:id="rId6"/>
    <p:sldId id="258" r:id="rId7"/>
    <p:sldId id="295" r:id="rId8"/>
    <p:sldId id="259" r:id="rId9"/>
    <p:sldId id="296" r:id="rId10"/>
    <p:sldId id="276" r:id="rId11"/>
    <p:sldId id="277" r:id="rId12"/>
    <p:sldId id="278" r:id="rId13"/>
    <p:sldId id="279" r:id="rId14"/>
    <p:sldId id="280" r:id="rId15"/>
    <p:sldId id="286" r:id="rId16"/>
    <p:sldId id="287" r:id="rId17"/>
    <p:sldId id="288" r:id="rId18"/>
    <p:sldId id="289" r:id="rId19"/>
    <p:sldId id="290" r:id="rId20"/>
    <p:sldId id="291" r:id="rId21"/>
    <p:sldId id="292" r:id="rId22"/>
    <p:sldId id="293" r:id="rId23"/>
    <p:sldId id="281" r:id="rId24"/>
    <p:sldId id="294" r:id="rId25"/>
    <p:sldId id="282" r:id="rId26"/>
    <p:sldId id="283" r:id="rId27"/>
    <p:sldId id="284" r:id="rId28"/>
    <p:sldId id="299" r:id="rId29"/>
    <p:sldId id="300" r:id="rId30"/>
    <p:sldId id="301" r:id="rId31"/>
    <p:sldId id="302" r:id="rId32"/>
    <p:sldId id="285" r:id="rId33"/>
    <p:sldId id="273" r:id="rId34"/>
    <p:sldId id="304" r:id="rId35"/>
    <p:sldId id="305" r:id="rId36"/>
    <p:sldId id="306" r:id="rId37"/>
    <p:sldId id="307" r:id="rId3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0" roundtripDataSignature="AMtx7mifS06BVwugQ9PqqWd7ffOG6o75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E1666C-8303-48B3-A8DD-3800F501B95C}" v="555" dt="2023-08-24T20:43:16.566"/>
    <p1510:client id="{B3D907FD-D471-4A5C-BF5D-3B3B6C88B294}" v="15" dt="2023-08-24T16:56:34.051"/>
    <p1510:client id="{B9EE91E4-0DDC-4C24-A310-733271546EDA}" v="2" dt="2022-12-02T20:55:59.6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9" autoAdjust="0"/>
    <p:restoredTop sz="94660"/>
  </p:normalViewPr>
  <p:slideViewPr>
    <p:cSldViewPr snapToGrid="0">
      <p:cViewPr varScale="1">
        <p:scale>
          <a:sx n="64" d="100"/>
          <a:sy n="64" d="100"/>
        </p:scale>
        <p:origin x="84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customschemas.google.com/relationships/presentationmetadata" Target="metadata"/><Relationship Id="rId45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microsoft.com/office/2015/10/relationships/revisionInfo" Target="revisionInfo.xml"/><Relationship Id="rId20" Type="http://schemas.openxmlformats.org/officeDocument/2006/relationships/slide" Target="slides/slide16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VIN MANUEL ACUÑA AREVALO" userId="S::kevin.acunaa@unisimon.edu.co::2ec1cb3b-55f6-401b-8cf5-6c127a3ded94" providerId="AD" clId="Web-{D3F323EB-B375-4BC3-A566-51D929CAA178}"/>
    <pc:docChg chg="modSld">
      <pc:chgData name="KEVIN MANUEL ACUÑA AREVALO" userId="S::kevin.acunaa@unisimon.edu.co::2ec1cb3b-55f6-401b-8cf5-6c127a3ded94" providerId="AD" clId="Web-{D3F323EB-B375-4BC3-A566-51D929CAA178}" dt="2022-11-30T14:04:43.015" v="5" actId="20577"/>
      <pc:docMkLst>
        <pc:docMk/>
      </pc:docMkLst>
      <pc:sldChg chg="addSp modSp">
        <pc:chgData name="KEVIN MANUEL ACUÑA AREVALO" userId="S::kevin.acunaa@unisimon.edu.co::2ec1cb3b-55f6-401b-8cf5-6c127a3ded94" providerId="AD" clId="Web-{D3F323EB-B375-4BC3-A566-51D929CAA178}" dt="2022-11-30T14:03:34.841" v="2" actId="14100"/>
        <pc:sldMkLst>
          <pc:docMk/>
          <pc:sldMk cId="308778169" sldId="276"/>
        </pc:sldMkLst>
        <pc:spChg chg="add mod">
          <ac:chgData name="KEVIN MANUEL ACUÑA AREVALO" userId="S::kevin.acunaa@unisimon.edu.co::2ec1cb3b-55f6-401b-8cf5-6c127a3ded94" providerId="AD" clId="Web-{D3F323EB-B375-4BC3-A566-51D929CAA178}" dt="2022-11-30T14:03:34.841" v="2" actId="14100"/>
          <ac:spMkLst>
            <pc:docMk/>
            <pc:sldMk cId="308778169" sldId="276"/>
            <ac:spMk id="3" creationId="{4218941B-08DD-CBA6-D667-77EFD3EDCF03}"/>
          </ac:spMkLst>
        </pc:spChg>
      </pc:sldChg>
      <pc:sldChg chg="modSp">
        <pc:chgData name="KEVIN MANUEL ACUÑA AREVALO" userId="S::kevin.acunaa@unisimon.edu.co::2ec1cb3b-55f6-401b-8cf5-6c127a3ded94" providerId="AD" clId="Web-{D3F323EB-B375-4BC3-A566-51D929CAA178}" dt="2022-11-30T14:04:09.389" v="3" actId="14100"/>
        <pc:sldMkLst>
          <pc:docMk/>
          <pc:sldMk cId="4248718776" sldId="290"/>
        </pc:sldMkLst>
        <pc:spChg chg="mod">
          <ac:chgData name="KEVIN MANUEL ACUÑA AREVALO" userId="S::kevin.acunaa@unisimon.edu.co::2ec1cb3b-55f6-401b-8cf5-6c127a3ded94" providerId="AD" clId="Web-{D3F323EB-B375-4BC3-A566-51D929CAA178}" dt="2022-11-30T14:04:09.389" v="3" actId="14100"/>
          <ac:spMkLst>
            <pc:docMk/>
            <pc:sldMk cId="4248718776" sldId="290"/>
            <ac:spMk id="18" creationId="{F2AF2FE5-4D98-E496-D90A-ED1F65A76CAC}"/>
          </ac:spMkLst>
        </pc:spChg>
      </pc:sldChg>
      <pc:sldChg chg="modSp">
        <pc:chgData name="KEVIN MANUEL ACUÑA AREVALO" userId="S::kevin.acunaa@unisimon.edu.co::2ec1cb3b-55f6-401b-8cf5-6c127a3ded94" providerId="AD" clId="Web-{D3F323EB-B375-4BC3-A566-51D929CAA178}" dt="2022-11-30T14:04:43.015" v="5" actId="20577"/>
        <pc:sldMkLst>
          <pc:docMk/>
          <pc:sldMk cId="2861547698" sldId="292"/>
        </pc:sldMkLst>
        <pc:spChg chg="mod">
          <ac:chgData name="KEVIN MANUEL ACUÑA AREVALO" userId="S::kevin.acunaa@unisimon.edu.co::2ec1cb3b-55f6-401b-8cf5-6c127a3ded94" providerId="AD" clId="Web-{D3F323EB-B375-4BC3-A566-51D929CAA178}" dt="2022-11-30T14:04:43.015" v="5" actId="20577"/>
          <ac:spMkLst>
            <pc:docMk/>
            <pc:sldMk cId="2861547698" sldId="292"/>
            <ac:spMk id="24" creationId="{213440E0-5C47-03A1-1C8A-77BCAB180159}"/>
          </ac:spMkLst>
        </pc:spChg>
      </pc:sldChg>
    </pc:docChg>
  </pc:docChgLst>
  <pc:docChgLst>
    <pc:chgData name="KEVIN MANUEL ACUÑA AREVALO" userId="S::kevin.acunaa@unisimon.edu.co::2ec1cb3b-55f6-401b-8cf5-6c127a3ded94" providerId="AD" clId="Web-{B3D907FD-D471-4A5C-BF5D-3B3B6C88B294}"/>
    <pc:docChg chg="addSld modSld">
      <pc:chgData name="KEVIN MANUEL ACUÑA AREVALO" userId="S::kevin.acunaa@unisimon.edu.co::2ec1cb3b-55f6-401b-8cf5-6c127a3ded94" providerId="AD" clId="Web-{B3D907FD-D471-4A5C-BF5D-3B3B6C88B294}" dt="2023-08-24T16:56:34.051" v="14"/>
      <pc:docMkLst>
        <pc:docMk/>
      </pc:docMkLst>
      <pc:sldChg chg="addSp delSp modSp add replId">
        <pc:chgData name="KEVIN MANUEL ACUÑA AREVALO" userId="S::kevin.acunaa@unisimon.edu.co::2ec1cb3b-55f6-401b-8cf5-6c127a3ded94" providerId="AD" clId="Web-{B3D907FD-D471-4A5C-BF5D-3B3B6C88B294}" dt="2023-08-24T16:56:34.051" v="14"/>
        <pc:sldMkLst>
          <pc:docMk/>
          <pc:sldMk cId="2265231673" sldId="303"/>
        </pc:sldMkLst>
        <pc:spChg chg="add del mod">
          <ac:chgData name="KEVIN MANUEL ACUÑA AREVALO" userId="S::kevin.acunaa@unisimon.edu.co::2ec1cb3b-55f6-401b-8cf5-6c127a3ded94" providerId="AD" clId="Web-{B3D907FD-D471-4A5C-BF5D-3B3B6C88B294}" dt="2023-08-24T16:56:34.051" v="14"/>
          <ac:spMkLst>
            <pc:docMk/>
            <pc:sldMk cId="2265231673" sldId="303"/>
            <ac:spMk id="2" creationId="{1ECFD9C7-CD53-5A8C-AC48-7F56EB0AAD91}"/>
          </ac:spMkLst>
        </pc:spChg>
        <pc:spChg chg="del">
          <ac:chgData name="KEVIN MANUEL ACUÑA AREVALO" userId="S::kevin.acunaa@unisimon.edu.co::2ec1cb3b-55f6-401b-8cf5-6c127a3ded94" providerId="AD" clId="Web-{B3D907FD-D471-4A5C-BF5D-3B3B6C88B294}" dt="2023-08-24T16:55:41.829" v="6"/>
          <ac:spMkLst>
            <pc:docMk/>
            <pc:sldMk cId="2265231673" sldId="303"/>
            <ac:spMk id="3" creationId="{E4281F8F-EA83-C09B-6A37-E4AF030A36C3}"/>
          </ac:spMkLst>
        </pc:spChg>
        <pc:spChg chg="del">
          <ac:chgData name="KEVIN MANUEL ACUÑA AREVALO" userId="S::kevin.acunaa@unisimon.edu.co::2ec1cb3b-55f6-401b-8cf5-6c127a3ded94" providerId="AD" clId="Web-{B3D907FD-D471-4A5C-BF5D-3B3B6C88B294}" dt="2023-08-24T16:55:39.704" v="4"/>
          <ac:spMkLst>
            <pc:docMk/>
            <pc:sldMk cId="2265231673" sldId="303"/>
            <ac:spMk id="5" creationId="{19FD8488-C1A4-373E-530D-8A20A81F46CB}"/>
          </ac:spMkLst>
        </pc:spChg>
        <pc:spChg chg="del">
          <ac:chgData name="KEVIN MANUEL ACUÑA AREVALO" userId="S::kevin.acunaa@unisimon.edu.co::2ec1cb3b-55f6-401b-8cf5-6c127a3ded94" providerId="AD" clId="Web-{B3D907FD-D471-4A5C-BF5D-3B3B6C88B294}" dt="2023-08-24T16:55:39.704" v="3"/>
          <ac:spMkLst>
            <pc:docMk/>
            <pc:sldMk cId="2265231673" sldId="303"/>
            <ac:spMk id="8" creationId="{5FC60766-2EDF-DC3B-8058-44BA8202A09C}"/>
          </ac:spMkLst>
        </pc:spChg>
        <pc:spChg chg="del">
          <ac:chgData name="KEVIN MANUEL ACUÑA AREVALO" userId="S::kevin.acunaa@unisimon.edu.co::2ec1cb3b-55f6-401b-8cf5-6c127a3ded94" providerId="AD" clId="Web-{B3D907FD-D471-4A5C-BF5D-3B3B6C88B294}" dt="2023-08-24T16:55:39.704" v="2"/>
          <ac:spMkLst>
            <pc:docMk/>
            <pc:sldMk cId="2265231673" sldId="303"/>
            <ac:spMk id="9" creationId="{96D4BCF2-0204-4F42-F331-F235462BA395}"/>
          </ac:spMkLst>
        </pc:spChg>
        <pc:spChg chg="del">
          <ac:chgData name="KEVIN MANUEL ACUÑA AREVALO" userId="S::kevin.acunaa@unisimon.edu.co::2ec1cb3b-55f6-401b-8cf5-6c127a3ded94" providerId="AD" clId="Web-{B3D907FD-D471-4A5C-BF5D-3B3B6C88B294}" dt="2023-08-24T16:55:46.986" v="10"/>
          <ac:spMkLst>
            <pc:docMk/>
            <pc:sldMk cId="2265231673" sldId="303"/>
            <ac:spMk id="10" creationId="{6CE76ADE-C98E-5965-E776-069644E25BEE}"/>
          </ac:spMkLst>
        </pc:spChg>
        <pc:spChg chg="del">
          <ac:chgData name="KEVIN MANUEL ACUÑA AREVALO" userId="S::kevin.acunaa@unisimon.edu.co::2ec1cb3b-55f6-401b-8cf5-6c127a3ded94" providerId="AD" clId="Web-{B3D907FD-D471-4A5C-BF5D-3B3B6C88B294}" dt="2023-08-24T16:55:47.736" v="11"/>
          <ac:spMkLst>
            <pc:docMk/>
            <pc:sldMk cId="2265231673" sldId="303"/>
            <ac:spMk id="11" creationId="{D875E2AD-8425-2716-2A98-EFC18AF8BBF2}"/>
          </ac:spMkLst>
        </pc:spChg>
        <pc:spChg chg="del">
          <ac:chgData name="KEVIN MANUEL ACUÑA AREVALO" userId="S::kevin.acunaa@unisimon.edu.co::2ec1cb3b-55f6-401b-8cf5-6c127a3ded94" providerId="AD" clId="Web-{B3D907FD-D471-4A5C-BF5D-3B3B6C88B294}" dt="2023-08-24T16:55:44.142" v="9"/>
          <ac:spMkLst>
            <pc:docMk/>
            <pc:sldMk cId="2265231673" sldId="303"/>
            <ac:spMk id="12" creationId="{979EF581-E08B-705A-31D4-C5897DDB4BC6}"/>
          </ac:spMkLst>
        </pc:spChg>
        <pc:spChg chg="del">
          <ac:chgData name="KEVIN MANUEL ACUÑA AREVALO" userId="S::kevin.acunaa@unisimon.edu.co::2ec1cb3b-55f6-401b-8cf5-6c127a3ded94" providerId="AD" clId="Web-{B3D907FD-D471-4A5C-BF5D-3B3B6C88B294}" dt="2023-08-24T16:55:43.142" v="8"/>
          <ac:spMkLst>
            <pc:docMk/>
            <pc:sldMk cId="2265231673" sldId="303"/>
            <ac:spMk id="13" creationId="{E0BB4E87-C63B-2544-199E-3327DEEB6CC9}"/>
          </ac:spMkLst>
        </pc:spChg>
        <pc:spChg chg="del">
          <ac:chgData name="KEVIN MANUEL ACUÑA AREVALO" userId="S::kevin.acunaa@unisimon.edu.co::2ec1cb3b-55f6-401b-8cf5-6c127a3ded94" providerId="AD" clId="Web-{B3D907FD-D471-4A5C-BF5D-3B3B6C88B294}" dt="2023-08-24T16:55:41.392" v="5"/>
          <ac:spMkLst>
            <pc:docMk/>
            <pc:sldMk cId="2265231673" sldId="303"/>
            <ac:spMk id="14" creationId="{640E8C13-5774-F498-F934-AD73D4FA4855}"/>
          </ac:spMkLst>
        </pc:spChg>
        <pc:spChg chg="del">
          <ac:chgData name="KEVIN MANUEL ACUÑA AREVALO" userId="S::kevin.acunaa@unisimon.edu.co::2ec1cb3b-55f6-401b-8cf5-6c127a3ded94" providerId="AD" clId="Web-{B3D907FD-D471-4A5C-BF5D-3B3B6C88B294}" dt="2023-08-24T16:55:42.486" v="7"/>
          <ac:spMkLst>
            <pc:docMk/>
            <pc:sldMk cId="2265231673" sldId="303"/>
            <ac:spMk id="15" creationId="{80E0E83C-46D2-D2E4-C3DB-C10E69117BF4}"/>
          </ac:spMkLst>
        </pc:spChg>
        <pc:picChg chg="del">
          <ac:chgData name="KEVIN MANUEL ACUÑA AREVALO" userId="S::kevin.acunaa@unisimon.edu.co::2ec1cb3b-55f6-401b-8cf5-6c127a3ded94" providerId="AD" clId="Web-{B3D907FD-D471-4A5C-BF5D-3B3B6C88B294}" dt="2023-08-24T16:55:36.485" v="1"/>
          <ac:picMkLst>
            <pc:docMk/>
            <pc:sldMk cId="2265231673" sldId="303"/>
            <ac:picMk id="4" creationId="{2A8EA85E-5E13-B5C1-9258-409426DAE6E3}"/>
          </ac:picMkLst>
        </pc:picChg>
      </pc:sldChg>
    </pc:docChg>
  </pc:docChgLst>
  <pc:docChgLst>
    <pc:chgData name="KEVIN MANUEL ACUÑA AREVALO" userId="2ec1cb3b-55f6-401b-8cf5-6c127a3ded94" providerId="ADAL" clId="{B9EE91E4-0DDC-4C24-A310-733271546EDA}"/>
    <pc:docChg chg="undo custSel addSld modSld">
      <pc:chgData name="KEVIN MANUEL ACUÑA AREVALO" userId="2ec1cb3b-55f6-401b-8cf5-6c127a3ded94" providerId="ADAL" clId="{B9EE91E4-0DDC-4C24-A310-733271546EDA}" dt="2022-12-14T16:48:11.065" v="1002" actId="20577"/>
      <pc:docMkLst>
        <pc:docMk/>
      </pc:docMkLst>
      <pc:sldChg chg="modSp mod">
        <pc:chgData name="KEVIN MANUEL ACUÑA AREVALO" userId="2ec1cb3b-55f6-401b-8cf5-6c127a3ded94" providerId="ADAL" clId="{B9EE91E4-0DDC-4C24-A310-733271546EDA}" dt="2022-12-14T16:48:11.065" v="1002" actId="20577"/>
        <pc:sldMkLst>
          <pc:docMk/>
          <pc:sldMk cId="4055707204" sldId="277"/>
        </pc:sldMkLst>
        <pc:spChg chg="mod">
          <ac:chgData name="KEVIN MANUEL ACUÑA AREVALO" userId="2ec1cb3b-55f6-401b-8cf5-6c127a3ded94" providerId="ADAL" clId="{B9EE91E4-0DDC-4C24-A310-733271546EDA}" dt="2022-12-14T16:48:11.065" v="1002" actId="20577"/>
          <ac:spMkLst>
            <pc:docMk/>
            <pc:sldMk cId="4055707204" sldId="277"/>
            <ac:spMk id="23" creationId="{49E64378-9A48-98C3-F127-837251C6457E}"/>
          </ac:spMkLst>
        </pc:spChg>
      </pc:sldChg>
      <pc:sldChg chg="modSp mod">
        <pc:chgData name="KEVIN MANUEL ACUÑA AREVALO" userId="2ec1cb3b-55f6-401b-8cf5-6c127a3ded94" providerId="ADAL" clId="{B9EE91E4-0DDC-4C24-A310-733271546EDA}" dt="2022-12-14T16:22:45.438" v="1000"/>
        <pc:sldMkLst>
          <pc:docMk/>
          <pc:sldMk cId="1403715651" sldId="295"/>
        </pc:sldMkLst>
        <pc:spChg chg="mod">
          <ac:chgData name="KEVIN MANUEL ACUÑA AREVALO" userId="2ec1cb3b-55f6-401b-8cf5-6c127a3ded94" providerId="ADAL" clId="{B9EE91E4-0DDC-4C24-A310-733271546EDA}" dt="2022-12-14T16:22:45.438" v="1000"/>
          <ac:spMkLst>
            <pc:docMk/>
            <pc:sldMk cId="1403715651" sldId="295"/>
            <ac:spMk id="6" creationId="{A480CC6D-D11E-6CB4-DF8E-7AA4F7FFB837}"/>
          </ac:spMkLst>
        </pc:spChg>
      </pc:sldChg>
      <pc:sldChg chg="addSp delSp modSp add mod">
        <pc:chgData name="KEVIN MANUEL ACUÑA AREVALO" userId="2ec1cb3b-55f6-401b-8cf5-6c127a3ded94" providerId="ADAL" clId="{B9EE91E4-0DDC-4C24-A310-733271546EDA}" dt="2022-12-02T21:09:48.887" v="494" actId="14100"/>
        <pc:sldMkLst>
          <pc:docMk/>
          <pc:sldMk cId="552260821" sldId="299"/>
        </pc:sldMkLst>
        <pc:spChg chg="add mod">
          <ac:chgData name="KEVIN MANUEL ACUÑA AREVALO" userId="2ec1cb3b-55f6-401b-8cf5-6c127a3ded94" providerId="ADAL" clId="{B9EE91E4-0DDC-4C24-A310-733271546EDA}" dt="2022-12-02T20:58:13.512" v="207" actId="1076"/>
          <ac:spMkLst>
            <pc:docMk/>
            <pc:sldMk cId="552260821" sldId="299"/>
            <ac:spMk id="5" creationId="{D76937DB-702B-234A-C481-B7AAC281868A}"/>
          </ac:spMkLst>
        </pc:spChg>
        <pc:spChg chg="add mod">
          <ac:chgData name="KEVIN MANUEL ACUÑA AREVALO" userId="2ec1cb3b-55f6-401b-8cf5-6c127a3ded94" providerId="ADAL" clId="{B9EE91E4-0DDC-4C24-A310-733271546EDA}" dt="2022-12-02T20:59:22.385" v="240" actId="20577"/>
          <ac:spMkLst>
            <pc:docMk/>
            <pc:sldMk cId="552260821" sldId="299"/>
            <ac:spMk id="6" creationId="{1E181DB8-B220-A12E-F37B-6293EC9FDF8F}"/>
          </ac:spMkLst>
        </pc:spChg>
        <pc:spChg chg="mod">
          <ac:chgData name="KEVIN MANUEL ACUÑA AREVALO" userId="2ec1cb3b-55f6-401b-8cf5-6c127a3ded94" providerId="ADAL" clId="{B9EE91E4-0DDC-4C24-A310-733271546EDA}" dt="2022-12-02T21:09:48.887" v="494" actId="14100"/>
          <ac:spMkLst>
            <pc:docMk/>
            <pc:sldMk cId="552260821" sldId="299"/>
            <ac:spMk id="18" creationId="{F2AF2FE5-4D98-E496-D90A-ED1F65A76CAC}"/>
          </ac:spMkLst>
        </pc:spChg>
        <pc:spChg chg="mod">
          <ac:chgData name="KEVIN MANUEL ACUÑA AREVALO" userId="2ec1cb3b-55f6-401b-8cf5-6c127a3ded94" providerId="ADAL" clId="{B9EE91E4-0DDC-4C24-A310-733271546EDA}" dt="2022-12-02T20:52:46.997" v="58" actId="20577"/>
          <ac:spMkLst>
            <pc:docMk/>
            <pc:sldMk cId="552260821" sldId="299"/>
            <ac:spMk id="114" creationId="{00000000-0000-0000-0000-000000000000}"/>
          </ac:spMkLst>
        </pc:spChg>
        <pc:picChg chg="del">
          <ac:chgData name="KEVIN MANUEL ACUÑA AREVALO" userId="2ec1cb3b-55f6-401b-8cf5-6c127a3ded94" providerId="ADAL" clId="{B9EE91E4-0DDC-4C24-A310-733271546EDA}" dt="2022-12-02T20:48:44.281" v="1" actId="478"/>
          <ac:picMkLst>
            <pc:docMk/>
            <pc:sldMk cId="552260821" sldId="299"/>
            <ac:picMk id="3" creationId="{1FFED55C-4407-C245-8F47-C0930E6F67E0}"/>
          </ac:picMkLst>
        </pc:picChg>
        <pc:picChg chg="add mod ord">
          <ac:chgData name="KEVIN MANUEL ACUÑA AREVALO" userId="2ec1cb3b-55f6-401b-8cf5-6c127a3ded94" providerId="ADAL" clId="{B9EE91E4-0DDC-4C24-A310-733271546EDA}" dt="2022-12-02T20:49:12.495" v="7" actId="1076"/>
          <ac:picMkLst>
            <pc:docMk/>
            <pc:sldMk cId="552260821" sldId="299"/>
            <ac:picMk id="4" creationId="{CDB5163C-969A-0491-AF8A-4A258946460A}"/>
          </ac:picMkLst>
        </pc:picChg>
        <pc:cxnChg chg="add mod">
          <ac:chgData name="KEVIN MANUEL ACUÑA AREVALO" userId="2ec1cb3b-55f6-401b-8cf5-6c127a3ded94" providerId="ADAL" clId="{B9EE91E4-0DDC-4C24-A310-733271546EDA}" dt="2022-12-02T20:56:05.381" v="63" actId="14100"/>
          <ac:cxnSpMkLst>
            <pc:docMk/>
            <pc:sldMk cId="552260821" sldId="299"/>
            <ac:cxnSpMk id="7" creationId="{592EC3E4-7AFA-2001-A2F4-24EFFD8766EC}"/>
          </ac:cxnSpMkLst>
        </pc:cxnChg>
        <pc:cxnChg chg="add del mod">
          <ac:chgData name="KEVIN MANUEL ACUÑA AREVALO" userId="2ec1cb3b-55f6-401b-8cf5-6c127a3ded94" providerId="ADAL" clId="{B9EE91E4-0DDC-4C24-A310-733271546EDA}" dt="2022-12-02T21:01:56.185" v="242" actId="478"/>
          <ac:cxnSpMkLst>
            <pc:docMk/>
            <pc:sldMk cId="552260821" sldId="299"/>
            <ac:cxnSpMk id="28" creationId="{8B01BF70-D69C-8BCF-AA72-82E470664175}"/>
          </ac:cxnSpMkLst>
        </pc:cxnChg>
      </pc:sldChg>
      <pc:sldChg chg="addSp delSp modSp add mod">
        <pc:chgData name="KEVIN MANUEL ACUÑA AREVALO" userId="2ec1cb3b-55f6-401b-8cf5-6c127a3ded94" providerId="ADAL" clId="{B9EE91E4-0DDC-4C24-A310-733271546EDA}" dt="2022-12-02T21:08:28.759" v="492" actId="13822"/>
        <pc:sldMkLst>
          <pc:docMk/>
          <pc:sldMk cId="1752627218" sldId="300"/>
        </pc:sldMkLst>
        <pc:spChg chg="del">
          <ac:chgData name="KEVIN MANUEL ACUÑA AREVALO" userId="2ec1cb3b-55f6-401b-8cf5-6c127a3ded94" providerId="ADAL" clId="{B9EE91E4-0DDC-4C24-A310-733271546EDA}" dt="2022-12-02T21:05:55.154" v="251" actId="478"/>
          <ac:spMkLst>
            <pc:docMk/>
            <pc:sldMk cId="1752627218" sldId="300"/>
            <ac:spMk id="5" creationId="{D76937DB-702B-234A-C481-B7AAC281868A}"/>
          </ac:spMkLst>
        </pc:spChg>
        <pc:spChg chg="del">
          <ac:chgData name="KEVIN MANUEL ACUÑA AREVALO" userId="2ec1cb3b-55f6-401b-8cf5-6c127a3ded94" providerId="ADAL" clId="{B9EE91E4-0DDC-4C24-A310-733271546EDA}" dt="2022-12-02T21:05:55.154" v="251" actId="478"/>
          <ac:spMkLst>
            <pc:docMk/>
            <pc:sldMk cId="1752627218" sldId="300"/>
            <ac:spMk id="6" creationId="{1E181DB8-B220-A12E-F37B-6293EC9FDF8F}"/>
          </ac:spMkLst>
        </pc:spChg>
        <pc:spChg chg="mod">
          <ac:chgData name="KEVIN MANUEL ACUÑA AREVALO" userId="2ec1cb3b-55f6-401b-8cf5-6c127a3ded94" providerId="ADAL" clId="{B9EE91E4-0DDC-4C24-A310-733271546EDA}" dt="2022-12-02T21:05:44.720" v="250" actId="14100"/>
          <ac:spMkLst>
            <pc:docMk/>
            <pc:sldMk cId="1752627218" sldId="300"/>
            <ac:spMk id="18" creationId="{F2AF2FE5-4D98-E496-D90A-ED1F65A76CAC}"/>
          </ac:spMkLst>
        </pc:spChg>
        <pc:spChg chg="mod">
          <ac:chgData name="KEVIN MANUEL ACUÑA AREVALO" userId="2ec1cb3b-55f6-401b-8cf5-6c127a3ded94" providerId="ADAL" clId="{B9EE91E4-0DDC-4C24-A310-733271546EDA}" dt="2022-12-02T21:08:20.608" v="491" actId="20577"/>
          <ac:spMkLst>
            <pc:docMk/>
            <pc:sldMk cId="1752627218" sldId="300"/>
            <ac:spMk id="23" creationId="{49E64378-9A48-98C3-F127-837251C6457E}"/>
          </ac:spMkLst>
        </pc:spChg>
        <pc:picChg chg="add mod ord">
          <ac:chgData name="KEVIN MANUEL ACUÑA AREVALO" userId="2ec1cb3b-55f6-401b-8cf5-6c127a3ded94" providerId="ADAL" clId="{B9EE91E4-0DDC-4C24-A310-733271546EDA}" dt="2022-12-02T21:04:27.439" v="249" actId="1076"/>
          <ac:picMkLst>
            <pc:docMk/>
            <pc:sldMk cId="1752627218" sldId="300"/>
            <ac:picMk id="3" creationId="{E7202F9C-BCBE-FD07-45A9-7C33382CA95E}"/>
          </ac:picMkLst>
        </pc:picChg>
        <pc:picChg chg="del">
          <ac:chgData name="KEVIN MANUEL ACUÑA AREVALO" userId="2ec1cb3b-55f6-401b-8cf5-6c127a3ded94" providerId="ADAL" clId="{B9EE91E4-0DDC-4C24-A310-733271546EDA}" dt="2022-12-02T21:04:10.663" v="244" actId="478"/>
          <ac:picMkLst>
            <pc:docMk/>
            <pc:sldMk cId="1752627218" sldId="300"/>
            <ac:picMk id="4" creationId="{CDB5163C-969A-0491-AF8A-4A258946460A}"/>
          </ac:picMkLst>
        </pc:picChg>
        <pc:cxnChg chg="del">
          <ac:chgData name="KEVIN MANUEL ACUÑA AREVALO" userId="2ec1cb3b-55f6-401b-8cf5-6c127a3ded94" providerId="ADAL" clId="{B9EE91E4-0DDC-4C24-A310-733271546EDA}" dt="2022-12-02T21:05:57.631" v="252" actId="478"/>
          <ac:cxnSpMkLst>
            <pc:docMk/>
            <pc:sldMk cId="1752627218" sldId="300"/>
            <ac:cxnSpMk id="7" creationId="{592EC3E4-7AFA-2001-A2F4-24EFFD8766EC}"/>
          </ac:cxnSpMkLst>
        </pc:cxnChg>
        <pc:cxnChg chg="mod">
          <ac:chgData name="KEVIN MANUEL ACUÑA AREVALO" userId="2ec1cb3b-55f6-401b-8cf5-6c127a3ded94" providerId="ADAL" clId="{B9EE91E4-0DDC-4C24-A310-733271546EDA}" dt="2022-12-02T21:08:28.759" v="492" actId="13822"/>
          <ac:cxnSpMkLst>
            <pc:docMk/>
            <pc:sldMk cId="1752627218" sldId="300"/>
            <ac:cxnSpMk id="28" creationId="{8B01BF70-D69C-8BCF-AA72-82E470664175}"/>
          </ac:cxnSpMkLst>
        </pc:cxnChg>
      </pc:sldChg>
      <pc:sldChg chg="addSp delSp modSp add mod">
        <pc:chgData name="KEVIN MANUEL ACUÑA AREVALO" userId="2ec1cb3b-55f6-401b-8cf5-6c127a3ded94" providerId="ADAL" clId="{B9EE91E4-0DDC-4C24-A310-733271546EDA}" dt="2022-12-02T21:21:30.763" v="775" actId="20577"/>
        <pc:sldMkLst>
          <pc:docMk/>
          <pc:sldMk cId="552058733" sldId="301"/>
        </pc:sldMkLst>
        <pc:spChg chg="mod">
          <ac:chgData name="KEVIN MANUEL ACUÑA AREVALO" userId="2ec1cb3b-55f6-401b-8cf5-6c127a3ded94" providerId="ADAL" clId="{B9EE91E4-0DDC-4C24-A310-733271546EDA}" dt="2022-12-02T21:13:01.807" v="504" actId="14100"/>
          <ac:spMkLst>
            <pc:docMk/>
            <pc:sldMk cId="552058733" sldId="301"/>
            <ac:spMk id="18" creationId="{F2AF2FE5-4D98-E496-D90A-ED1F65A76CAC}"/>
          </ac:spMkLst>
        </pc:spChg>
        <pc:spChg chg="mod">
          <ac:chgData name="KEVIN MANUEL ACUÑA AREVALO" userId="2ec1cb3b-55f6-401b-8cf5-6c127a3ded94" providerId="ADAL" clId="{B9EE91E4-0DDC-4C24-A310-733271546EDA}" dt="2022-12-02T21:21:30.763" v="775" actId="20577"/>
          <ac:spMkLst>
            <pc:docMk/>
            <pc:sldMk cId="552058733" sldId="301"/>
            <ac:spMk id="23" creationId="{49E64378-9A48-98C3-F127-837251C6457E}"/>
          </ac:spMkLst>
        </pc:spChg>
        <pc:picChg chg="del">
          <ac:chgData name="KEVIN MANUEL ACUÑA AREVALO" userId="2ec1cb3b-55f6-401b-8cf5-6c127a3ded94" providerId="ADAL" clId="{B9EE91E4-0DDC-4C24-A310-733271546EDA}" dt="2022-12-02T21:12:33.951" v="496" actId="478"/>
          <ac:picMkLst>
            <pc:docMk/>
            <pc:sldMk cId="552058733" sldId="301"/>
            <ac:picMk id="3" creationId="{E7202F9C-BCBE-FD07-45A9-7C33382CA95E}"/>
          </ac:picMkLst>
        </pc:picChg>
        <pc:picChg chg="add mod ord">
          <ac:chgData name="KEVIN MANUEL ACUÑA AREVALO" userId="2ec1cb3b-55f6-401b-8cf5-6c127a3ded94" providerId="ADAL" clId="{B9EE91E4-0DDC-4C24-A310-733271546EDA}" dt="2022-12-02T21:12:48.265" v="502" actId="167"/>
          <ac:picMkLst>
            <pc:docMk/>
            <pc:sldMk cId="552058733" sldId="301"/>
            <ac:picMk id="4" creationId="{568610BD-B75D-5D73-1095-FF5ABDD73EEF}"/>
          </ac:picMkLst>
        </pc:picChg>
        <pc:cxnChg chg="mod">
          <ac:chgData name="KEVIN MANUEL ACUÑA AREVALO" userId="2ec1cb3b-55f6-401b-8cf5-6c127a3ded94" providerId="ADAL" clId="{B9EE91E4-0DDC-4C24-A310-733271546EDA}" dt="2022-12-02T21:21:07.224" v="739" actId="20577"/>
          <ac:cxnSpMkLst>
            <pc:docMk/>
            <pc:sldMk cId="552058733" sldId="301"/>
            <ac:cxnSpMk id="28" creationId="{8B01BF70-D69C-8BCF-AA72-82E470664175}"/>
          </ac:cxnSpMkLst>
        </pc:cxnChg>
      </pc:sldChg>
      <pc:sldChg chg="addSp delSp modSp add mod">
        <pc:chgData name="KEVIN MANUEL ACUÑA AREVALO" userId="2ec1cb3b-55f6-401b-8cf5-6c127a3ded94" providerId="ADAL" clId="{B9EE91E4-0DDC-4C24-A310-733271546EDA}" dt="2022-12-02T21:40:48.885" v="991" actId="20577"/>
        <pc:sldMkLst>
          <pc:docMk/>
          <pc:sldMk cId="679851513" sldId="302"/>
        </pc:sldMkLst>
        <pc:spChg chg="mod">
          <ac:chgData name="KEVIN MANUEL ACUÑA AREVALO" userId="2ec1cb3b-55f6-401b-8cf5-6c127a3ded94" providerId="ADAL" clId="{B9EE91E4-0DDC-4C24-A310-733271546EDA}" dt="2022-12-02T21:24:52.471" v="784" actId="14100"/>
          <ac:spMkLst>
            <pc:docMk/>
            <pc:sldMk cId="679851513" sldId="302"/>
            <ac:spMk id="18" creationId="{F2AF2FE5-4D98-E496-D90A-ED1F65A76CAC}"/>
          </ac:spMkLst>
        </pc:spChg>
        <pc:spChg chg="mod">
          <ac:chgData name="KEVIN MANUEL ACUÑA AREVALO" userId="2ec1cb3b-55f6-401b-8cf5-6c127a3ded94" providerId="ADAL" clId="{B9EE91E4-0DDC-4C24-A310-733271546EDA}" dt="2022-12-02T21:40:48.885" v="991" actId="20577"/>
          <ac:spMkLst>
            <pc:docMk/>
            <pc:sldMk cId="679851513" sldId="302"/>
            <ac:spMk id="23" creationId="{49E64378-9A48-98C3-F127-837251C6457E}"/>
          </ac:spMkLst>
        </pc:spChg>
        <pc:picChg chg="add mod ord">
          <ac:chgData name="KEVIN MANUEL ACUÑA AREVALO" userId="2ec1cb3b-55f6-401b-8cf5-6c127a3ded94" providerId="ADAL" clId="{B9EE91E4-0DDC-4C24-A310-733271546EDA}" dt="2022-12-02T21:24:45.406" v="782" actId="1076"/>
          <ac:picMkLst>
            <pc:docMk/>
            <pc:sldMk cId="679851513" sldId="302"/>
            <ac:picMk id="3" creationId="{DFB1A8BF-C47A-1870-1ADB-81A2641E2B53}"/>
          </ac:picMkLst>
        </pc:picChg>
        <pc:picChg chg="del">
          <ac:chgData name="KEVIN MANUEL ACUÑA AREVALO" userId="2ec1cb3b-55f6-401b-8cf5-6c127a3ded94" providerId="ADAL" clId="{B9EE91E4-0DDC-4C24-A310-733271546EDA}" dt="2022-12-02T21:24:23.903" v="777" actId="478"/>
          <ac:picMkLst>
            <pc:docMk/>
            <pc:sldMk cId="679851513" sldId="302"/>
            <ac:picMk id="4" creationId="{568610BD-B75D-5D73-1095-FF5ABDD73EEF}"/>
          </ac:picMkLst>
        </pc:picChg>
        <pc:cxnChg chg="mod">
          <ac:chgData name="KEVIN MANUEL ACUÑA AREVALO" userId="2ec1cb3b-55f6-401b-8cf5-6c127a3ded94" providerId="ADAL" clId="{B9EE91E4-0DDC-4C24-A310-733271546EDA}" dt="2022-12-02T21:40:48.511" v="987" actId="20577"/>
          <ac:cxnSpMkLst>
            <pc:docMk/>
            <pc:sldMk cId="679851513" sldId="302"/>
            <ac:cxnSpMk id="28" creationId="{8B01BF70-D69C-8BCF-AA72-82E470664175}"/>
          </ac:cxnSpMkLst>
        </pc:cxnChg>
      </pc:sldChg>
    </pc:docChg>
  </pc:docChgLst>
  <pc:docChgLst>
    <pc:chgData name="KEVIN MANUEL ACUÑA AREVALO" userId="S::kevin.acunaa@unisimon.edu.co::2ec1cb3b-55f6-401b-8cf5-6c127a3ded94" providerId="AD" clId="Web-{A7E1666C-8303-48B3-A8DD-3800F501B95C}"/>
    <pc:docChg chg="addSld delSld modSld sldOrd">
      <pc:chgData name="KEVIN MANUEL ACUÑA AREVALO" userId="S::kevin.acunaa@unisimon.edu.co::2ec1cb3b-55f6-401b-8cf5-6c127a3ded94" providerId="AD" clId="Web-{A7E1666C-8303-48B3-A8DD-3800F501B95C}" dt="2023-08-24T20:43:10.332" v="327" actId="20577"/>
      <pc:docMkLst>
        <pc:docMk/>
      </pc:docMkLst>
      <pc:sldChg chg="addSp delSp modSp">
        <pc:chgData name="KEVIN MANUEL ACUÑA AREVALO" userId="S::kevin.acunaa@unisimon.edu.co::2ec1cb3b-55f6-401b-8cf5-6c127a3ded94" providerId="AD" clId="Web-{A7E1666C-8303-48B3-A8DD-3800F501B95C}" dt="2023-08-24T20:30:07.953" v="48" actId="14100"/>
        <pc:sldMkLst>
          <pc:docMk/>
          <pc:sldMk cId="0" sldId="259"/>
        </pc:sldMkLst>
        <pc:spChg chg="mod">
          <ac:chgData name="KEVIN MANUEL ACUÑA AREVALO" userId="S::kevin.acunaa@unisimon.edu.co::2ec1cb3b-55f6-401b-8cf5-6c127a3ded94" providerId="AD" clId="Web-{A7E1666C-8303-48B3-A8DD-3800F501B95C}" dt="2023-08-24T20:29:53.718" v="45" actId="14100"/>
          <ac:spMkLst>
            <pc:docMk/>
            <pc:sldMk cId="0" sldId="259"/>
            <ac:spMk id="2" creationId="{F865CC1A-3F25-D782-C05F-4D31A37D0A07}"/>
          </ac:spMkLst>
        </pc:spChg>
        <pc:picChg chg="del">
          <ac:chgData name="KEVIN MANUEL ACUÑA AREVALO" userId="S::kevin.acunaa@unisimon.edu.co::2ec1cb3b-55f6-401b-8cf5-6c127a3ded94" providerId="AD" clId="Web-{A7E1666C-8303-48B3-A8DD-3800F501B95C}" dt="2023-08-24T20:29:34.311" v="40"/>
          <ac:picMkLst>
            <pc:docMk/>
            <pc:sldMk cId="0" sldId="259"/>
            <ac:picMk id="3" creationId="{6C48613D-8785-F5E3-41A1-5EB874197980}"/>
          </ac:picMkLst>
        </pc:picChg>
        <pc:picChg chg="add mod ord">
          <ac:chgData name="KEVIN MANUEL ACUÑA AREVALO" userId="S::kevin.acunaa@unisimon.edu.co::2ec1cb3b-55f6-401b-8cf5-6c127a3ded94" providerId="AD" clId="Web-{A7E1666C-8303-48B3-A8DD-3800F501B95C}" dt="2023-08-24T20:29:49.452" v="44" actId="1076"/>
          <ac:picMkLst>
            <pc:docMk/>
            <pc:sldMk cId="0" sldId="259"/>
            <ac:picMk id="6" creationId="{BCDACCE9-3EA1-851C-D19B-C4F21B596D47}"/>
          </ac:picMkLst>
        </pc:picChg>
        <pc:cxnChg chg="mod">
          <ac:chgData name="KEVIN MANUEL ACUÑA AREVALO" userId="S::kevin.acunaa@unisimon.edu.co::2ec1cb3b-55f6-401b-8cf5-6c127a3ded94" providerId="AD" clId="Web-{A7E1666C-8303-48B3-A8DD-3800F501B95C}" dt="2023-08-24T20:30:07.953" v="48" actId="14100"/>
          <ac:cxnSpMkLst>
            <pc:docMk/>
            <pc:sldMk cId="0" sldId="259"/>
            <ac:cxnSpMk id="5" creationId="{8C903C63-D822-1124-580D-93068117144C}"/>
          </ac:cxnSpMkLst>
        </pc:cxnChg>
      </pc:sldChg>
      <pc:sldChg chg="modSp">
        <pc:chgData name="KEVIN MANUEL ACUÑA AREVALO" userId="S::kevin.acunaa@unisimon.edu.co::2ec1cb3b-55f6-401b-8cf5-6c127a3ded94" providerId="AD" clId="Web-{A7E1666C-8303-48B3-A8DD-3800F501B95C}" dt="2023-08-24T20:34:52.762" v="82" actId="20577"/>
        <pc:sldMkLst>
          <pc:docMk/>
          <pc:sldMk cId="2132177560" sldId="273"/>
        </pc:sldMkLst>
        <pc:spChg chg="mod">
          <ac:chgData name="KEVIN MANUEL ACUÑA AREVALO" userId="S::kevin.acunaa@unisimon.edu.co::2ec1cb3b-55f6-401b-8cf5-6c127a3ded94" providerId="AD" clId="Web-{A7E1666C-8303-48B3-A8DD-3800F501B95C}" dt="2023-08-24T20:34:52.762" v="82" actId="20577"/>
          <ac:spMkLst>
            <pc:docMk/>
            <pc:sldMk cId="2132177560" sldId="273"/>
            <ac:spMk id="92" creationId="{00000000-0000-0000-0000-000000000000}"/>
          </ac:spMkLst>
        </pc:spChg>
      </pc:sldChg>
      <pc:sldChg chg="addSp delSp modSp">
        <pc:chgData name="KEVIN MANUEL ACUÑA AREVALO" userId="S::kevin.acunaa@unisimon.edu.co::2ec1cb3b-55f6-401b-8cf5-6c127a3ded94" providerId="AD" clId="Web-{A7E1666C-8303-48B3-A8DD-3800F501B95C}" dt="2023-08-24T20:31:38.754" v="54" actId="1076"/>
        <pc:sldMkLst>
          <pc:docMk/>
          <pc:sldMk cId="308778169" sldId="276"/>
        </pc:sldMkLst>
        <pc:picChg chg="del">
          <ac:chgData name="KEVIN MANUEL ACUÑA AREVALO" userId="S::kevin.acunaa@unisimon.edu.co::2ec1cb3b-55f6-401b-8cf5-6c127a3ded94" providerId="AD" clId="Web-{A7E1666C-8303-48B3-A8DD-3800F501B95C}" dt="2023-08-24T20:31:24.347" v="52"/>
          <ac:picMkLst>
            <pc:docMk/>
            <pc:sldMk cId="308778169" sldId="276"/>
            <ac:picMk id="4" creationId="{2A8EA85E-5E13-B5C1-9258-409426DAE6E3}"/>
          </ac:picMkLst>
        </pc:picChg>
        <pc:picChg chg="add mod ord">
          <ac:chgData name="KEVIN MANUEL ACUÑA AREVALO" userId="S::kevin.acunaa@unisimon.edu.co::2ec1cb3b-55f6-401b-8cf5-6c127a3ded94" providerId="AD" clId="Web-{A7E1666C-8303-48B3-A8DD-3800F501B95C}" dt="2023-08-24T20:31:38.754" v="54" actId="1076"/>
          <ac:picMkLst>
            <pc:docMk/>
            <pc:sldMk cId="308778169" sldId="276"/>
            <ac:picMk id="5" creationId="{F9D9F823-4244-6DB9-B11B-8E948A375FB1}"/>
          </ac:picMkLst>
        </pc:picChg>
      </pc:sldChg>
      <pc:sldChg chg="addSp modSp">
        <pc:chgData name="KEVIN MANUEL ACUÑA AREVALO" userId="S::kevin.acunaa@unisimon.edu.co::2ec1cb3b-55f6-401b-8cf5-6c127a3ded94" providerId="AD" clId="Web-{A7E1666C-8303-48B3-A8DD-3800F501B95C}" dt="2023-08-24T20:28:50.699" v="32" actId="20577"/>
        <pc:sldMkLst>
          <pc:docMk/>
          <pc:sldMk cId="1403715651" sldId="295"/>
        </pc:sldMkLst>
        <pc:spChg chg="mod">
          <ac:chgData name="KEVIN MANUEL ACUÑA AREVALO" userId="S::kevin.acunaa@unisimon.edu.co::2ec1cb3b-55f6-401b-8cf5-6c127a3ded94" providerId="AD" clId="Web-{A7E1666C-8303-48B3-A8DD-3800F501B95C}" dt="2023-08-24T20:27:58.353" v="13" actId="14100"/>
          <ac:spMkLst>
            <pc:docMk/>
            <pc:sldMk cId="1403715651" sldId="295"/>
            <ac:spMk id="2" creationId="{F865CC1A-3F25-D782-C05F-4D31A37D0A07}"/>
          </ac:spMkLst>
        </pc:spChg>
        <pc:spChg chg="mod">
          <ac:chgData name="KEVIN MANUEL ACUÑA AREVALO" userId="S::kevin.acunaa@unisimon.edu.co::2ec1cb3b-55f6-401b-8cf5-6c127a3ded94" providerId="AD" clId="Web-{A7E1666C-8303-48B3-A8DD-3800F501B95C}" dt="2023-08-24T20:28:50.699" v="32" actId="20577"/>
          <ac:spMkLst>
            <pc:docMk/>
            <pc:sldMk cId="1403715651" sldId="295"/>
            <ac:spMk id="6" creationId="{A480CC6D-D11E-6CB4-DF8E-7AA4F7FFB837}"/>
          </ac:spMkLst>
        </pc:spChg>
        <pc:picChg chg="add mod ord">
          <ac:chgData name="KEVIN MANUEL ACUÑA AREVALO" userId="S::kevin.acunaa@unisimon.edu.co::2ec1cb3b-55f6-401b-8cf5-6c127a3ded94" providerId="AD" clId="Web-{A7E1666C-8303-48B3-A8DD-3800F501B95C}" dt="2023-08-24T20:27:47.071" v="10" actId="1076"/>
          <ac:picMkLst>
            <pc:docMk/>
            <pc:sldMk cId="1403715651" sldId="295"/>
            <ac:picMk id="3" creationId="{52C9A359-CA5A-B0AF-1622-71E7386E2B18}"/>
          </ac:picMkLst>
        </pc:picChg>
        <pc:picChg chg="mod modCrop">
          <ac:chgData name="KEVIN MANUEL ACUÑA AREVALO" userId="S::kevin.acunaa@unisimon.edu.co::2ec1cb3b-55f6-401b-8cf5-6c127a3ded94" providerId="AD" clId="Web-{A7E1666C-8303-48B3-A8DD-3800F501B95C}" dt="2023-08-24T20:27:28.664" v="7"/>
          <ac:picMkLst>
            <pc:docMk/>
            <pc:sldMk cId="1403715651" sldId="295"/>
            <ac:picMk id="5" creationId="{B8319679-C0A1-DFDC-C4F0-0AB81AA05C23}"/>
          </ac:picMkLst>
        </pc:picChg>
        <pc:cxnChg chg="mod">
          <ac:chgData name="KEVIN MANUEL ACUÑA AREVALO" userId="S::kevin.acunaa@unisimon.edu.co::2ec1cb3b-55f6-401b-8cf5-6c127a3ded94" providerId="AD" clId="Web-{A7E1666C-8303-48B3-A8DD-3800F501B95C}" dt="2023-08-24T20:27:58.353" v="13" actId="14100"/>
          <ac:cxnSpMkLst>
            <pc:docMk/>
            <pc:sldMk cId="1403715651" sldId="295"/>
            <ac:cxnSpMk id="7" creationId="{8B7D3274-6A72-9E32-B524-55CC2412D755}"/>
          </ac:cxnSpMkLst>
        </pc:cxnChg>
        <pc:cxnChg chg="mod">
          <ac:chgData name="KEVIN MANUEL ACUÑA AREVALO" userId="S::kevin.acunaa@unisimon.edu.co::2ec1cb3b-55f6-401b-8cf5-6c127a3ded94" providerId="AD" clId="Web-{A7E1666C-8303-48B3-A8DD-3800F501B95C}" dt="2023-08-24T20:28:23.870" v="21" actId="20577"/>
          <ac:cxnSpMkLst>
            <pc:docMk/>
            <pc:sldMk cId="1403715651" sldId="295"/>
            <ac:cxnSpMk id="12" creationId="{C8EB82B8-BAD5-F068-EA5C-29C3FDFCCAC9}"/>
          </ac:cxnSpMkLst>
        </pc:cxnChg>
      </pc:sldChg>
      <pc:sldChg chg="addSp delSp modSp">
        <pc:chgData name="KEVIN MANUEL ACUÑA AREVALO" userId="S::kevin.acunaa@unisimon.edu.co::2ec1cb3b-55f6-401b-8cf5-6c127a3ded94" providerId="AD" clId="Web-{A7E1666C-8303-48B3-A8DD-3800F501B95C}" dt="2023-08-24T20:34:00.010" v="76" actId="1076"/>
        <pc:sldMkLst>
          <pc:docMk/>
          <pc:sldMk cId="1661848277" sldId="296"/>
        </pc:sldMkLst>
        <pc:spChg chg="mod">
          <ac:chgData name="KEVIN MANUEL ACUÑA AREVALO" userId="S::kevin.acunaa@unisimon.edu.co::2ec1cb3b-55f6-401b-8cf5-6c127a3ded94" providerId="AD" clId="Web-{A7E1666C-8303-48B3-A8DD-3800F501B95C}" dt="2023-08-24T20:33:33.259" v="70" actId="14100"/>
          <ac:spMkLst>
            <pc:docMk/>
            <pc:sldMk cId="1661848277" sldId="296"/>
            <ac:spMk id="2" creationId="{F865CC1A-3F25-D782-C05F-4D31A37D0A07}"/>
          </ac:spMkLst>
        </pc:spChg>
        <pc:spChg chg="mod">
          <ac:chgData name="KEVIN MANUEL ACUÑA AREVALO" userId="S::kevin.acunaa@unisimon.edu.co::2ec1cb3b-55f6-401b-8cf5-6c127a3ded94" providerId="AD" clId="Web-{A7E1666C-8303-48B3-A8DD-3800F501B95C}" dt="2023-08-24T20:34:00.010" v="76" actId="1076"/>
          <ac:spMkLst>
            <pc:docMk/>
            <pc:sldMk cId="1661848277" sldId="296"/>
            <ac:spMk id="6" creationId="{A480CC6D-D11E-6CB4-DF8E-7AA4F7FFB837}"/>
          </ac:spMkLst>
        </pc:spChg>
        <pc:spChg chg="mod">
          <ac:chgData name="KEVIN MANUEL ACUÑA AREVALO" userId="S::kevin.acunaa@unisimon.edu.co::2ec1cb3b-55f6-401b-8cf5-6c127a3ded94" providerId="AD" clId="Web-{A7E1666C-8303-48B3-A8DD-3800F501B95C}" dt="2023-08-24T20:33:44.697" v="73" actId="1076"/>
          <ac:spMkLst>
            <pc:docMk/>
            <pc:sldMk cId="1661848277" sldId="296"/>
            <ac:spMk id="11" creationId="{309609B6-524B-8DDD-50C9-B60CBCFE6C50}"/>
          </ac:spMkLst>
        </pc:spChg>
        <pc:picChg chg="add del mod">
          <ac:chgData name="KEVIN MANUEL ACUÑA AREVALO" userId="S::kevin.acunaa@unisimon.edu.co::2ec1cb3b-55f6-401b-8cf5-6c127a3ded94" providerId="AD" clId="Web-{A7E1666C-8303-48B3-A8DD-3800F501B95C}" dt="2023-08-24T20:32:52.976" v="59"/>
          <ac:picMkLst>
            <pc:docMk/>
            <pc:sldMk cId="1661848277" sldId="296"/>
            <ac:picMk id="3" creationId="{62C7E43A-4DBA-E44F-45F6-BFEDD24E02D3}"/>
          </ac:picMkLst>
        </pc:picChg>
        <pc:picChg chg="add del mod">
          <ac:chgData name="KEVIN MANUEL ACUÑA AREVALO" userId="S::kevin.acunaa@unisimon.edu.co::2ec1cb3b-55f6-401b-8cf5-6c127a3ded94" providerId="AD" clId="Web-{A7E1666C-8303-48B3-A8DD-3800F501B95C}" dt="2023-08-24T20:33:12.508" v="65"/>
          <ac:picMkLst>
            <pc:docMk/>
            <pc:sldMk cId="1661848277" sldId="296"/>
            <ac:picMk id="4" creationId="{0E557D00-0B9E-C49C-1C21-EC0832B4AAB0}"/>
          </ac:picMkLst>
        </pc:picChg>
        <pc:picChg chg="add mod ord">
          <ac:chgData name="KEVIN MANUEL ACUÑA AREVALO" userId="S::kevin.acunaa@unisimon.edu.co::2ec1cb3b-55f6-401b-8cf5-6c127a3ded94" providerId="AD" clId="Web-{A7E1666C-8303-48B3-A8DD-3800F501B95C}" dt="2023-08-24T20:33:18.243" v="66"/>
          <ac:picMkLst>
            <pc:docMk/>
            <pc:sldMk cId="1661848277" sldId="296"/>
            <ac:picMk id="5" creationId="{6EFD21AF-AA40-C019-4F9F-D7D5D2AF6108}"/>
          </ac:picMkLst>
        </pc:picChg>
        <pc:cxnChg chg="mod">
          <ac:chgData name="KEVIN MANUEL ACUÑA AREVALO" userId="S::kevin.acunaa@unisimon.edu.co::2ec1cb3b-55f6-401b-8cf5-6c127a3ded94" providerId="AD" clId="Web-{A7E1666C-8303-48B3-A8DD-3800F501B95C}" dt="2023-08-24T20:34:00.010" v="76" actId="1076"/>
          <ac:cxnSpMkLst>
            <pc:docMk/>
            <pc:sldMk cId="1661848277" sldId="296"/>
            <ac:cxnSpMk id="7" creationId="{8B7D3274-6A72-9E32-B524-55CC2412D755}"/>
          </ac:cxnSpMkLst>
        </pc:cxnChg>
        <pc:cxnChg chg="mod">
          <ac:chgData name="KEVIN MANUEL ACUÑA AREVALO" userId="S::kevin.acunaa@unisimon.edu.co::2ec1cb3b-55f6-401b-8cf5-6c127a3ded94" providerId="AD" clId="Web-{A7E1666C-8303-48B3-A8DD-3800F501B95C}" dt="2023-08-24T20:34:00.010" v="76" actId="1076"/>
          <ac:cxnSpMkLst>
            <pc:docMk/>
            <pc:sldMk cId="1661848277" sldId="296"/>
            <ac:cxnSpMk id="12" creationId="{C8EB82B8-BAD5-F068-EA5C-29C3FDFCCAC9}"/>
          </ac:cxnSpMkLst>
        </pc:cxnChg>
      </pc:sldChg>
      <pc:sldChg chg="del">
        <pc:chgData name="KEVIN MANUEL ACUÑA AREVALO" userId="S::kevin.acunaa@unisimon.edu.co::2ec1cb3b-55f6-401b-8cf5-6c127a3ded94" providerId="AD" clId="Web-{A7E1666C-8303-48B3-A8DD-3800F501B95C}" dt="2023-08-24T20:35:03.388" v="83"/>
        <pc:sldMkLst>
          <pc:docMk/>
          <pc:sldMk cId="955935030" sldId="298"/>
        </pc:sldMkLst>
      </pc:sldChg>
      <pc:sldChg chg="addSp delSp modSp del mod setBg setFolMasterObjs">
        <pc:chgData name="KEVIN MANUEL ACUÑA AREVALO" userId="S::kevin.acunaa@unisimon.edu.co::2ec1cb3b-55f6-401b-8cf5-6c127a3ded94" providerId="AD" clId="Web-{A7E1666C-8303-48B3-A8DD-3800F501B95C}" dt="2023-08-24T20:39:01.367" v="157"/>
        <pc:sldMkLst>
          <pc:docMk/>
          <pc:sldMk cId="2265231673" sldId="303"/>
        </pc:sldMkLst>
        <pc:spChg chg="add del">
          <ac:chgData name="KEVIN MANUEL ACUÑA AREVALO" userId="S::kevin.acunaa@unisimon.edu.co::2ec1cb3b-55f6-401b-8cf5-6c127a3ded94" providerId="AD" clId="Web-{A7E1666C-8303-48B3-A8DD-3800F501B95C}" dt="2023-08-24T20:37:33.613" v="117"/>
          <ac:spMkLst>
            <pc:docMk/>
            <pc:sldMk cId="2265231673" sldId="303"/>
            <ac:spMk id="6" creationId="{E2384209-CB15-4CDF-9D31-C44FD9A3F20D}"/>
          </ac:spMkLst>
        </pc:spChg>
        <pc:spChg chg="add del">
          <ac:chgData name="KEVIN MANUEL ACUÑA AREVALO" userId="S::kevin.acunaa@unisimon.edu.co::2ec1cb3b-55f6-401b-8cf5-6c127a3ded94" providerId="AD" clId="Web-{A7E1666C-8303-48B3-A8DD-3800F501B95C}" dt="2023-08-24T20:37:33.613" v="117"/>
          <ac:spMkLst>
            <pc:docMk/>
            <pc:sldMk cId="2265231673" sldId="303"/>
            <ac:spMk id="7" creationId="{AB8C311F-7253-4AED-9701-7FC0708C41C7}"/>
          </ac:spMkLst>
        </pc:spChg>
        <pc:spChg chg="add del">
          <ac:chgData name="KEVIN MANUEL ACUÑA AREVALO" userId="S::kevin.acunaa@unisimon.edu.co::2ec1cb3b-55f6-401b-8cf5-6c127a3ded94" providerId="AD" clId="Web-{A7E1666C-8303-48B3-A8DD-3800F501B95C}" dt="2023-08-24T20:37:33.613" v="117"/>
          <ac:spMkLst>
            <pc:docMk/>
            <pc:sldMk cId="2265231673" sldId="303"/>
            <ac:spMk id="16" creationId="{2633B3B5-CC90-43F0-8714-D31D1F3F0209}"/>
          </ac:spMkLst>
        </pc:spChg>
        <pc:spChg chg="add del">
          <ac:chgData name="KEVIN MANUEL ACUÑA AREVALO" userId="S::kevin.acunaa@unisimon.edu.co::2ec1cb3b-55f6-401b-8cf5-6c127a3ded94" providerId="AD" clId="Web-{A7E1666C-8303-48B3-A8DD-3800F501B95C}" dt="2023-08-24T20:37:33.613" v="117"/>
          <ac:spMkLst>
            <pc:docMk/>
            <pc:sldMk cId="2265231673" sldId="303"/>
            <ac:spMk id="17" creationId="{A8D57A06-A426-446D-B02C-A2DC6B62E45E}"/>
          </ac:spMkLst>
        </pc:spChg>
        <pc:spChg chg="add">
          <ac:chgData name="KEVIN MANUEL ACUÑA AREVALO" userId="S::kevin.acunaa@unisimon.edu.co::2ec1cb3b-55f6-401b-8cf5-6c127a3ded94" providerId="AD" clId="Web-{A7E1666C-8303-48B3-A8DD-3800F501B95C}" dt="2023-08-24T20:37:33.613" v="118"/>
          <ac:spMkLst>
            <pc:docMk/>
            <pc:sldMk cId="2265231673" sldId="303"/>
            <ac:spMk id="19" creationId="{42A4FC2C-047E-45A5-965D-8E1E3BF09BC6}"/>
          </ac:spMkLst>
        </pc:spChg>
        <pc:picChg chg="add mod">
          <ac:chgData name="KEVIN MANUEL ACUÑA AREVALO" userId="S::kevin.acunaa@unisimon.edu.co::2ec1cb3b-55f6-401b-8cf5-6c127a3ded94" providerId="AD" clId="Web-{A7E1666C-8303-48B3-A8DD-3800F501B95C}" dt="2023-08-24T20:37:41.036" v="119" actId="14100"/>
          <ac:picMkLst>
            <pc:docMk/>
            <pc:sldMk cId="2265231673" sldId="303"/>
            <ac:picMk id="2" creationId="{029057C8-6147-9480-2B5F-E017C6FFF5FD}"/>
          </ac:picMkLst>
        </pc:picChg>
      </pc:sldChg>
      <pc:sldChg chg="delSp modSp add ord replId">
        <pc:chgData name="KEVIN MANUEL ACUÑA AREVALO" userId="S::kevin.acunaa@unisimon.edu.co::2ec1cb3b-55f6-401b-8cf5-6c127a3ded94" providerId="AD" clId="Web-{A7E1666C-8303-48B3-A8DD-3800F501B95C}" dt="2023-08-24T20:37:18.785" v="114" actId="20577"/>
        <pc:sldMkLst>
          <pc:docMk/>
          <pc:sldMk cId="2277293855" sldId="304"/>
        </pc:sldMkLst>
        <pc:spChg chg="del">
          <ac:chgData name="KEVIN MANUEL ACUÑA AREVALO" userId="S::kevin.acunaa@unisimon.edu.co::2ec1cb3b-55f6-401b-8cf5-6c127a3ded94" providerId="AD" clId="Web-{A7E1666C-8303-48B3-A8DD-3800F501B95C}" dt="2023-08-24T20:36:48.643" v="92"/>
          <ac:spMkLst>
            <pc:docMk/>
            <pc:sldMk cId="2277293855" sldId="304"/>
            <ac:spMk id="2" creationId="{1C1695DF-3B37-5C17-05C8-5C6F23128E20}"/>
          </ac:spMkLst>
        </pc:spChg>
        <pc:spChg chg="del">
          <ac:chgData name="KEVIN MANUEL ACUÑA AREVALO" userId="S::kevin.acunaa@unisimon.edu.co::2ec1cb3b-55f6-401b-8cf5-6c127a3ded94" providerId="AD" clId="Web-{A7E1666C-8303-48B3-A8DD-3800F501B95C}" dt="2023-08-24T20:36:50.705" v="93"/>
          <ac:spMkLst>
            <pc:docMk/>
            <pc:sldMk cId="2277293855" sldId="304"/>
            <ac:spMk id="3" creationId="{4218941B-08DD-CBA6-D667-77EFD3EDCF03}"/>
          </ac:spMkLst>
        </pc:spChg>
        <pc:spChg chg="mod">
          <ac:chgData name="KEVIN MANUEL ACUÑA AREVALO" userId="S::kevin.acunaa@unisimon.edu.co::2ec1cb3b-55f6-401b-8cf5-6c127a3ded94" providerId="AD" clId="Web-{A7E1666C-8303-48B3-A8DD-3800F501B95C}" dt="2023-08-24T20:37:18.785" v="114" actId="20577"/>
          <ac:spMkLst>
            <pc:docMk/>
            <pc:sldMk cId="2277293855" sldId="304"/>
            <ac:spMk id="108" creationId="{00000000-0000-0000-0000-000000000000}"/>
          </ac:spMkLst>
        </pc:spChg>
        <pc:picChg chg="del">
          <ac:chgData name="KEVIN MANUEL ACUÑA AREVALO" userId="S::kevin.acunaa@unisimon.edu.co::2ec1cb3b-55f6-401b-8cf5-6c127a3ded94" providerId="AD" clId="Web-{A7E1666C-8303-48B3-A8DD-3800F501B95C}" dt="2023-08-24T20:36:45.205" v="91"/>
          <ac:picMkLst>
            <pc:docMk/>
            <pc:sldMk cId="2277293855" sldId="304"/>
            <ac:picMk id="6" creationId="{55EBE75E-830E-9A0C-E077-BE38C2478C31}"/>
          </ac:picMkLst>
        </pc:picChg>
      </pc:sldChg>
      <pc:sldChg chg="add del replId">
        <pc:chgData name="KEVIN MANUEL ACUÑA AREVALO" userId="S::kevin.acunaa@unisimon.edu.co::2ec1cb3b-55f6-401b-8cf5-6c127a3ded94" providerId="AD" clId="Web-{A7E1666C-8303-48B3-A8DD-3800F501B95C}" dt="2023-08-24T20:29:13.638" v="34"/>
        <pc:sldMkLst>
          <pc:docMk/>
          <pc:sldMk cId="3392819565" sldId="304"/>
        </pc:sldMkLst>
      </pc:sldChg>
      <pc:sldChg chg="addSp delSp modSp add replId">
        <pc:chgData name="KEVIN MANUEL ACUÑA AREVALO" userId="S::kevin.acunaa@unisimon.edu.co::2ec1cb3b-55f6-401b-8cf5-6c127a3ded94" providerId="AD" clId="Web-{A7E1666C-8303-48B3-A8DD-3800F501B95C}" dt="2023-08-24T20:38:54.351" v="156" actId="20577"/>
        <pc:sldMkLst>
          <pc:docMk/>
          <pc:sldMk cId="2858539450" sldId="305"/>
        </pc:sldMkLst>
        <pc:spChg chg="mod">
          <ac:chgData name="KEVIN MANUEL ACUÑA AREVALO" userId="S::kevin.acunaa@unisimon.edu.co::2ec1cb3b-55f6-401b-8cf5-6c127a3ded94" providerId="AD" clId="Web-{A7E1666C-8303-48B3-A8DD-3800F501B95C}" dt="2023-08-24T20:38:32.913" v="130" actId="1076"/>
          <ac:spMkLst>
            <pc:docMk/>
            <pc:sldMk cId="2858539450" sldId="305"/>
            <ac:spMk id="7" creationId="{FDAF9314-E466-6B8A-F1FA-688AF8C463D9}"/>
          </ac:spMkLst>
        </pc:spChg>
        <pc:spChg chg="mod">
          <ac:chgData name="KEVIN MANUEL ACUÑA AREVALO" userId="S::kevin.acunaa@unisimon.edu.co::2ec1cb3b-55f6-401b-8cf5-6c127a3ded94" providerId="AD" clId="Web-{A7E1666C-8303-48B3-A8DD-3800F501B95C}" dt="2023-08-24T20:38:54.351" v="156" actId="20577"/>
          <ac:spMkLst>
            <pc:docMk/>
            <pc:sldMk cId="2858539450" sldId="305"/>
            <ac:spMk id="108" creationId="{00000000-0000-0000-0000-000000000000}"/>
          </ac:spMkLst>
        </pc:spChg>
        <pc:picChg chg="add mod ord">
          <ac:chgData name="KEVIN MANUEL ACUÑA AREVALO" userId="S::kevin.acunaa@unisimon.edu.co::2ec1cb3b-55f6-401b-8cf5-6c127a3ded94" providerId="AD" clId="Web-{A7E1666C-8303-48B3-A8DD-3800F501B95C}" dt="2023-08-24T20:38:13.834" v="126"/>
          <ac:picMkLst>
            <pc:docMk/>
            <pc:sldMk cId="2858539450" sldId="305"/>
            <ac:picMk id="2" creationId="{7903BEE4-2ECE-B01D-3052-CC085C1EF0F3}"/>
          </ac:picMkLst>
        </pc:picChg>
        <pc:picChg chg="del">
          <ac:chgData name="KEVIN MANUEL ACUÑA AREVALO" userId="S::kevin.acunaa@unisimon.edu.co::2ec1cb3b-55f6-401b-8cf5-6c127a3ded94" providerId="AD" clId="Web-{A7E1666C-8303-48B3-A8DD-3800F501B95C}" dt="2023-08-24T20:37:55.364" v="121"/>
          <ac:picMkLst>
            <pc:docMk/>
            <pc:sldMk cId="2858539450" sldId="305"/>
            <ac:picMk id="5" creationId="{F9D9F823-4244-6DB9-B11B-8E948A375FB1}"/>
          </ac:picMkLst>
        </pc:picChg>
      </pc:sldChg>
      <pc:sldChg chg="addSp delSp modSp add replId">
        <pc:chgData name="KEVIN MANUEL ACUÑA AREVALO" userId="S::kevin.acunaa@unisimon.edu.co::2ec1cb3b-55f6-401b-8cf5-6c127a3ded94" providerId="AD" clId="Web-{A7E1666C-8303-48B3-A8DD-3800F501B95C}" dt="2023-08-24T20:40:41.434" v="229" actId="20577"/>
        <pc:sldMkLst>
          <pc:docMk/>
          <pc:sldMk cId="674379799" sldId="306"/>
        </pc:sldMkLst>
        <pc:spChg chg="del">
          <ac:chgData name="KEVIN MANUEL ACUÑA AREVALO" userId="S::kevin.acunaa@unisimon.edu.co::2ec1cb3b-55f6-401b-8cf5-6c127a3ded94" providerId="AD" clId="Web-{A7E1666C-8303-48B3-A8DD-3800F501B95C}" dt="2023-08-24T20:40:01.292" v="165"/>
          <ac:spMkLst>
            <pc:docMk/>
            <pc:sldMk cId="674379799" sldId="306"/>
            <ac:spMk id="7" creationId="{FDAF9314-E466-6B8A-F1FA-688AF8C463D9}"/>
          </ac:spMkLst>
        </pc:spChg>
        <pc:spChg chg="mod">
          <ac:chgData name="KEVIN MANUEL ACUÑA AREVALO" userId="S::kevin.acunaa@unisimon.edu.co::2ec1cb3b-55f6-401b-8cf5-6c127a3ded94" providerId="AD" clId="Web-{A7E1666C-8303-48B3-A8DD-3800F501B95C}" dt="2023-08-24T20:40:41.434" v="229" actId="20577"/>
          <ac:spMkLst>
            <pc:docMk/>
            <pc:sldMk cId="674379799" sldId="306"/>
            <ac:spMk id="108" creationId="{00000000-0000-0000-0000-000000000000}"/>
          </ac:spMkLst>
        </pc:spChg>
        <pc:picChg chg="del">
          <ac:chgData name="KEVIN MANUEL ACUÑA AREVALO" userId="S::kevin.acunaa@unisimon.edu.co::2ec1cb3b-55f6-401b-8cf5-6c127a3ded94" providerId="AD" clId="Web-{A7E1666C-8303-48B3-A8DD-3800F501B95C}" dt="2023-08-24T20:39:39.900" v="159"/>
          <ac:picMkLst>
            <pc:docMk/>
            <pc:sldMk cId="674379799" sldId="306"/>
            <ac:picMk id="2" creationId="{7903BEE4-2ECE-B01D-3052-CC085C1EF0F3}"/>
          </ac:picMkLst>
        </pc:picChg>
        <pc:picChg chg="add mod ord">
          <ac:chgData name="KEVIN MANUEL ACUÑA AREVALO" userId="S::kevin.acunaa@unisimon.edu.co::2ec1cb3b-55f6-401b-8cf5-6c127a3ded94" providerId="AD" clId="Web-{A7E1666C-8303-48B3-A8DD-3800F501B95C}" dt="2023-08-24T20:39:57.151" v="164"/>
          <ac:picMkLst>
            <pc:docMk/>
            <pc:sldMk cId="674379799" sldId="306"/>
            <ac:picMk id="3" creationId="{350F2AF1-E818-440F-DD27-E8A8E7BFDB45}"/>
          </ac:picMkLst>
        </pc:picChg>
      </pc:sldChg>
      <pc:sldChg chg="add del replId">
        <pc:chgData name="KEVIN MANUEL ACUÑA AREVALO" userId="S::kevin.acunaa@unisimon.edu.co::2ec1cb3b-55f6-401b-8cf5-6c127a3ded94" providerId="AD" clId="Web-{A7E1666C-8303-48B3-A8DD-3800F501B95C}" dt="2023-08-24T20:41:40.359" v="231"/>
        <pc:sldMkLst>
          <pc:docMk/>
          <pc:sldMk cId="3371367678" sldId="307"/>
        </pc:sldMkLst>
      </pc:sldChg>
      <pc:sldChg chg="addSp delSp modSp add replId">
        <pc:chgData name="KEVIN MANUEL ACUÑA AREVALO" userId="S::kevin.acunaa@unisimon.edu.co::2ec1cb3b-55f6-401b-8cf5-6c127a3ded94" providerId="AD" clId="Web-{A7E1666C-8303-48B3-A8DD-3800F501B95C}" dt="2023-08-24T20:43:10.332" v="327" actId="20577"/>
        <pc:sldMkLst>
          <pc:docMk/>
          <pc:sldMk cId="3394287590" sldId="307"/>
        </pc:sldMkLst>
        <pc:spChg chg="mod">
          <ac:chgData name="KEVIN MANUEL ACUÑA AREVALO" userId="S::kevin.acunaa@unisimon.edu.co::2ec1cb3b-55f6-401b-8cf5-6c127a3ded94" providerId="AD" clId="Web-{A7E1666C-8303-48B3-A8DD-3800F501B95C}" dt="2023-08-24T20:43:10.332" v="327" actId="20577"/>
          <ac:spMkLst>
            <pc:docMk/>
            <pc:sldMk cId="3394287590" sldId="307"/>
            <ac:spMk id="108" creationId="{00000000-0000-0000-0000-000000000000}"/>
          </ac:spMkLst>
        </pc:spChg>
        <pc:picChg chg="add mod">
          <ac:chgData name="KEVIN MANUEL ACUÑA AREVALO" userId="S::kevin.acunaa@unisimon.edu.co::2ec1cb3b-55f6-401b-8cf5-6c127a3ded94" providerId="AD" clId="Web-{A7E1666C-8303-48B3-A8DD-3800F501B95C}" dt="2023-08-24T20:42:06.548" v="239" actId="1076"/>
          <ac:picMkLst>
            <pc:docMk/>
            <pc:sldMk cId="3394287590" sldId="307"/>
            <ac:picMk id="2" creationId="{8AD3E5F1-9F34-A8A0-EFF4-B5FD4E345A17}"/>
          </ac:picMkLst>
        </pc:picChg>
        <pc:picChg chg="del">
          <ac:chgData name="KEVIN MANUEL ACUÑA AREVALO" userId="S::kevin.acunaa@unisimon.edu.co::2ec1cb3b-55f6-401b-8cf5-6c127a3ded94" providerId="AD" clId="Web-{A7E1666C-8303-48B3-A8DD-3800F501B95C}" dt="2023-08-24T20:41:46.406" v="233"/>
          <ac:picMkLst>
            <pc:docMk/>
            <pc:sldMk cId="3394287590" sldId="307"/>
            <ac:picMk id="3" creationId="{350F2AF1-E818-440F-DD27-E8A8E7BFDB45}"/>
          </ac:picMkLst>
        </pc:picChg>
      </pc:sldChg>
    </pc:docChg>
  </pc:docChgLst>
  <pc:docChgLst>
    <pc:chgData name="EYDIN CANO" userId="S::auxiliar.proyectosti@unisimon.edu.co::77c179fa-9658-4ab9-9ea5-8e696b71464a" providerId="AD" clId="Web-{9EEC926B-5C6C-44F2-A017-BDD431FAD083}"/>
    <pc:docChg chg="mod">
      <pc:chgData name="EYDIN CANO" userId="S::auxiliar.proyectosti@unisimon.edu.co::77c179fa-9658-4ab9-9ea5-8e696b71464a" providerId="AD" clId="Web-{9EEC926B-5C6C-44F2-A017-BDD431FAD083}" dt="2023-10-20T14:32:24.348" v="0" actId="33475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04" name="Google Shape;10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03293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04" name="Google Shape;10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04" name="Google Shape;10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02484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04" name="Google Shape;10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068498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12" name="Google Shape;11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956731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12" name="Google Shape;11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190139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12" name="Google Shape;11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959336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12" name="Google Shape;11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6914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12" name="Google Shape;11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501876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12" name="Google Shape;11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344631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12" name="Google Shape;11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684132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12" name="Google Shape;11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672420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12" name="Google Shape;11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542956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12" name="Google Shape;11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222540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12" name="Google Shape;11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426225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12" name="Google Shape;11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8654522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12" name="Google Shape;11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3441835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12" name="Google Shape;11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2493672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12" name="Google Shape;11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1216946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12" name="Google Shape;11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5829641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12" name="Google Shape;11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7192789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12" name="Google Shape;11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0840202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12" name="Google Shape;11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4645383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12" name="Google Shape;11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4463128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12" name="Google Shape;11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6785539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12" name="Google Shape;11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821281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560198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04" name="Google Shape;10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2369509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04" name="Google Shape;10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7800536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04" name="Google Shape;10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5358207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04" name="Google Shape;10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89830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5" name="Google Shape;15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6" name="Google Shape;16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ncabezado de sección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7" name="Google Shape;27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os objetos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4" name="Google Shape;34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mparació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3" name="Google Shape;4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olo el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8" name="Google Shape;48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9" name="Google Shape;49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n bl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2" name="Google Shape;5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3" name="Google Shape;5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ido con título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9" name="Google Shape;59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0" name="Google Shape;60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Imagen con título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6" name="Google Shape;66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7" name="Google Shape;67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y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2" name="Google Shape;7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3" name="Google Shape;7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vertical y texto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9" name="Google Shape;9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0" name="Google Shape;10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553143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/>
          <p:nvPr/>
        </p:nvSpPr>
        <p:spPr>
          <a:xfrm>
            <a:off x="313000" y="1874778"/>
            <a:ext cx="8400076" cy="2569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48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Bienestar Universitario</a:t>
            </a: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s-MX" sz="48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O" sz="44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INSTRUCTIVO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6" name="Google Shape;86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36578" y="237622"/>
            <a:ext cx="4292601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50" y="5081700"/>
            <a:ext cx="12179299" cy="165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322430" y="2244060"/>
            <a:ext cx="7105892" cy="1446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dirty="0">
                <a:solidFill>
                  <a:schemeClr val="lt1"/>
                </a:solidFill>
              </a:rPr>
              <a:t>A</a:t>
            </a:r>
            <a:r>
              <a:rPr lang="es-CO" sz="4400" dirty="0" err="1">
                <a:solidFill>
                  <a:schemeClr val="lt1"/>
                </a:solidFill>
              </a:rPr>
              <a:t>cceso</a:t>
            </a:r>
            <a:r>
              <a:rPr lang="es-CO" sz="4400" dirty="0">
                <a:solidFill>
                  <a:schemeClr val="lt1"/>
                </a:solidFill>
              </a:rPr>
              <a:t> Portal Bienestar Universitario</a:t>
            </a:r>
            <a:endParaRPr lang="es-CO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/>
        </p:nvSpPr>
        <p:spPr>
          <a:xfrm>
            <a:off x="435900" y="1311954"/>
            <a:ext cx="11086082" cy="1051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MX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Desde el siguiente link, pueden acceder al Portal de bienestar (https://pruebasbienestar.unisimon.edu.co/auth/login), ingrese su usuario y contraseña, y presione el botón </a:t>
            </a:r>
            <a:r>
              <a:rPr lang="es-MX" sz="2000" dirty="0">
                <a:solidFill>
                  <a:schemeClr val="dk1"/>
                </a:solidFill>
              </a:rPr>
              <a:t>“</a:t>
            </a:r>
            <a:r>
              <a:rPr lang="es-MX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Entrar</a:t>
            </a:r>
            <a:r>
              <a:rPr lang="es-MX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lang="es-MX"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956B8EF-86BF-5CC7-9B0D-69ACA36B4A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4567" y="2363484"/>
            <a:ext cx="8778240" cy="41501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2C9A359-CA5A-B0AF-1622-71E7386E2B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1" y="1665387"/>
            <a:ext cx="9315449" cy="5025244"/>
          </a:xfrm>
          <a:prstGeom prst="rect">
            <a:avLst/>
          </a:prstGeom>
        </p:spPr>
      </p:pic>
      <p:sp>
        <p:nvSpPr>
          <p:cNvPr id="108" name="Google Shape;108;p16"/>
          <p:cNvSpPr txBox="1"/>
          <p:nvPr/>
        </p:nvSpPr>
        <p:spPr>
          <a:xfrm>
            <a:off x="467431" y="1305751"/>
            <a:ext cx="11086082" cy="497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Seleccione “</a:t>
            </a:r>
            <a:r>
              <a:rPr lang="es-CO" sz="2000" b="1" dirty="0">
                <a:solidFill>
                  <a:schemeClr val="dk1"/>
                </a:solidFill>
              </a:rPr>
              <a:t>Su área correspondiente</a:t>
            </a: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”.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8319679-C0A1-DFDC-C4F0-0AB81AA05C2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2656" t="88266" r="169"/>
          <a:stretch/>
        </p:blipFill>
        <p:spPr>
          <a:xfrm>
            <a:off x="9098419" y="6127702"/>
            <a:ext cx="1757374" cy="580308"/>
          </a:xfrm>
          <a:prstGeom prst="rect">
            <a:avLst/>
          </a:prstGeom>
        </p:spPr>
      </p:pic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F865CC1A-3F25-D782-C05F-4D31A37D0A07}"/>
              </a:ext>
            </a:extLst>
          </p:cNvPr>
          <p:cNvSpPr/>
          <p:nvPr/>
        </p:nvSpPr>
        <p:spPr>
          <a:xfrm>
            <a:off x="3268902" y="2529544"/>
            <a:ext cx="1498734" cy="3235431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480CC6D-D11E-6CB4-DF8E-7AA4F7FFB837}"/>
              </a:ext>
            </a:extLst>
          </p:cNvPr>
          <p:cNvSpPr txBox="1"/>
          <p:nvPr/>
        </p:nvSpPr>
        <p:spPr>
          <a:xfrm>
            <a:off x="8599430" y="4138860"/>
            <a:ext cx="3057845" cy="1477328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800" dirty="0">
                <a:latin typeface="Abadi Extra Light"/>
              </a:rPr>
              <a:t>Si se </a:t>
            </a:r>
            <a:r>
              <a:rPr lang="en-US" sz="1800" dirty="0" err="1">
                <a:latin typeface="Abadi Extra Light"/>
              </a:rPr>
              <a:t>escoge</a:t>
            </a:r>
            <a:r>
              <a:rPr lang="en-US" sz="1800" dirty="0">
                <a:latin typeface="Abadi Extra Light"/>
              </a:rPr>
              <a:t> </a:t>
            </a:r>
            <a:r>
              <a:rPr lang="en-US" sz="1800" dirty="0" err="1">
                <a:latin typeface="Abadi Extra Light"/>
              </a:rPr>
              <a:t>una</a:t>
            </a:r>
            <a:r>
              <a:rPr lang="en-US" sz="1800" dirty="0">
                <a:latin typeface="Abadi Extra Light"/>
              </a:rPr>
              <a:t> </a:t>
            </a:r>
            <a:r>
              <a:rPr lang="en-US" sz="1800" dirty="0" err="1">
                <a:latin typeface="Abadi Extra Light"/>
              </a:rPr>
              <a:t>área</a:t>
            </a:r>
            <a:r>
              <a:rPr lang="en-US" sz="1800" dirty="0">
                <a:latin typeface="Abadi Extra Light"/>
              </a:rPr>
              <a:t> a la </a:t>
            </a:r>
            <a:r>
              <a:rPr lang="en-US" sz="1800" dirty="0" err="1">
                <a:latin typeface="Abadi Extra Light"/>
              </a:rPr>
              <a:t>cual</a:t>
            </a:r>
            <a:r>
              <a:rPr lang="en-US" sz="1800" dirty="0">
                <a:latin typeface="Abadi Extra Light"/>
              </a:rPr>
              <a:t> no se </a:t>
            </a:r>
            <a:r>
              <a:rPr lang="en-US" sz="1800" dirty="0" err="1">
                <a:latin typeface="Abadi Extra Light"/>
              </a:rPr>
              <a:t>tiene</a:t>
            </a:r>
            <a:r>
              <a:rPr lang="en-US" sz="1800" dirty="0">
                <a:latin typeface="Abadi Extra Light"/>
              </a:rPr>
              <a:t> </a:t>
            </a:r>
            <a:r>
              <a:rPr lang="en-US" sz="1800" dirty="0" err="1">
                <a:latin typeface="Abadi Extra Light"/>
              </a:rPr>
              <a:t>permiso</a:t>
            </a:r>
            <a:r>
              <a:rPr lang="en-US" sz="1800" dirty="0">
                <a:latin typeface="Abadi Extra Light"/>
              </a:rPr>
              <a:t>, </a:t>
            </a:r>
            <a:r>
              <a:rPr lang="en-US" sz="1800" dirty="0" err="1">
                <a:latin typeface="Abadi Extra Light"/>
              </a:rPr>
              <a:t>aparecer</a:t>
            </a:r>
            <a:r>
              <a:rPr lang="es-MX" sz="1800" dirty="0">
                <a:latin typeface="Abadi Extra Light"/>
              </a:rPr>
              <a:t>á</a:t>
            </a:r>
            <a:r>
              <a:rPr lang="en-US" sz="1800" dirty="0">
                <a:latin typeface="Abadi Extra Light"/>
              </a:rPr>
              <a:t> </a:t>
            </a:r>
            <a:r>
              <a:rPr lang="en-US" sz="1800" dirty="0" err="1">
                <a:latin typeface="Abadi Extra Light"/>
              </a:rPr>
              <a:t>una</a:t>
            </a:r>
            <a:r>
              <a:rPr lang="en-US" sz="1800" dirty="0">
                <a:latin typeface="Abadi Extra Light"/>
              </a:rPr>
              <a:t> </a:t>
            </a:r>
            <a:r>
              <a:rPr lang="en-US" sz="1800" dirty="0" err="1">
                <a:latin typeface="Abadi Extra Light"/>
              </a:rPr>
              <a:t>notificación</a:t>
            </a:r>
            <a:r>
              <a:rPr lang="en-US" sz="1800" dirty="0">
                <a:latin typeface="Abadi Extra Light"/>
              </a:rPr>
              <a:t>  </a:t>
            </a:r>
            <a:r>
              <a:rPr lang="en-US" sz="1800" dirty="0" err="1">
                <a:latin typeface="Abadi Extra Light"/>
              </a:rPr>
              <a:t>informando</a:t>
            </a:r>
            <a:r>
              <a:rPr lang="en-US" sz="1800" dirty="0">
                <a:latin typeface="Abadi Extra Light"/>
              </a:rPr>
              <a:t> que no </a:t>
            </a:r>
            <a:r>
              <a:rPr lang="en-US" sz="1800" dirty="0" err="1">
                <a:latin typeface="Abadi Extra Light"/>
              </a:rPr>
              <a:t>tiene</a:t>
            </a:r>
            <a:r>
              <a:rPr lang="en-US" sz="1800" dirty="0">
                <a:latin typeface="Abadi Extra Light"/>
              </a:rPr>
              <a:t> </a:t>
            </a:r>
            <a:r>
              <a:rPr lang="en-US" sz="1800" dirty="0" err="1">
                <a:latin typeface="Abadi Extra Light"/>
              </a:rPr>
              <a:t>permisos</a:t>
            </a:r>
            <a:r>
              <a:rPr lang="en-US" sz="1800" dirty="0">
                <a:latin typeface="Abadi Extra Light"/>
              </a:rPr>
              <a:t> a </a:t>
            </a:r>
            <a:r>
              <a:rPr lang="en-US" sz="1800" dirty="0" err="1">
                <a:latin typeface="Abadi Extra Light"/>
              </a:rPr>
              <a:t>esa</a:t>
            </a:r>
            <a:r>
              <a:rPr lang="en-US" sz="1800" dirty="0">
                <a:latin typeface="Abadi Extra Light"/>
              </a:rPr>
              <a:t> </a:t>
            </a:r>
            <a:r>
              <a:rPr lang="en-US" sz="1800" dirty="0" err="1">
                <a:latin typeface="Abadi Extra Light"/>
              </a:rPr>
              <a:t>área</a:t>
            </a:r>
            <a:r>
              <a:rPr lang="en-US" sz="1800" dirty="0">
                <a:latin typeface="Abadi Extra Light"/>
              </a:rPr>
              <a:t> </a:t>
            </a:r>
            <a:r>
              <a:rPr lang="en-US" sz="1800" dirty="0" err="1">
                <a:latin typeface="Abadi Extra Light"/>
              </a:rPr>
              <a:t>en</a:t>
            </a:r>
            <a:r>
              <a:rPr lang="en-US" sz="1800" dirty="0">
                <a:latin typeface="Abadi Extra Light"/>
              </a:rPr>
              <a:t> particular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B7D3274-6A72-9E32-B524-55CC2412D755}"/>
              </a:ext>
            </a:extLst>
          </p:cNvPr>
          <p:cNvCxnSpPr>
            <a:cxnSpLocks/>
            <a:stCxn id="2" idx="3"/>
            <a:endCxn id="6" idx="0"/>
          </p:cNvCxnSpPr>
          <p:nvPr/>
        </p:nvCxnSpPr>
        <p:spPr>
          <a:xfrm flipV="1">
            <a:off x="4767636" y="4138860"/>
            <a:ext cx="5360717" cy="84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309609B6-524B-8DDD-50C9-B60CBCFE6C50}"/>
              </a:ext>
            </a:extLst>
          </p:cNvPr>
          <p:cNvSpPr/>
          <p:nvPr/>
        </p:nvSpPr>
        <p:spPr>
          <a:xfrm>
            <a:off x="8889341" y="5921829"/>
            <a:ext cx="2418439" cy="89926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C8EB82B8-BAD5-F068-EA5C-29C3FDFCCAC9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10128353" y="5616188"/>
            <a:ext cx="0" cy="3056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37156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BCDACCE9-3EA1-851C-D19B-C4F21B596D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174" y="1725944"/>
            <a:ext cx="9289472" cy="5051340"/>
          </a:xfrm>
          <a:prstGeom prst="rect">
            <a:avLst/>
          </a:prstGeom>
        </p:spPr>
      </p:pic>
      <p:sp>
        <p:nvSpPr>
          <p:cNvPr id="108" name="Google Shape;108;p16"/>
          <p:cNvSpPr txBox="1"/>
          <p:nvPr/>
        </p:nvSpPr>
        <p:spPr>
          <a:xfrm>
            <a:off x="467431" y="1305751"/>
            <a:ext cx="11086082" cy="497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Seleccione “</a:t>
            </a:r>
            <a:r>
              <a:rPr lang="es-CO" sz="2000" b="1" dirty="0">
                <a:solidFill>
                  <a:schemeClr val="dk1"/>
                </a:solidFill>
              </a:rPr>
              <a:t>Su área correspondiente</a:t>
            </a: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”.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F865CC1A-3F25-D782-C05F-4D31A37D0A07}"/>
              </a:ext>
            </a:extLst>
          </p:cNvPr>
          <p:cNvSpPr/>
          <p:nvPr/>
        </p:nvSpPr>
        <p:spPr>
          <a:xfrm>
            <a:off x="1781907" y="2724951"/>
            <a:ext cx="1464098" cy="302270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F9FEF35-A527-8B6D-7E64-CB08561FD64B}"/>
              </a:ext>
            </a:extLst>
          </p:cNvPr>
          <p:cNvSpPr txBox="1"/>
          <p:nvPr/>
        </p:nvSpPr>
        <p:spPr>
          <a:xfrm>
            <a:off x="6705458" y="4074921"/>
            <a:ext cx="3057845" cy="369332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800" dirty="0" err="1">
                <a:latin typeface="Abadi Extra Light" panose="020B0604020202020204" pitchFamily="34" charset="0"/>
              </a:rPr>
              <a:t>Hacemos</a:t>
            </a:r>
            <a:r>
              <a:rPr lang="en-US" sz="1800" dirty="0">
                <a:latin typeface="Abadi Extra Light" panose="020B0604020202020204" pitchFamily="34" charset="0"/>
              </a:rPr>
              <a:t> click </a:t>
            </a:r>
            <a:r>
              <a:rPr lang="en-US" sz="1800" dirty="0" err="1">
                <a:latin typeface="Abadi Extra Light" panose="020B0604020202020204" pitchFamily="34" charset="0"/>
              </a:rPr>
              <a:t>en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el</a:t>
            </a:r>
            <a:r>
              <a:rPr lang="en-US" sz="1800" dirty="0">
                <a:latin typeface="Abadi Extra Light" panose="020B0604020202020204" pitchFamily="34" charset="0"/>
              </a:rPr>
              <a:t> area</a:t>
            </a:r>
            <a:endParaRPr lang="es-CO" sz="1800" dirty="0">
              <a:latin typeface="Abadi Extra Light" panose="020B0604020202020204" pitchFamily="34" charset="0"/>
            </a:endParaRP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8C903C63-D822-1124-580D-93068117144C}"/>
              </a:ext>
            </a:extLst>
          </p:cNvPr>
          <p:cNvCxnSpPr>
            <a:cxnSpLocks/>
          </p:cNvCxnSpPr>
          <p:nvPr/>
        </p:nvCxnSpPr>
        <p:spPr>
          <a:xfrm>
            <a:off x="3280641" y="4256503"/>
            <a:ext cx="3464376" cy="2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6EFD21AF-AA40-C019-4F9F-D7D5D2AF61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013" y="1638027"/>
            <a:ext cx="9402040" cy="4993379"/>
          </a:xfrm>
          <a:prstGeom prst="rect">
            <a:avLst/>
          </a:prstGeom>
        </p:spPr>
      </p:pic>
      <p:sp>
        <p:nvSpPr>
          <p:cNvPr id="108" name="Google Shape;108;p16"/>
          <p:cNvSpPr txBox="1"/>
          <p:nvPr/>
        </p:nvSpPr>
        <p:spPr>
          <a:xfrm>
            <a:off x="380345" y="1150746"/>
            <a:ext cx="11086082" cy="497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Seleccione “</a:t>
            </a:r>
            <a:r>
              <a:rPr lang="es-CO" sz="2000" b="1" dirty="0">
                <a:solidFill>
                  <a:schemeClr val="dk1"/>
                </a:solidFill>
              </a:rPr>
              <a:t>Su área correspondiente</a:t>
            </a: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”.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F865CC1A-3F25-D782-C05F-4D31A37D0A07}"/>
              </a:ext>
            </a:extLst>
          </p:cNvPr>
          <p:cNvSpPr/>
          <p:nvPr/>
        </p:nvSpPr>
        <p:spPr>
          <a:xfrm>
            <a:off x="1881671" y="3525074"/>
            <a:ext cx="3732392" cy="452913"/>
          </a:xfrm>
          <a:prstGeom prst="roundRect">
            <a:avLst>
              <a:gd name="adj" fmla="val 9155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480CC6D-D11E-6CB4-DF8E-7AA4F7FFB837}"/>
              </a:ext>
            </a:extLst>
          </p:cNvPr>
          <p:cNvSpPr txBox="1"/>
          <p:nvPr/>
        </p:nvSpPr>
        <p:spPr>
          <a:xfrm>
            <a:off x="7954467" y="3706483"/>
            <a:ext cx="3057845" cy="1200329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latin typeface="Abadi Extra Light" panose="020B0604020202020204" pitchFamily="34" charset="0"/>
              </a:rPr>
              <a:t>Si </a:t>
            </a:r>
            <a:r>
              <a:rPr lang="en-US" sz="1800" dirty="0" err="1">
                <a:latin typeface="Abadi Extra Light" panose="020B0604020202020204" pitchFamily="34" charset="0"/>
              </a:rPr>
              <a:t>escoges</a:t>
            </a:r>
            <a:r>
              <a:rPr lang="en-US" sz="1800" dirty="0">
                <a:latin typeface="Abadi Extra Light" panose="020B0604020202020204" pitchFamily="34" charset="0"/>
              </a:rPr>
              <a:t> uno de </a:t>
            </a:r>
            <a:r>
              <a:rPr lang="en-US" sz="1800" dirty="0" err="1">
                <a:latin typeface="Abadi Extra Light" panose="020B0604020202020204" pitchFamily="34" charset="0"/>
              </a:rPr>
              <a:t>los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servicios</a:t>
            </a:r>
            <a:r>
              <a:rPr lang="en-US" sz="1800" dirty="0">
                <a:latin typeface="Abadi Extra Light" panose="020B0604020202020204" pitchFamily="34" charset="0"/>
              </a:rPr>
              <a:t> y no </a:t>
            </a:r>
            <a:r>
              <a:rPr lang="en-US" sz="1800" dirty="0" err="1">
                <a:latin typeface="Abadi Extra Light" panose="020B0604020202020204" pitchFamily="34" charset="0"/>
              </a:rPr>
              <a:t>tienes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permiso</a:t>
            </a:r>
            <a:r>
              <a:rPr lang="en-US" sz="1800" dirty="0">
                <a:latin typeface="Abadi Extra Light" panose="020B0604020202020204" pitchFamily="34" charset="0"/>
              </a:rPr>
              <a:t>, </a:t>
            </a:r>
            <a:r>
              <a:rPr lang="en-US" sz="1800" dirty="0" err="1">
                <a:latin typeface="Abadi Extra Light" panose="020B0604020202020204" pitchFamily="34" charset="0"/>
              </a:rPr>
              <a:t>aparecer</a:t>
            </a:r>
            <a:r>
              <a:rPr lang="es-MX" sz="1800" dirty="0">
                <a:latin typeface="Abadi Extra Light" panose="020B0604020202020204" pitchFamily="34" charset="0"/>
              </a:rPr>
              <a:t>á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una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notificacion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informando</a:t>
            </a:r>
            <a:r>
              <a:rPr lang="en-US" sz="1800" dirty="0">
                <a:latin typeface="Abadi Extra Light" panose="020B0604020202020204" pitchFamily="34" charset="0"/>
              </a:rPr>
              <a:t> que no </a:t>
            </a:r>
            <a:r>
              <a:rPr lang="en-US" sz="1800" dirty="0" err="1">
                <a:latin typeface="Abadi Extra Light" panose="020B0604020202020204" pitchFamily="34" charset="0"/>
              </a:rPr>
              <a:t>tienes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permisos</a:t>
            </a:r>
            <a:r>
              <a:rPr lang="en-US" sz="1800" dirty="0">
                <a:latin typeface="Abadi Extra Light" panose="020B0604020202020204" pitchFamily="34" charset="0"/>
              </a:rPr>
              <a:t> ese </a:t>
            </a:r>
            <a:r>
              <a:rPr lang="en-US" sz="1800" dirty="0" err="1">
                <a:latin typeface="Abadi Extra Light" panose="020B0604020202020204" pitchFamily="34" charset="0"/>
              </a:rPr>
              <a:t>servicio</a:t>
            </a:r>
            <a:r>
              <a:rPr lang="en-US" sz="1800" dirty="0">
                <a:latin typeface="Abadi Extra Light" panose="020B0604020202020204" pitchFamily="34" charset="0"/>
              </a:rPr>
              <a:t>.</a:t>
            </a:r>
            <a:endParaRPr lang="es-CO" sz="1800" dirty="0">
              <a:latin typeface="Abadi Extra Light" panose="020B0604020202020204" pitchFamily="34" charset="0"/>
            </a:endParaRP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B7D3274-6A72-9E32-B524-55CC2412D755}"/>
              </a:ext>
            </a:extLst>
          </p:cNvPr>
          <p:cNvCxnSpPr>
            <a:cxnSpLocks/>
            <a:stCxn id="2" idx="3"/>
            <a:endCxn id="6" idx="0"/>
          </p:cNvCxnSpPr>
          <p:nvPr/>
        </p:nvCxnSpPr>
        <p:spPr>
          <a:xfrm flipV="1">
            <a:off x="5614063" y="3706483"/>
            <a:ext cx="3869327" cy="450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309609B6-524B-8DDD-50C9-B60CBCFE6C50}"/>
              </a:ext>
            </a:extLst>
          </p:cNvPr>
          <p:cNvSpPr/>
          <p:nvPr/>
        </p:nvSpPr>
        <p:spPr>
          <a:xfrm>
            <a:off x="8464669" y="5868204"/>
            <a:ext cx="2184644" cy="76071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C8EB82B8-BAD5-F068-EA5C-29C3FDFCCAC9}"/>
              </a:ext>
            </a:extLst>
          </p:cNvPr>
          <p:cNvCxnSpPr>
            <a:cxnSpLocks/>
            <a:stCxn id="6" idx="2"/>
            <a:endCxn id="11" idx="0"/>
          </p:cNvCxnSpPr>
          <p:nvPr/>
        </p:nvCxnSpPr>
        <p:spPr>
          <a:xfrm>
            <a:off x="9483390" y="4906812"/>
            <a:ext cx="73601" cy="9613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18482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9D9F823-4244-6DB9-B11B-8E948A375F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763" y="1643853"/>
            <a:ext cx="9272154" cy="4929770"/>
          </a:xfrm>
          <a:prstGeom prst="rect">
            <a:avLst/>
          </a:prstGeom>
        </p:spPr>
      </p:pic>
      <p:sp>
        <p:nvSpPr>
          <p:cNvPr id="108" name="Google Shape;108;p16"/>
          <p:cNvSpPr txBox="1"/>
          <p:nvPr/>
        </p:nvSpPr>
        <p:spPr>
          <a:xfrm>
            <a:off x="467431" y="1305751"/>
            <a:ext cx="11086082" cy="497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MX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Elija un servicio del área Seleccionada</a:t>
            </a:r>
            <a:endParaRPr lang="es-MX"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Flecha: a la derecha 6">
            <a:extLst>
              <a:ext uri="{FF2B5EF4-FFF2-40B4-BE49-F238E27FC236}">
                <a16:creationId xmlns:a16="http://schemas.microsoft.com/office/drawing/2014/main" id="{FDAF9314-E466-6B8A-F1FA-688AF8C463D9}"/>
              </a:ext>
            </a:extLst>
          </p:cNvPr>
          <p:cNvSpPr/>
          <p:nvPr/>
        </p:nvSpPr>
        <p:spPr>
          <a:xfrm>
            <a:off x="4196974" y="3175781"/>
            <a:ext cx="759655" cy="464234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1C1695DF-3B37-5C17-05C8-5C6F23128E20}"/>
              </a:ext>
            </a:extLst>
          </p:cNvPr>
          <p:cNvSpPr/>
          <p:nvPr/>
        </p:nvSpPr>
        <p:spPr>
          <a:xfrm>
            <a:off x="1944914" y="3175781"/>
            <a:ext cx="3933372" cy="46423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5EBE75E-830E-9A0C-E077-BE38C2478C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0317" y="3008985"/>
            <a:ext cx="5745577" cy="686257"/>
          </a:xfrm>
          <a:prstGeom prst="rect">
            <a:avLst/>
          </a:prstGeom>
        </p:spPr>
      </p:pic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4218941B-08DD-CBA6-D667-77EFD3EDCF03}"/>
              </a:ext>
            </a:extLst>
          </p:cNvPr>
          <p:cNvSpPr/>
          <p:nvPr/>
        </p:nvSpPr>
        <p:spPr>
          <a:xfrm>
            <a:off x="5100588" y="3084672"/>
            <a:ext cx="5598176" cy="61332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8778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Imagen 30">
            <a:extLst>
              <a:ext uri="{FF2B5EF4-FFF2-40B4-BE49-F238E27FC236}">
                <a16:creationId xmlns:a16="http://schemas.microsoft.com/office/drawing/2014/main" id="{5150AD1F-2DF1-B061-AD31-D48DA24B51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159" y="1903505"/>
            <a:ext cx="8351369" cy="4025699"/>
          </a:xfrm>
          <a:prstGeom prst="rect">
            <a:avLst/>
          </a:prstGeom>
        </p:spPr>
      </p:pic>
      <p:sp>
        <p:nvSpPr>
          <p:cNvPr id="114" name="Google Shape;114;p17"/>
          <p:cNvSpPr txBox="1"/>
          <p:nvPr/>
        </p:nvSpPr>
        <p:spPr>
          <a:xfrm>
            <a:off x="341159" y="937875"/>
            <a:ext cx="11086082" cy="774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realizar la búsqueda se recomienda que escriba el nombre o la opción escogida, poco a poco y luego hacer </a:t>
            </a:r>
            <a:r>
              <a:rPr lang="es-CO" sz="2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click</a:t>
            </a: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en alguna de las opciones sugeridas. </a:t>
            </a:r>
            <a:endParaRPr dirty="0"/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36AA6530-C0F6-F147-E8BE-73FBE4149A72}"/>
              </a:ext>
            </a:extLst>
          </p:cNvPr>
          <p:cNvSpPr txBox="1"/>
          <p:nvPr/>
        </p:nvSpPr>
        <p:spPr>
          <a:xfrm>
            <a:off x="8351369" y="2814008"/>
            <a:ext cx="3057845" cy="11695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s-MX" dirty="0">
                <a:latin typeface="Abadi Extra Light" panose="020B0604020202020204" pitchFamily="34" charset="0"/>
              </a:rPr>
              <a:t>Nombres</a:t>
            </a:r>
          </a:p>
          <a:p>
            <a:pPr algn="ctr"/>
            <a:r>
              <a:rPr lang="es-MX" dirty="0">
                <a:latin typeface="Abadi Extra Light" panose="020B0604020202020204" pitchFamily="34" charset="0"/>
              </a:rPr>
              <a:t>Apellidos</a:t>
            </a:r>
          </a:p>
          <a:p>
            <a:pPr algn="ctr"/>
            <a:r>
              <a:rPr lang="es-MX" dirty="0">
                <a:latin typeface="Abadi Extra Light" panose="020B0604020202020204" pitchFamily="34" charset="0"/>
              </a:rPr>
              <a:t>Nombres y Apellidos</a:t>
            </a:r>
          </a:p>
          <a:p>
            <a:pPr algn="ctr"/>
            <a:r>
              <a:rPr lang="es-MX" dirty="0">
                <a:latin typeface="Abadi Extra Light" panose="020B0604020202020204" pitchFamily="34" charset="0"/>
              </a:rPr>
              <a:t>Documento</a:t>
            </a:r>
          </a:p>
          <a:p>
            <a:pPr algn="ctr"/>
            <a:r>
              <a:rPr lang="es-MX" dirty="0">
                <a:latin typeface="Abadi Extra Light" panose="020B0604020202020204" pitchFamily="34" charset="0"/>
              </a:rPr>
              <a:t>Código</a:t>
            </a:r>
            <a:endParaRPr lang="es-CO" dirty="0">
              <a:latin typeface="Abadi Extra Light" panose="020B0604020202020204" pitchFamily="34" charset="0"/>
            </a:endParaRP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F2AF2FE5-4D98-E496-D90A-ED1F65A76CAC}"/>
              </a:ext>
            </a:extLst>
          </p:cNvPr>
          <p:cNvSpPr/>
          <p:nvPr/>
        </p:nvSpPr>
        <p:spPr>
          <a:xfrm>
            <a:off x="2011680" y="1810552"/>
            <a:ext cx="2321169" cy="158823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07030211-F1E6-C521-E5AE-FD12F23F60FF}"/>
              </a:ext>
            </a:extLst>
          </p:cNvPr>
          <p:cNvCxnSpPr>
            <a:cxnSpLocks/>
            <a:endCxn id="56" idx="1"/>
          </p:cNvCxnSpPr>
          <p:nvPr/>
        </p:nvCxnSpPr>
        <p:spPr>
          <a:xfrm>
            <a:off x="3467100" y="2153834"/>
            <a:ext cx="4884269" cy="12449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uadroTexto 21">
            <a:extLst>
              <a:ext uri="{FF2B5EF4-FFF2-40B4-BE49-F238E27FC236}">
                <a16:creationId xmlns:a16="http://schemas.microsoft.com/office/drawing/2014/main" id="{6F2A5AA2-4089-FADB-7EA6-77ED76D948C2}"/>
              </a:ext>
            </a:extLst>
          </p:cNvPr>
          <p:cNvSpPr txBox="1"/>
          <p:nvPr/>
        </p:nvSpPr>
        <p:spPr>
          <a:xfrm>
            <a:off x="8369396" y="2289321"/>
            <a:ext cx="3057845" cy="584775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Abadi Extra Light" panose="020B0604020202020204" pitchFamily="34" charset="0"/>
              </a:rPr>
              <a:t>Posibles</a:t>
            </a:r>
            <a:r>
              <a:rPr lang="en-US" sz="1600" dirty="0">
                <a:latin typeface="Abadi Extra Light" panose="020B0604020202020204" pitchFamily="34" charset="0"/>
              </a:rPr>
              <a:t> </a:t>
            </a:r>
            <a:r>
              <a:rPr lang="en-US" sz="1600" dirty="0" err="1">
                <a:latin typeface="Abadi Extra Light" panose="020B0604020202020204" pitchFamily="34" charset="0"/>
              </a:rPr>
              <a:t>filtros</a:t>
            </a:r>
            <a:r>
              <a:rPr lang="en-US" sz="1600" dirty="0">
                <a:latin typeface="Abadi Extra Light" panose="020B0604020202020204" pitchFamily="34" charset="0"/>
              </a:rPr>
              <a:t> para la </a:t>
            </a:r>
            <a:r>
              <a:rPr lang="en-US" sz="1600" dirty="0" err="1">
                <a:latin typeface="Abadi Extra Light" panose="020B0604020202020204" pitchFamily="34" charset="0"/>
              </a:rPr>
              <a:t>realizar</a:t>
            </a:r>
            <a:r>
              <a:rPr lang="en-US" sz="1600" dirty="0">
                <a:latin typeface="Abadi Extra Light" panose="020B0604020202020204" pitchFamily="34" charset="0"/>
              </a:rPr>
              <a:t> la </a:t>
            </a:r>
            <a:r>
              <a:rPr lang="en-US" sz="1600" dirty="0" err="1">
                <a:latin typeface="Abadi Extra Light" panose="020B0604020202020204" pitchFamily="34" charset="0"/>
              </a:rPr>
              <a:t>busqueda</a:t>
            </a:r>
            <a:r>
              <a:rPr lang="en-US" sz="1600" dirty="0">
                <a:latin typeface="Abadi Extra Light" panose="020B0604020202020204" pitchFamily="34" charset="0"/>
              </a:rPr>
              <a:t> de un </a:t>
            </a:r>
            <a:r>
              <a:rPr lang="en-US" sz="1600" dirty="0" err="1">
                <a:latin typeface="Abadi Extra Light" panose="020B0604020202020204" pitchFamily="34" charset="0"/>
              </a:rPr>
              <a:t>estudiante</a:t>
            </a:r>
            <a:endParaRPr lang="es-CO" sz="1600" dirty="0">
              <a:latin typeface="Abadi Extra Light" panose="020B0604020202020204" pitchFamily="34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49E64378-9A48-98C3-F127-837251C6457E}"/>
              </a:ext>
            </a:extLst>
          </p:cNvPr>
          <p:cNvSpPr txBox="1"/>
          <p:nvPr/>
        </p:nvSpPr>
        <p:spPr>
          <a:xfrm>
            <a:off x="956943" y="3688779"/>
            <a:ext cx="3057845" cy="1200329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800" dirty="0" err="1">
                <a:latin typeface="Abadi Extra Light" panose="020B0604020202020204" pitchFamily="34" charset="0"/>
              </a:rPr>
              <a:t>Puede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ir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escribiendo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el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nombre</a:t>
            </a:r>
            <a:r>
              <a:rPr lang="en-US" sz="1800" dirty="0">
                <a:latin typeface="Abadi Extra Light" panose="020B0604020202020204" pitchFamily="34" charset="0"/>
              </a:rPr>
              <a:t> poco a poco, y se le </a:t>
            </a:r>
            <a:r>
              <a:rPr lang="en-US" sz="1800" dirty="0" err="1">
                <a:latin typeface="Abadi Extra Light" panose="020B0604020202020204" pitchFamily="34" charset="0"/>
              </a:rPr>
              <a:t>ir</a:t>
            </a:r>
            <a:r>
              <a:rPr lang="es-MX" sz="1800">
                <a:latin typeface="Abadi Extra Light" panose="020B0604020202020204" pitchFamily="34" charset="0"/>
              </a:rPr>
              <a:t>á</a:t>
            </a:r>
            <a:r>
              <a:rPr lang="en-US" sz="180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dando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una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sugerencia</a:t>
            </a:r>
            <a:r>
              <a:rPr lang="en-US" sz="1800" dirty="0">
                <a:latin typeface="Abadi Extra Light" panose="020B0604020202020204" pitchFamily="34" charset="0"/>
              </a:rPr>
              <a:t> del </a:t>
            </a:r>
            <a:r>
              <a:rPr lang="en-US" sz="1800" dirty="0" err="1">
                <a:latin typeface="Abadi Extra Light" panose="020B0604020202020204" pitchFamily="34" charset="0"/>
              </a:rPr>
              <a:t>estudiante</a:t>
            </a:r>
            <a:r>
              <a:rPr lang="en-US" sz="1800" dirty="0">
                <a:latin typeface="Abadi Extra Light" panose="020B0604020202020204" pitchFamily="34" charset="0"/>
              </a:rPr>
              <a:t> que </a:t>
            </a:r>
            <a:r>
              <a:rPr lang="en-US" sz="1800" dirty="0" err="1">
                <a:latin typeface="Abadi Extra Light" panose="020B0604020202020204" pitchFamily="34" charset="0"/>
              </a:rPr>
              <a:t>puede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estar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buscando</a:t>
            </a:r>
            <a:endParaRPr lang="es-CO" sz="1800" dirty="0">
              <a:latin typeface="Abadi Extra Light" panose="020B0604020202020204" pitchFamily="34" charset="0"/>
            </a:endParaRPr>
          </a:p>
        </p:txBody>
      </p: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8B01BF70-D69C-8BCF-AA72-82E470664175}"/>
              </a:ext>
            </a:extLst>
          </p:cNvPr>
          <p:cNvCxnSpPr>
            <a:cxnSpLocks/>
            <a:endCxn id="23" idx="0"/>
          </p:cNvCxnSpPr>
          <p:nvPr/>
        </p:nvCxnSpPr>
        <p:spPr>
          <a:xfrm>
            <a:off x="2311205" y="2093678"/>
            <a:ext cx="174661" cy="15951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5707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BF9FBA4-8237-2DCF-1D02-5AF7ABE277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887" y="1787722"/>
            <a:ext cx="9242474" cy="4473879"/>
          </a:xfrm>
          <a:prstGeom prst="rect">
            <a:avLst/>
          </a:prstGeom>
        </p:spPr>
      </p:pic>
      <p:sp>
        <p:nvSpPr>
          <p:cNvPr id="114" name="Google Shape;114;p17"/>
          <p:cNvSpPr txBox="1"/>
          <p:nvPr/>
        </p:nvSpPr>
        <p:spPr>
          <a:xfrm>
            <a:off x="225083" y="1042882"/>
            <a:ext cx="11086082" cy="552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Datos Personales</a:t>
            </a:r>
            <a:r>
              <a:rPr lang="es-CO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400" dirty="0"/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F2AF2FE5-4D98-E496-D90A-ED1F65A76CAC}"/>
              </a:ext>
            </a:extLst>
          </p:cNvPr>
          <p:cNvSpPr/>
          <p:nvPr/>
        </p:nvSpPr>
        <p:spPr>
          <a:xfrm>
            <a:off x="1739398" y="2672998"/>
            <a:ext cx="2649075" cy="3780511"/>
          </a:xfrm>
          <a:prstGeom prst="roundRect">
            <a:avLst>
              <a:gd name="adj" fmla="val 603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49E64378-9A48-98C3-F127-837251C6457E}"/>
              </a:ext>
            </a:extLst>
          </p:cNvPr>
          <p:cNvSpPr txBox="1"/>
          <p:nvPr/>
        </p:nvSpPr>
        <p:spPr>
          <a:xfrm>
            <a:off x="6026376" y="3613818"/>
            <a:ext cx="4079290" cy="1015663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 err="1">
                <a:latin typeface="Abadi Extra Light" panose="020B0604020202020204" pitchFamily="34" charset="0"/>
              </a:rPr>
              <a:t>Esta</a:t>
            </a:r>
            <a:r>
              <a:rPr lang="en-US" sz="2000" dirty="0">
                <a:latin typeface="Abadi Extra Light" panose="020B0604020202020204" pitchFamily="34" charset="0"/>
              </a:rPr>
              <a:t> </a:t>
            </a:r>
            <a:r>
              <a:rPr lang="en-US" sz="2000" dirty="0" err="1">
                <a:latin typeface="Abadi Extra Light" panose="020B0604020202020204" pitchFamily="34" charset="0"/>
              </a:rPr>
              <a:t>secci</a:t>
            </a:r>
            <a:r>
              <a:rPr lang="es-MX" sz="2000" dirty="0" err="1">
                <a:latin typeface="Abadi Extra Light" panose="020B0604020202020204" pitchFamily="34" charset="0"/>
              </a:rPr>
              <a:t>ó</a:t>
            </a:r>
            <a:r>
              <a:rPr lang="en-US" sz="2000" dirty="0">
                <a:latin typeface="Abadi Extra Light" panose="020B0604020202020204" pitchFamily="34" charset="0"/>
              </a:rPr>
              <a:t>n de la </a:t>
            </a:r>
            <a:r>
              <a:rPr lang="en-US" sz="2000" dirty="0" err="1">
                <a:latin typeface="Abadi Extra Light" panose="020B0604020202020204" pitchFamily="34" charset="0"/>
              </a:rPr>
              <a:t>pagina</a:t>
            </a:r>
            <a:r>
              <a:rPr lang="en-US" sz="2000" dirty="0">
                <a:latin typeface="Abadi Extra Light" panose="020B0604020202020204" pitchFamily="34" charset="0"/>
              </a:rPr>
              <a:t> son </a:t>
            </a:r>
            <a:r>
              <a:rPr lang="en-US" sz="2000" dirty="0" err="1">
                <a:latin typeface="Abadi Extra Light" panose="020B0604020202020204" pitchFamily="34" charset="0"/>
              </a:rPr>
              <a:t>los</a:t>
            </a:r>
            <a:r>
              <a:rPr lang="en-US" sz="2000" dirty="0">
                <a:latin typeface="Abadi Extra Light" panose="020B0604020202020204" pitchFamily="34" charset="0"/>
              </a:rPr>
              <a:t> datos </a:t>
            </a:r>
            <a:r>
              <a:rPr lang="en-US" sz="2000" dirty="0" err="1">
                <a:latin typeface="Abadi Extra Light" panose="020B0604020202020204" pitchFamily="34" charset="0"/>
              </a:rPr>
              <a:t>personales</a:t>
            </a:r>
            <a:r>
              <a:rPr lang="en-US" sz="2000" dirty="0">
                <a:latin typeface="Abadi Extra Light" panose="020B0604020202020204" pitchFamily="34" charset="0"/>
              </a:rPr>
              <a:t> del </a:t>
            </a:r>
            <a:r>
              <a:rPr lang="en-US" sz="2000" dirty="0" err="1">
                <a:latin typeface="Abadi Extra Light" panose="020B0604020202020204" pitchFamily="34" charset="0"/>
              </a:rPr>
              <a:t>estudiante</a:t>
            </a:r>
            <a:r>
              <a:rPr lang="en-US" sz="2000" dirty="0">
                <a:latin typeface="Abadi Extra Light" panose="020B0604020202020204" pitchFamily="34" charset="0"/>
              </a:rPr>
              <a:t> </a:t>
            </a:r>
            <a:r>
              <a:rPr lang="en-US" sz="2000" dirty="0" err="1">
                <a:latin typeface="Abadi Extra Light" panose="020B0604020202020204" pitchFamily="34" charset="0"/>
              </a:rPr>
              <a:t>seleccinodo</a:t>
            </a:r>
            <a:r>
              <a:rPr lang="en-US" sz="2000" dirty="0">
                <a:latin typeface="Abadi Extra Light" panose="020B0604020202020204" pitchFamily="34" charset="0"/>
              </a:rPr>
              <a:t> </a:t>
            </a:r>
            <a:endParaRPr lang="es-CO" sz="2000" dirty="0">
              <a:latin typeface="Abadi Extra Light" panose="020B0604020202020204" pitchFamily="34" charset="0"/>
            </a:endParaRPr>
          </a:p>
        </p:txBody>
      </p: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8B01BF70-D69C-8BCF-AA72-82E470664175}"/>
              </a:ext>
            </a:extLst>
          </p:cNvPr>
          <p:cNvCxnSpPr>
            <a:cxnSpLocks/>
          </p:cNvCxnSpPr>
          <p:nvPr/>
        </p:nvCxnSpPr>
        <p:spPr>
          <a:xfrm>
            <a:off x="3557066" y="3261974"/>
            <a:ext cx="4422115" cy="3340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7369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D38F8E8D-D148-388D-75A7-2C679AE751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835" y="1595814"/>
            <a:ext cx="10023898" cy="4857695"/>
          </a:xfrm>
          <a:prstGeom prst="rect">
            <a:avLst/>
          </a:prstGeom>
        </p:spPr>
      </p:pic>
      <p:sp>
        <p:nvSpPr>
          <p:cNvPr id="114" name="Google Shape;114;p17"/>
          <p:cNvSpPr txBox="1"/>
          <p:nvPr/>
        </p:nvSpPr>
        <p:spPr>
          <a:xfrm>
            <a:off x="225083" y="1042882"/>
            <a:ext cx="11086082" cy="552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400" b="1" dirty="0">
                <a:solidFill>
                  <a:schemeClr val="dk1"/>
                </a:solidFill>
              </a:rPr>
              <a:t>S</a:t>
            </a:r>
            <a:r>
              <a:rPr lang="es-CO" sz="2400" b="1" dirty="0" err="1">
                <a:solidFill>
                  <a:schemeClr val="dk1"/>
                </a:solidFill>
              </a:rPr>
              <a:t>ervicios</a:t>
            </a:r>
            <a:r>
              <a:rPr lang="es-CO" sz="2400" b="1" dirty="0">
                <a:solidFill>
                  <a:schemeClr val="dk1"/>
                </a:solidFill>
              </a:rPr>
              <a:t> Pendientes</a:t>
            </a:r>
            <a:endParaRPr sz="2400" dirty="0"/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F2AF2FE5-4D98-E496-D90A-ED1F65A76CAC}"/>
              </a:ext>
            </a:extLst>
          </p:cNvPr>
          <p:cNvSpPr/>
          <p:nvPr/>
        </p:nvSpPr>
        <p:spPr>
          <a:xfrm>
            <a:off x="1570586" y="2672998"/>
            <a:ext cx="2649075" cy="3780511"/>
          </a:xfrm>
          <a:prstGeom prst="roundRect">
            <a:avLst>
              <a:gd name="adj" fmla="val 603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49E64378-9A48-98C3-F127-837251C6457E}"/>
              </a:ext>
            </a:extLst>
          </p:cNvPr>
          <p:cNvSpPr txBox="1"/>
          <p:nvPr/>
        </p:nvSpPr>
        <p:spPr>
          <a:xfrm>
            <a:off x="6026376" y="3613818"/>
            <a:ext cx="4079290" cy="1323439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 err="1">
                <a:latin typeface="Abadi Extra Light" panose="020B0604020202020204" pitchFamily="34" charset="0"/>
              </a:rPr>
              <a:t>Esta</a:t>
            </a:r>
            <a:r>
              <a:rPr lang="en-US" sz="2000" dirty="0">
                <a:latin typeface="Abadi Extra Light" panose="020B0604020202020204" pitchFamily="34" charset="0"/>
              </a:rPr>
              <a:t> </a:t>
            </a:r>
            <a:r>
              <a:rPr lang="en-US" sz="2000" dirty="0" err="1">
                <a:latin typeface="Abadi Extra Light" panose="020B0604020202020204" pitchFamily="34" charset="0"/>
              </a:rPr>
              <a:t>secci</a:t>
            </a:r>
            <a:r>
              <a:rPr lang="es-MX" sz="2000" dirty="0" err="1">
                <a:latin typeface="Abadi Extra Light" panose="020B0604020202020204" pitchFamily="34" charset="0"/>
              </a:rPr>
              <a:t>ó</a:t>
            </a:r>
            <a:r>
              <a:rPr lang="en-US" sz="2000" dirty="0">
                <a:latin typeface="Abadi Extra Light" panose="020B0604020202020204" pitchFamily="34" charset="0"/>
              </a:rPr>
              <a:t>n de la </a:t>
            </a:r>
            <a:r>
              <a:rPr lang="en-US" sz="2000" dirty="0" err="1">
                <a:latin typeface="Abadi Extra Light" panose="020B0604020202020204" pitchFamily="34" charset="0"/>
              </a:rPr>
              <a:t>pagina</a:t>
            </a:r>
            <a:r>
              <a:rPr lang="en-US" sz="2000" dirty="0">
                <a:latin typeface="Abadi Extra Light" panose="020B0604020202020204" pitchFamily="34" charset="0"/>
              </a:rPr>
              <a:t> son </a:t>
            </a:r>
            <a:r>
              <a:rPr lang="en-US" sz="2000" dirty="0" err="1">
                <a:latin typeface="Abadi Extra Light" panose="020B0604020202020204" pitchFamily="34" charset="0"/>
              </a:rPr>
              <a:t>los</a:t>
            </a:r>
            <a:r>
              <a:rPr lang="en-US" sz="2000" dirty="0">
                <a:latin typeface="Abadi Extra Light" panose="020B0604020202020204" pitchFamily="34" charset="0"/>
              </a:rPr>
              <a:t> </a:t>
            </a:r>
            <a:r>
              <a:rPr lang="en-US" sz="2000" dirty="0" err="1">
                <a:latin typeface="Abadi Extra Light" panose="020B0604020202020204" pitchFamily="34" charset="0"/>
              </a:rPr>
              <a:t>servicios</a:t>
            </a:r>
            <a:r>
              <a:rPr lang="en-US" sz="2000" dirty="0">
                <a:latin typeface="Abadi Extra Light" panose="020B0604020202020204" pitchFamily="34" charset="0"/>
              </a:rPr>
              <a:t> </a:t>
            </a:r>
            <a:r>
              <a:rPr lang="en-US" sz="2000" dirty="0" err="1">
                <a:latin typeface="Abadi Extra Light" panose="020B0604020202020204" pitchFamily="34" charset="0"/>
              </a:rPr>
              <a:t>pendientes</a:t>
            </a:r>
            <a:r>
              <a:rPr lang="en-US" sz="2000" dirty="0">
                <a:latin typeface="Abadi Extra Light" panose="020B0604020202020204" pitchFamily="34" charset="0"/>
              </a:rPr>
              <a:t> a </a:t>
            </a:r>
            <a:r>
              <a:rPr lang="en-US" sz="2000" dirty="0" err="1">
                <a:latin typeface="Abadi Extra Light" panose="020B0604020202020204" pitchFamily="34" charset="0"/>
              </a:rPr>
              <a:t>los</a:t>
            </a:r>
            <a:r>
              <a:rPr lang="en-US" sz="2000" dirty="0">
                <a:latin typeface="Abadi Extra Light" panose="020B0604020202020204" pitchFamily="34" charset="0"/>
              </a:rPr>
              <a:t> que se le ha </a:t>
            </a:r>
            <a:r>
              <a:rPr lang="en-US" sz="2000" dirty="0" err="1">
                <a:latin typeface="Abadi Extra Light" panose="020B0604020202020204" pitchFamily="34" charset="0"/>
              </a:rPr>
              <a:t>redirigido</a:t>
            </a:r>
            <a:r>
              <a:rPr lang="en-US" sz="2000" dirty="0">
                <a:latin typeface="Abadi Extra Light" panose="020B0604020202020204" pitchFamily="34" charset="0"/>
              </a:rPr>
              <a:t>. y que </a:t>
            </a:r>
            <a:r>
              <a:rPr lang="en-US" sz="2000" dirty="0" err="1">
                <a:latin typeface="Abadi Extra Light" panose="020B0604020202020204" pitchFamily="34" charset="0"/>
              </a:rPr>
              <a:t>todavia</a:t>
            </a:r>
            <a:r>
              <a:rPr lang="en-US" sz="2000" dirty="0">
                <a:latin typeface="Abadi Extra Light" panose="020B0604020202020204" pitchFamily="34" charset="0"/>
              </a:rPr>
              <a:t> no se </a:t>
            </a:r>
            <a:r>
              <a:rPr lang="en-US" sz="2000" dirty="0" err="1">
                <a:latin typeface="Abadi Extra Light" panose="020B0604020202020204" pitchFamily="34" charset="0"/>
              </a:rPr>
              <a:t>los</a:t>
            </a:r>
            <a:r>
              <a:rPr lang="en-US" sz="2000" dirty="0">
                <a:latin typeface="Abadi Extra Light" panose="020B0604020202020204" pitchFamily="34" charset="0"/>
              </a:rPr>
              <a:t> </a:t>
            </a:r>
            <a:r>
              <a:rPr lang="en-US" sz="2000" dirty="0" err="1">
                <a:latin typeface="Abadi Extra Light" panose="020B0604020202020204" pitchFamily="34" charset="0"/>
              </a:rPr>
              <a:t>han</a:t>
            </a:r>
            <a:r>
              <a:rPr lang="en-US" sz="2000" dirty="0">
                <a:latin typeface="Abadi Extra Light" panose="020B0604020202020204" pitchFamily="34" charset="0"/>
              </a:rPr>
              <a:t> </a:t>
            </a:r>
            <a:r>
              <a:rPr lang="en-US" sz="2000" dirty="0" err="1">
                <a:latin typeface="Abadi Extra Light" panose="020B0604020202020204" pitchFamily="34" charset="0"/>
              </a:rPr>
              <a:t>aplicado</a:t>
            </a:r>
            <a:endParaRPr lang="es-CO" sz="2000" dirty="0">
              <a:latin typeface="Abadi Extra Light" panose="020B0604020202020204" pitchFamily="34" charset="0"/>
            </a:endParaRPr>
          </a:p>
        </p:txBody>
      </p: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8B01BF70-D69C-8BCF-AA72-82E470664175}"/>
              </a:ext>
            </a:extLst>
          </p:cNvPr>
          <p:cNvCxnSpPr>
            <a:cxnSpLocks/>
          </p:cNvCxnSpPr>
          <p:nvPr/>
        </p:nvCxnSpPr>
        <p:spPr>
          <a:xfrm>
            <a:off x="3557066" y="3261974"/>
            <a:ext cx="4422115" cy="3340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7539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D38F8E8D-D148-388D-75A7-2C679AE751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835" y="1595814"/>
            <a:ext cx="10023898" cy="4857695"/>
          </a:xfrm>
          <a:prstGeom prst="rect">
            <a:avLst/>
          </a:prstGeom>
        </p:spPr>
      </p:pic>
      <p:sp>
        <p:nvSpPr>
          <p:cNvPr id="114" name="Google Shape;114;p17"/>
          <p:cNvSpPr txBox="1"/>
          <p:nvPr/>
        </p:nvSpPr>
        <p:spPr>
          <a:xfrm>
            <a:off x="225083" y="1042882"/>
            <a:ext cx="11086082" cy="552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400" b="1" dirty="0" err="1">
                <a:solidFill>
                  <a:schemeClr val="dk1"/>
                </a:solidFill>
              </a:rPr>
              <a:t>Servicio</a:t>
            </a:r>
            <a:endParaRPr sz="2400" dirty="0"/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F2AF2FE5-4D98-E496-D90A-ED1F65A76CAC}"/>
              </a:ext>
            </a:extLst>
          </p:cNvPr>
          <p:cNvSpPr/>
          <p:nvPr/>
        </p:nvSpPr>
        <p:spPr>
          <a:xfrm>
            <a:off x="4295406" y="2771472"/>
            <a:ext cx="6058416" cy="3780511"/>
          </a:xfrm>
          <a:prstGeom prst="roundRect">
            <a:avLst>
              <a:gd name="adj" fmla="val 603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49E64378-9A48-98C3-F127-837251C6457E}"/>
              </a:ext>
            </a:extLst>
          </p:cNvPr>
          <p:cNvSpPr txBox="1"/>
          <p:nvPr/>
        </p:nvSpPr>
        <p:spPr>
          <a:xfrm>
            <a:off x="360595" y="3824438"/>
            <a:ext cx="3528379" cy="1200329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800" dirty="0" err="1">
                <a:latin typeface="Abadi Extra Light" panose="020B0604020202020204" pitchFamily="34" charset="0"/>
              </a:rPr>
              <a:t>Esta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secci</a:t>
            </a:r>
            <a:r>
              <a:rPr lang="es-MX" sz="1800" dirty="0" err="1">
                <a:latin typeface="Abadi Extra Light" panose="020B0604020202020204" pitchFamily="34" charset="0"/>
              </a:rPr>
              <a:t>ó</a:t>
            </a:r>
            <a:r>
              <a:rPr lang="en-US" sz="1800" dirty="0">
                <a:latin typeface="Abadi Extra Light" panose="020B0604020202020204" pitchFamily="34" charset="0"/>
              </a:rPr>
              <a:t>n de la </a:t>
            </a:r>
            <a:r>
              <a:rPr lang="en-US" sz="1800" dirty="0" err="1">
                <a:latin typeface="Abadi Extra Light" panose="020B0604020202020204" pitchFamily="34" charset="0"/>
              </a:rPr>
              <a:t>pagina</a:t>
            </a:r>
            <a:r>
              <a:rPr lang="en-US" sz="1800" dirty="0">
                <a:latin typeface="Abadi Extra Light" panose="020B0604020202020204" pitchFamily="34" charset="0"/>
              </a:rPr>
              <a:t> son </a:t>
            </a:r>
            <a:r>
              <a:rPr lang="en-US" sz="1800" dirty="0" err="1">
                <a:latin typeface="Abadi Extra Light" panose="020B0604020202020204" pitchFamily="34" charset="0"/>
              </a:rPr>
              <a:t>los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servicios</a:t>
            </a:r>
            <a:r>
              <a:rPr lang="en-US" sz="1800" dirty="0">
                <a:latin typeface="Abadi Extra Light" panose="020B0604020202020204" pitchFamily="34" charset="0"/>
              </a:rPr>
              <a:t>, </a:t>
            </a:r>
            <a:r>
              <a:rPr lang="en-US" sz="1800" dirty="0" err="1">
                <a:latin typeface="Abadi Extra Light" panose="020B0604020202020204" pitchFamily="34" charset="0"/>
              </a:rPr>
              <a:t>en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donde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aparece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el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formulario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solicitado</a:t>
            </a:r>
            <a:r>
              <a:rPr lang="en-US" sz="1800" dirty="0">
                <a:latin typeface="Abadi Extra Light" panose="020B0604020202020204" pitchFamily="34" charset="0"/>
              </a:rPr>
              <a:t> para </a:t>
            </a:r>
            <a:r>
              <a:rPr lang="en-US" sz="1800" dirty="0" err="1">
                <a:latin typeface="Abadi Extra Light" panose="020B0604020202020204" pitchFamily="34" charset="0"/>
              </a:rPr>
              <a:t>realizar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el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servicio</a:t>
            </a:r>
            <a:endParaRPr lang="es-CO" sz="1800" dirty="0">
              <a:latin typeface="Abadi Extra Light" panose="020B0604020202020204" pitchFamily="34" charset="0"/>
            </a:endParaRPr>
          </a:p>
        </p:txBody>
      </p: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8B01BF70-D69C-8BCF-AA72-82E470664175}"/>
              </a:ext>
            </a:extLst>
          </p:cNvPr>
          <p:cNvCxnSpPr>
            <a:cxnSpLocks/>
            <a:endCxn id="23" idx="0"/>
          </p:cNvCxnSpPr>
          <p:nvPr/>
        </p:nvCxnSpPr>
        <p:spPr>
          <a:xfrm flipH="1">
            <a:off x="2124785" y="3249637"/>
            <a:ext cx="2601960" cy="5748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5188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D38F8E8D-D148-388D-75A7-2C679AE751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835" y="1595814"/>
            <a:ext cx="10023898" cy="4857695"/>
          </a:xfrm>
          <a:prstGeom prst="rect">
            <a:avLst/>
          </a:prstGeom>
        </p:spPr>
      </p:pic>
      <p:sp>
        <p:nvSpPr>
          <p:cNvPr id="114" name="Google Shape;114;p17"/>
          <p:cNvSpPr txBox="1"/>
          <p:nvPr/>
        </p:nvSpPr>
        <p:spPr>
          <a:xfrm>
            <a:off x="225083" y="1042882"/>
            <a:ext cx="11086082" cy="552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400" b="1" dirty="0" err="1">
                <a:solidFill>
                  <a:schemeClr val="dk1"/>
                </a:solidFill>
              </a:rPr>
              <a:t>Servicio</a:t>
            </a:r>
            <a:r>
              <a:rPr lang="en-US" sz="2400" b="1" dirty="0">
                <a:solidFill>
                  <a:schemeClr val="dk1"/>
                </a:solidFill>
              </a:rPr>
              <a:t> </a:t>
            </a:r>
            <a:r>
              <a:rPr lang="en-US" sz="2400" b="1" dirty="0" err="1">
                <a:solidFill>
                  <a:schemeClr val="dk1"/>
                </a:solidFill>
              </a:rPr>
              <a:t>Caracterizaci</a:t>
            </a:r>
            <a:r>
              <a:rPr lang="es-MX" sz="2400" b="1" dirty="0" err="1">
                <a:solidFill>
                  <a:schemeClr val="dk1"/>
                </a:solidFill>
              </a:rPr>
              <a:t>ó</a:t>
            </a:r>
            <a:r>
              <a:rPr lang="en-US" sz="2400" b="1" dirty="0">
                <a:solidFill>
                  <a:schemeClr val="dk1"/>
                </a:solidFill>
              </a:rPr>
              <a:t>n</a:t>
            </a:r>
            <a:endParaRPr sz="2400" dirty="0"/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F2AF2FE5-4D98-E496-D90A-ED1F65A76CAC}"/>
              </a:ext>
            </a:extLst>
          </p:cNvPr>
          <p:cNvSpPr/>
          <p:nvPr/>
        </p:nvSpPr>
        <p:spPr>
          <a:xfrm>
            <a:off x="4190475" y="3748195"/>
            <a:ext cx="6058416" cy="552932"/>
          </a:xfrm>
          <a:prstGeom prst="roundRect">
            <a:avLst>
              <a:gd name="adj" fmla="val 603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49E64378-9A48-98C3-F127-837251C6457E}"/>
              </a:ext>
            </a:extLst>
          </p:cNvPr>
          <p:cNvSpPr txBox="1"/>
          <p:nvPr/>
        </p:nvSpPr>
        <p:spPr>
          <a:xfrm>
            <a:off x="474403" y="4662021"/>
            <a:ext cx="3528379" cy="1477328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800" dirty="0" err="1">
                <a:latin typeface="Abadi Extra Light" panose="020B0604020202020204" pitchFamily="34" charset="0"/>
              </a:rPr>
              <a:t>Estas</a:t>
            </a:r>
            <a:r>
              <a:rPr lang="en-US" sz="1800" dirty="0">
                <a:latin typeface="Abadi Extra Light" panose="020B0604020202020204" pitchFamily="34" charset="0"/>
              </a:rPr>
              <a:t> son las </a:t>
            </a:r>
            <a:r>
              <a:rPr lang="en-US" sz="1800" dirty="0" err="1">
                <a:latin typeface="Abadi Extra Light" panose="020B0604020202020204" pitchFamily="34" charset="0"/>
              </a:rPr>
              <a:t>pruebas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Caq</a:t>
            </a:r>
            <a:r>
              <a:rPr lang="en-US" sz="1800" dirty="0">
                <a:latin typeface="Abadi Extra Light" panose="020B0604020202020204" pitchFamily="34" charset="0"/>
              </a:rPr>
              <a:t> y Kolb, las </a:t>
            </a:r>
            <a:r>
              <a:rPr lang="en-US" sz="1800" dirty="0" err="1">
                <a:latin typeface="Abadi Extra Light" panose="020B0604020202020204" pitchFamily="34" charset="0"/>
              </a:rPr>
              <a:t>cuales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tienen</a:t>
            </a:r>
            <a:r>
              <a:rPr lang="en-US" sz="1800" dirty="0">
                <a:latin typeface="Abadi Extra Light" panose="020B0604020202020204" pitchFamily="34" charset="0"/>
              </a:rPr>
              <a:t> un </a:t>
            </a:r>
            <a:r>
              <a:rPr lang="en-US" sz="1800" dirty="0" err="1">
                <a:latin typeface="Abadi Extra Light" panose="020B0604020202020204" pitchFamily="34" charset="0"/>
              </a:rPr>
              <a:t>estado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en</a:t>
            </a:r>
            <a:r>
              <a:rPr lang="en-US" sz="1800" dirty="0">
                <a:latin typeface="Abadi Extra Light" panose="020B0604020202020204" pitchFamily="34" charset="0"/>
              </a:rPr>
              <a:t> la </a:t>
            </a:r>
            <a:r>
              <a:rPr lang="en-US" sz="1800" dirty="0" err="1">
                <a:latin typeface="Abadi Extra Light" panose="020B0604020202020204" pitchFamily="34" charset="0"/>
              </a:rPr>
              <a:t>parte</a:t>
            </a:r>
            <a:r>
              <a:rPr lang="en-US" sz="1800" dirty="0">
                <a:latin typeface="Abadi Extra Light" panose="020B0604020202020204" pitchFamily="34" charset="0"/>
              </a:rPr>
              <a:t> de la </a:t>
            </a:r>
            <a:r>
              <a:rPr lang="en-US" sz="1800" dirty="0" err="1">
                <a:latin typeface="Abadi Extra Light" panose="020B0604020202020204" pitchFamily="34" charset="0"/>
              </a:rPr>
              <a:t>mitad</a:t>
            </a:r>
            <a:r>
              <a:rPr lang="en-US" sz="1800" dirty="0">
                <a:latin typeface="Abadi Extra Light" panose="020B0604020202020204" pitchFamily="34" charset="0"/>
              </a:rPr>
              <a:t> y un </a:t>
            </a:r>
            <a:r>
              <a:rPr lang="en-US" sz="1800" dirty="0" err="1">
                <a:latin typeface="Abadi Extra Light" panose="020B0604020202020204" pitchFamily="34" charset="0"/>
              </a:rPr>
              <a:t>boton</a:t>
            </a:r>
            <a:r>
              <a:rPr lang="en-US" sz="1800" dirty="0">
                <a:latin typeface="Abadi Extra Light" panose="020B0604020202020204" pitchFamily="34" charset="0"/>
              </a:rPr>
              <a:t> de </a:t>
            </a:r>
            <a:r>
              <a:rPr lang="en-US" sz="1800" dirty="0" err="1">
                <a:latin typeface="Abadi Extra Light" panose="020B0604020202020204" pitchFamily="34" charset="0"/>
              </a:rPr>
              <a:t>ver</a:t>
            </a:r>
            <a:r>
              <a:rPr lang="en-US" sz="1800" dirty="0">
                <a:latin typeface="Abadi Extra Light" panose="020B0604020202020204" pitchFamily="34" charset="0"/>
              </a:rPr>
              <a:t>, </a:t>
            </a:r>
            <a:r>
              <a:rPr lang="en-US" sz="1800" dirty="0" err="1">
                <a:latin typeface="Abadi Extra Light" panose="020B0604020202020204" pitchFamily="34" charset="0"/>
              </a:rPr>
              <a:t>el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cual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estara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activo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si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esta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prueba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ya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fue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realizada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por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el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estudiante</a:t>
            </a:r>
            <a:endParaRPr lang="es-CO" sz="1800" dirty="0">
              <a:latin typeface="Abadi Extra Light" panose="020B0604020202020204" pitchFamily="34" charset="0"/>
            </a:endParaRPr>
          </a:p>
        </p:txBody>
      </p: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8B01BF70-D69C-8BCF-AA72-82E470664175}"/>
              </a:ext>
            </a:extLst>
          </p:cNvPr>
          <p:cNvCxnSpPr>
            <a:cxnSpLocks/>
            <a:endCxn id="23" idx="0"/>
          </p:cNvCxnSpPr>
          <p:nvPr/>
        </p:nvCxnSpPr>
        <p:spPr>
          <a:xfrm flipH="1">
            <a:off x="2238593" y="3957403"/>
            <a:ext cx="2078574" cy="7046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74236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D38F8E8D-D148-388D-75A7-2C679AE751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835" y="1595814"/>
            <a:ext cx="10023898" cy="4857695"/>
          </a:xfrm>
          <a:prstGeom prst="rect">
            <a:avLst/>
          </a:prstGeom>
        </p:spPr>
      </p:pic>
      <p:sp>
        <p:nvSpPr>
          <p:cNvPr id="114" name="Google Shape;114;p17"/>
          <p:cNvSpPr txBox="1"/>
          <p:nvPr/>
        </p:nvSpPr>
        <p:spPr>
          <a:xfrm>
            <a:off x="225083" y="1042882"/>
            <a:ext cx="11086082" cy="552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400" b="1" dirty="0" err="1">
                <a:solidFill>
                  <a:schemeClr val="dk1"/>
                </a:solidFill>
              </a:rPr>
              <a:t>Servicio</a:t>
            </a:r>
            <a:r>
              <a:rPr lang="en-US" sz="2400" b="1" dirty="0">
                <a:solidFill>
                  <a:schemeClr val="dk1"/>
                </a:solidFill>
              </a:rPr>
              <a:t> </a:t>
            </a:r>
            <a:r>
              <a:rPr lang="en-US" sz="2400" b="1" dirty="0" err="1">
                <a:solidFill>
                  <a:schemeClr val="dk1"/>
                </a:solidFill>
              </a:rPr>
              <a:t>Caracterizaci</a:t>
            </a:r>
            <a:r>
              <a:rPr lang="es-MX" sz="2400" b="1" dirty="0" err="1">
                <a:solidFill>
                  <a:schemeClr val="dk1"/>
                </a:solidFill>
              </a:rPr>
              <a:t>ó</a:t>
            </a:r>
            <a:r>
              <a:rPr lang="en-US" sz="2400" b="1" dirty="0">
                <a:solidFill>
                  <a:schemeClr val="dk1"/>
                </a:solidFill>
              </a:rPr>
              <a:t>n</a:t>
            </a:r>
            <a:endParaRPr sz="2400" dirty="0"/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F2AF2FE5-4D98-E496-D90A-ED1F65A76CAC}"/>
              </a:ext>
            </a:extLst>
          </p:cNvPr>
          <p:cNvSpPr/>
          <p:nvPr/>
        </p:nvSpPr>
        <p:spPr>
          <a:xfrm>
            <a:off x="6470754" y="3800070"/>
            <a:ext cx="589613" cy="412165"/>
          </a:xfrm>
          <a:prstGeom prst="roundRect">
            <a:avLst>
              <a:gd name="adj" fmla="val 603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49E64378-9A48-98C3-F127-837251C6457E}"/>
              </a:ext>
            </a:extLst>
          </p:cNvPr>
          <p:cNvSpPr txBox="1"/>
          <p:nvPr/>
        </p:nvSpPr>
        <p:spPr>
          <a:xfrm>
            <a:off x="474403" y="4662021"/>
            <a:ext cx="3528379" cy="923330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latin typeface="Abadi Extra Light" panose="020B0604020202020204" pitchFamily="34" charset="0"/>
              </a:rPr>
              <a:t>Al </a:t>
            </a:r>
            <a:r>
              <a:rPr lang="en-US" sz="1800" dirty="0" err="1">
                <a:latin typeface="Abadi Extra Light" panose="020B0604020202020204" pitchFamily="34" charset="0"/>
              </a:rPr>
              <a:t>hacer</a:t>
            </a:r>
            <a:r>
              <a:rPr lang="en-US" sz="1800" dirty="0">
                <a:latin typeface="Abadi Extra Light" panose="020B0604020202020204" pitchFamily="34" charset="0"/>
              </a:rPr>
              <a:t> click </a:t>
            </a:r>
            <a:r>
              <a:rPr lang="en-US" sz="1800" dirty="0" err="1">
                <a:latin typeface="Abadi Extra Light" panose="020B0604020202020204" pitchFamily="34" charset="0"/>
              </a:rPr>
              <a:t>en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el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boton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ver</a:t>
            </a:r>
            <a:r>
              <a:rPr lang="en-US" sz="1800" dirty="0">
                <a:latin typeface="Abadi Extra Light" panose="020B0604020202020204" pitchFamily="34" charset="0"/>
              </a:rPr>
              <a:t>, se </a:t>
            </a:r>
            <a:r>
              <a:rPr lang="en-US" sz="1800" dirty="0" err="1">
                <a:latin typeface="Abadi Extra Light" panose="020B0604020202020204" pitchFamily="34" charset="0"/>
              </a:rPr>
              <a:t>nos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mostrara</a:t>
            </a:r>
            <a:r>
              <a:rPr lang="en-US" sz="1800" dirty="0">
                <a:latin typeface="Abadi Extra Light" panose="020B0604020202020204" pitchFamily="34" charset="0"/>
              </a:rPr>
              <a:t> un pdf con </a:t>
            </a:r>
            <a:r>
              <a:rPr lang="en-US" sz="1800" dirty="0" err="1">
                <a:latin typeface="Abadi Extra Light" panose="020B0604020202020204" pitchFamily="34" charset="0"/>
              </a:rPr>
              <a:t>los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resultados</a:t>
            </a:r>
            <a:r>
              <a:rPr lang="en-US" sz="1800" dirty="0">
                <a:latin typeface="Abadi Extra Light" panose="020B0604020202020204" pitchFamily="34" charset="0"/>
              </a:rPr>
              <a:t> de </a:t>
            </a:r>
            <a:r>
              <a:rPr lang="en-US" sz="1800" dirty="0" err="1">
                <a:latin typeface="Abadi Extra Light" panose="020B0604020202020204" pitchFamily="34" charset="0"/>
              </a:rPr>
              <a:t>esa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prueba</a:t>
            </a:r>
            <a:endParaRPr lang="es-CO" sz="1800" dirty="0">
              <a:latin typeface="Abadi Extra Light" panose="020B0604020202020204" pitchFamily="34" charset="0"/>
            </a:endParaRPr>
          </a:p>
        </p:txBody>
      </p: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8B01BF70-D69C-8BCF-AA72-82E470664175}"/>
              </a:ext>
            </a:extLst>
          </p:cNvPr>
          <p:cNvCxnSpPr>
            <a:cxnSpLocks/>
            <a:endCxn id="23" idx="0"/>
          </p:cNvCxnSpPr>
          <p:nvPr/>
        </p:nvCxnSpPr>
        <p:spPr>
          <a:xfrm flipH="1">
            <a:off x="2238593" y="3942413"/>
            <a:ext cx="4232161" cy="7196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34453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569CD49-AB54-83E0-3247-AB48008A84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3883" y="1753082"/>
            <a:ext cx="9054261" cy="4378662"/>
          </a:xfrm>
          <a:prstGeom prst="rect">
            <a:avLst/>
          </a:prstGeom>
        </p:spPr>
      </p:pic>
      <p:sp>
        <p:nvSpPr>
          <p:cNvPr id="114" name="Google Shape;114;p17"/>
          <p:cNvSpPr txBox="1"/>
          <p:nvPr/>
        </p:nvSpPr>
        <p:spPr>
          <a:xfrm>
            <a:off x="225083" y="1042882"/>
            <a:ext cx="11086082" cy="552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400" b="1" dirty="0" err="1">
                <a:solidFill>
                  <a:schemeClr val="dk1"/>
                </a:solidFill>
              </a:rPr>
              <a:t>Servicio</a:t>
            </a:r>
            <a:r>
              <a:rPr lang="en-US" sz="2400" b="1" dirty="0">
                <a:solidFill>
                  <a:schemeClr val="dk1"/>
                </a:solidFill>
              </a:rPr>
              <a:t> </a:t>
            </a:r>
            <a:r>
              <a:rPr lang="en-US" sz="2400" b="1" dirty="0" err="1">
                <a:solidFill>
                  <a:schemeClr val="dk1"/>
                </a:solidFill>
              </a:rPr>
              <a:t>Caracterizaci</a:t>
            </a:r>
            <a:r>
              <a:rPr lang="es-MX" sz="2400" b="1" dirty="0" err="1">
                <a:solidFill>
                  <a:schemeClr val="dk1"/>
                </a:solidFill>
              </a:rPr>
              <a:t>ó</a:t>
            </a:r>
            <a:r>
              <a:rPr lang="en-US" sz="2400" b="1" dirty="0">
                <a:solidFill>
                  <a:schemeClr val="dk1"/>
                </a:solidFill>
              </a:rPr>
              <a:t>n</a:t>
            </a:r>
            <a:endParaRPr sz="2400" dirty="0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49E64378-9A48-98C3-F127-837251C6457E}"/>
              </a:ext>
            </a:extLst>
          </p:cNvPr>
          <p:cNvSpPr txBox="1"/>
          <p:nvPr/>
        </p:nvSpPr>
        <p:spPr>
          <a:xfrm>
            <a:off x="225083" y="5919680"/>
            <a:ext cx="3528379" cy="369332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latin typeface="Abadi Extra Light" panose="020B0604020202020204" pitchFamily="34" charset="0"/>
              </a:rPr>
              <a:t>Pdf de </a:t>
            </a:r>
            <a:r>
              <a:rPr lang="en-US" sz="1800" dirty="0" err="1">
                <a:latin typeface="Abadi Extra Light" panose="020B0604020202020204" pitchFamily="34" charset="0"/>
              </a:rPr>
              <a:t>muestra</a:t>
            </a:r>
            <a:endParaRPr lang="es-CO" sz="1800" dirty="0">
              <a:latin typeface="Abadi Extra Light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32220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5E30D2D-CC7B-7A26-5FB2-8E124F0602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420" y="1799052"/>
            <a:ext cx="9953407" cy="4826366"/>
          </a:xfrm>
          <a:prstGeom prst="rect">
            <a:avLst/>
          </a:prstGeom>
        </p:spPr>
      </p:pic>
      <p:sp>
        <p:nvSpPr>
          <p:cNvPr id="114" name="Google Shape;114;p17"/>
          <p:cNvSpPr txBox="1"/>
          <p:nvPr/>
        </p:nvSpPr>
        <p:spPr>
          <a:xfrm>
            <a:off x="225083" y="1042882"/>
            <a:ext cx="11086082" cy="552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400" b="1" dirty="0" err="1">
                <a:solidFill>
                  <a:schemeClr val="dk1"/>
                </a:solidFill>
              </a:rPr>
              <a:t>Servicio</a:t>
            </a:r>
            <a:r>
              <a:rPr lang="en-US" sz="2400" b="1" dirty="0">
                <a:solidFill>
                  <a:schemeClr val="dk1"/>
                </a:solidFill>
              </a:rPr>
              <a:t> </a:t>
            </a:r>
            <a:r>
              <a:rPr lang="en-US" sz="2400" b="1" dirty="0" err="1">
                <a:solidFill>
                  <a:schemeClr val="dk1"/>
                </a:solidFill>
              </a:rPr>
              <a:t>Caracterizaci</a:t>
            </a:r>
            <a:r>
              <a:rPr lang="es-MX" sz="2400" b="1" dirty="0" err="1">
                <a:solidFill>
                  <a:schemeClr val="dk1"/>
                </a:solidFill>
              </a:rPr>
              <a:t>ó</a:t>
            </a:r>
            <a:r>
              <a:rPr lang="en-US" sz="2400" b="1" dirty="0">
                <a:solidFill>
                  <a:schemeClr val="dk1"/>
                </a:solidFill>
              </a:rPr>
              <a:t>n (</a:t>
            </a:r>
            <a:r>
              <a:rPr lang="en-US" sz="2400" b="1" dirty="0" err="1">
                <a:solidFill>
                  <a:schemeClr val="dk1"/>
                </a:solidFill>
              </a:rPr>
              <a:t>Semaforo</a:t>
            </a:r>
            <a:r>
              <a:rPr lang="en-US" sz="2400" b="1" dirty="0">
                <a:solidFill>
                  <a:schemeClr val="dk1"/>
                </a:solidFill>
              </a:rPr>
              <a:t>)</a:t>
            </a:r>
            <a:endParaRPr sz="2400" dirty="0"/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F2AF2FE5-4D98-E496-D90A-ED1F65A76CAC}"/>
              </a:ext>
            </a:extLst>
          </p:cNvPr>
          <p:cNvSpPr/>
          <p:nvPr/>
        </p:nvSpPr>
        <p:spPr>
          <a:xfrm>
            <a:off x="4319799" y="3800069"/>
            <a:ext cx="5633607" cy="1236625"/>
          </a:xfrm>
          <a:prstGeom prst="roundRect">
            <a:avLst>
              <a:gd name="adj" fmla="val 603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49E64378-9A48-98C3-F127-837251C6457E}"/>
              </a:ext>
            </a:extLst>
          </p:cNvPr>
          <p:cNvSpPr txBox="1"/>
          <p:nvPr/>
        </p:nvSpPr>
        <p:spPr>
          <a:xfrm>
            <a:off x="474403" y="4662021"/>
            <a:ext cx="3528379" cy="923330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latin typeface="Abadi Extra Light" panose="020B0604020202020204" pitchFamily="34" charset="0"/>
              </a:rPr>
              <a:t>Este es </a:t>
            </a:r>
            <a:r>
              <a:rPr lang="en-US" sz="1800" dirty="0" err="1">
                <a:latin typeface="Abadi Extra Light" panose="020B0604020202020204" pitchFamily="34" charset="0"/>
              </a:rPr>
              <a:t>el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semaforo</a:t>
            </a:r>
            <a:r>
              <a:rPr lang="en-US" sz="1800" dirty="0">
                <a:latin typeface="Abadi Extra Light" panose="020B0604020202020204" pitchFamily="34" charset="0"/>
              </a:rPr>
              <a:t>, </a:t>
            </a:r>
            <a:r>
              <a:rPr lang="en-US" sz="1800" dirty="0" err="1">
                <a:latin typeface="Abadi Extra Light" panose="020B0604020202020204" pitchFamily="34" charset="0"/>
              </a:rPr>
              <a:t>el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cual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tiene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una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prioridad</a:t>
            </a:r>
            <a:r>
              <a:rPr lang="en-US" sz="1800" dirty="0">
                <a:latin typeface="Abadi Extra Light" panose="020B0604020202020204" pitchFamily="34" charset="0"/>
              </a:rPr>
              <a:t> de </a:t>
            </a:r>
            <a:r>
              <a:rPr lang="en-US" sz="1800" dirty="0" err="1">
                <a:latin typeface="Abadi Extra Light" panose="020B0604020202020204" pitchFamily="34" charset="0"/>
              </a:rPr>
              <a:t>riesgo</a:t>
            </a:r>
            <a:r>
              <a:rPr lang="en-US" sz="1800" dirty="0">
                <a:latin typeface="Abadi Extra Light" panose="020B0604020202020204" pitchFamily="34" charset="0"/>
              </a:rPr>
              <a:t> que se le </a:t>
            </a:r>
            <a:r>
              <a:rPr lang="en-US" sz="1800" dirty="0" err="1">
                <a:latin typeface="Abadi Extra Light" panose="020B0604020202020204" pitchFamily="34" charset="0"/>
              </a:rPr>
              <a:t>puede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asignar</a:t>
            </a:r>
            <a:r>
              <a:rPr lang="en-US" sz="1800" dirty="0">
                <a:latin typeface="Abadi Extra Light" panose="020B0604020202020204" pitchFamily="34" charset="0"/>
              </a:rPr>
              <a:t> al </a:t>
            </a:r>
            <a:r>
              <a:rPr lang="en-US" sz="1800" dirty="0" err="1">
                <a:latin typeface="Abadi Extra Light" panose="020B0604020202020204" pitchFamily="34" charset="0"/>
              </a:rPr>
              <a:t>estudiante</a:t>
            </a:r>
            <a:endParaRPr lang="es-CO" sz="1800" dirty="0">
              <a:latin typeface="Abadi Extra Light" panose="020B0604020202020204" pitchFamily="34" charset="0"/>
            </a:endParaRPr>
          </a:p>
        </p:txBody>
      </p: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8B01BF70-D69C-8BCF-AA72-82E470664175}"/>
              </a:ext>
            </a:extLst>
          </p:cNvPr>
          <p:cNvCxnSpPr>
            <a:cxnSpLocks/>
            <a:endCxn id="23" idx="0"/>
          </p:cNvCxnSpPr>
          <p:nvPr/>
        </p:nvCxnSpPr>
        <p:spPr>
          <a:xfrm flipH="1">
            <a:off x="2238593" y="3957403"/>
            <a:ext cx="2081206" cy="7046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9095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90CBAA88-642A-FE4C-FAC0-12CED6186B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291" y="1696998"/>
            <a:ext cx="9653666" cy="4698554"/>
          </a:xfrm>
          <a:prstGeom prst="rect">
            <a:avLst/>
          </a:prstGeom>
        </p:spPr>
      </p:pic>
      <p:sp>
        <p:nvSpPr>
          <p:cNvPr id="114" name="Google Shape;114;p17"/>
          <p:cNvSpPr txBox="1"/>
          <p:nvPr/>
        </p:nvSpPr>
        <p:spPr>
          <a:xfrm>
            <a:off x="225083" y="1042882"/>
            <a:ext cx="11086082" cy="552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400" b="1" dirty="0" err="1">
                <a:solidFill>
                  <a:schemeClr val="dk1"/>
                </a:solidFill>
              </a:rPr>
              <a:t>Servicio</a:t>
            </a:r>
            <a:r>
              <a:rPr lang="en-US" sz="2400" b="1" dirty="0">
                <a:solidFill>
                  <a:schemeClr val="dk1"/>
                </a:solidFill>
              </a:rPr>
              <a:t> </a:t>
            </a:r>
            <a:r>
              <a:rPr lang="en-US" sz="2400" b="1" dirty="0" err="1">
                <a:solidFill>
                  <a:schemeClr val="dk1"/>
                </a:solidFill>
              </a:rPr>
              <a:t>Caracterizaci</a:t>
            </a:r>
            <a:r>
              <a:rPr lang="es-MX" sz="2400" b="1" dirty="0" err="1">
                <a:solidFill>
                  <a:schemeClr val="dk1"/>
                </a:solidFill>
              </a:rPr>
              <a:t>ó</a:t>
            </a:r>
            <a:r>
              <a:rPr lang="en-US" sz="2400" b="1" dirty="0">
                <a:solidFill>
                  <a:schemeClr val="dk1"/>
                </a:solidFill>
              </a:rPr>
              <a:t>n (</a:t>
            </a:r>
            <a:r>
              <a:rPr lang="en-US" sz="2400" b="1" dirty="0" err="1">
                <a:solidFill>
                  <a:schemeClr val="dk1"/>
                </a:solidFill>
              </a:rPr>
              <a:t>Semaforo</a:t>
            </a:r>
            <a:r>
              <a:rPr lang="en-US" sz="2400" b="1" dirty="0">
                <a:solidFill>
                  <a:schemeClr val="dk1"/>
                </a:solidFill>
              </a:rPr>
              <a:t>)</a:t>
            </a:r>
            <a:endParaRPr sz="2400" dirty="0"/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F2AF2FE5-4D98-E496-D90A-ED1F65A76CAC}"/>
              </a:ext>
            </a:extLst>
          </p:cNvPr>
          <p:cNvSpPr/>
          <p:nvPr/>
        </p:nvSpPr>
        <p:spPr>
          <a:xfrm>
            <a:off x="4319799" y="3667548"/>
            <a:ext cx="5633607" cy="2829188"/>
          </a:xfrm>
          <a:prstGeom prst="roundRect">
            <a:avLst>
              <a:gd name="adj" fmla="val 603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49E64378-9A48-98C3-F127-837251C6457E}"/>
              </a:ext>
            </a:extLst>
          </p:cNvPr>
          <p:cNvSpPr txBox="1"/>
          <p:nvPr/>
        </p:nvSpPr>
        <p:spPr>
          <a:xfrm>
            <a:off x="474403" y="4662021"/>
            <a:ext cx="3528379" cy="1477328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latin typeface="Abadi Extra Light" panose="020B0604020202020204" pitchFamily="34" charset="0"/>
              </a:rPr>
              <a:t>Al </a:t>
            </a:r>
            <a:r>
              <a:rPr lang="en-US" sz="1800" dirty="0" err="1">
                <a:latin typeface="Abadi Extra Light" panose="020B0604020202020204" pitchFamily="34" charset="0"/>
              </a:rPr>
              <a:t>elegir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riesgo</a:t>
            </a:r>
            <a:r>
              <a:rPr lang="en-US" sz="1800" dirty="0">
                <a:latin typeface="Abadi Extra Light" panose="020B0604020202020204" pitchFamily="34" charset="0"/>
              </a:rPr>
              <a:t> bajo </a:t>
            </a:r>
            <a:r>
              <a:rPr lang="en-US" sz="1800" dirty="0" err="1">
                <a:latin typeface="Abadi Extra Light" panose="020B0604020202020204" pitchFamily="34" charset="0"/>
              </a:rPr>
              <a:t>en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el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semaforo</a:t>
            </a:r>
            <a:r>
              <a:rPr lang="en-US" sz="1800" dirty="0">
                <a:latin typeface="Abadi Extra Light" panose="020B0604020202020204" pitchFamily="34" charset="0"/>
              </a:rPr>
              <a:t>, se </a:t>
            </a:r>
            <a:r>
              <a:rPr lang="en-US" sz="1800" dirty="0" err="1">
                <a:latin typeface="Abadi Extra Light" panose="020B0604020202020204" pitchFamily="34" charset="0"/>
              </a:rPr>
              <a:t>nos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llenara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automaticamento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el</a:t>
            </a:r>
            <a:r>
              <a:rPr lang="en-US" sz="1800" dirty="0">
                <a:latin typeface="Abadi Extra Light" panose="020B0604020202020204" pitchFamily="34" charset="0"/>
              </a:rPr>
              <a:t> campo </a:t>
            </a:r>
            <a:r>
              <a:rPr lang="en-US" sz="1800" dirty="0" err="1">
                <a:latin typeface="Abadi Extra Light" panose="020B0604020202020204" pitchFamily="34" charset="0"/>
              </a:rPr>
              <a:t>llamado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concepto</a:t>
            </a:r>
            <a:r>
              <a:rPr lang="en-US" sz="1800" dirty="0">
                <a:latin typeface="Abadi Extra Light" panose="020B0604020202020204" pitchFamily="34" charset="0"/>
              </a:rPr>
              <a:t> final con un </a:t>
            </a:r>
            <a:r>
              <a:rPr lang="en-US" sz="1800" dirty="0" err="1">
                <a:latin typeface="Abadi Extra Light" panose="020B0604020202020204" pitchFamily="34" charset="0"/>
              </a:rPr>
              <a:t>texto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por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defecto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definido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por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Bienestar</a:t>
            </a:r>
            <a:r>
              <a:rPr lang="en-US" sz="1800" dirty="0">
                <a:latin typeface="Abadi Extra Light" panose="020B0604020202020204" pitchFamily="34" charset="0"/>
              </a:rPr>
              <a:t> Universitario</a:t>
            </a:r>
            <a:endParaRPr lang="es-CO" sz="1800" dirty="0">
              <a:latin typeface="Abadi Extra Light" panose="020B0604020202020204" pitchFamily="34" charset="0"/>
            </a:endParaRPr>
          </a:p>
        </p:txBody>
      </p: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8B01BF70-D69C-8BCF-AA72-82E470664175}"/>
              </a:ext>
            </a:extLst>
          </p:cNvPr>
          <p:cNvCxnSpPr>
            <a:cxnSpLocks/>
            <a:endCxn id="23" idx="0"/>
          </p:cNvCxnSpPr>
          <p:nvPr/>
        </p:nvCxnSpPr>
        <p:spPr>
          <a:xfrm flipH="1">
            <a:off x="2238593" y="3957403"/>
            <a:ext cx="2081206" cy="7046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87187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B10CF4F-E1C3-9E39-C23D-5FE439E9BB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235" y="1595814"/>
            <a:ext cx="9521530" cy="4614547"/>
          </a:xfrm>
          <a:prstGeom prst="rect">
            <a:avLst/>
          </a:prstGeom>
        </p:spPr>
      </p:pic>
      <p:sp>
        <p:nvSpPr>
          <p:cNvPr id="114" name="Google Shape;114;p17"/>
          <p:cNvSpPr txBox="1"/>
          <p:nvPr/>
        </p:nvSpPr>
        <p:spPr>
          <a:xfrm>
            <a:off x="225083" y="1042882"/>
            <a:ext cx="11086082" cy="552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400" b="1" dirty="0" err="1">
                <a:solidFill>
                  <a:schemeClr val="dk1"/>
                </a:solidFill>
              </a:rPr>
              <a:t>Servicio</a:t>
            </a:r>
            <a:r>
              <a:rPr lang="en-US" sz="2400" b="1" dirty="0">
                <a:solidFill>
                  <a:schemeClr val="dk1"/>
                </a:solidFill>
              </a:rPr>
              <a:t> </a:t>
            </a:r>
            <a:r>
              <a:rPr lang="en-US" sz="2400" b="1" dirty="0" err="1">
                <a:solidFill>
                  <a:schemeClr val="dk1"/>
                </a:solidFill>
              </a:rPr>
              <a:t>Caracterizaci</a:t>
            </a:r>
            <a:r>
              <a:rPr lang="es-MX" sz="2400" b="1" dirty="0" err="1">
                <a:solidFill>
                  <a:schemeClr val="dk1"/>
                </a:solidFill>
              </a:rPr>
              <a:t>ó</a:t>
            </a:r>
            <a:r>
              <a:rPr lang="en-US" sz="2400" b="1" dirty="0">
                <a:solidFill>
                  <a:schemeClr val="dk1"/>
                </a:solidFill>
              </a:rPr>
              <a:t>n (</a:t>
            </a:r>
            <a:r>
              <a:rPr lang="en-US" sz="2400" b="1" dirty="0" err="1">
                <a:solidFill>
                  <a:schemeClr val="dk1"/>
                </a:solidFill>
              </a:rPr>
              <a:t>Semaforo</a:t>
            </a:r>
            <a:r>
              <a:rPr lang="en-US" sz="2400" b="1" dirty="0">
                <a:solidFill>
                  <a:schemeClr val="dk1"/>
                </a:solidFill>
              </a:rPr>
              <a:t>)</a:t>
            </a:r>
            <a:endParaRPr sz="2400" dirty="0"/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F2AF2FE5-4D98-E496-D90A-ED1F65A76CAC}"/>
              </a:ext>
            </a:extLst>
          </p:cNvPr>
          <p:cNvSpPr/>
          <p:nvPr/>
        </p:nvSpPr>
        <p:spPr>
          <a:xfrm>
            <a:off x="4497049" y="1595814"/>
            <a:ext cx="5771213" cy="4900923"/>
          </a:xfrm>
          <a:prstGeom prst="roundRect">
            <a:avLst>
              <a:gd name="adj" fmla="val 603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49E64378-9A48-98C3-F127-837251C6457E}"/>
              </a:ext>
            </a:extLst>
          </p:cNvPr>
          <p:cNvSpPr txBox="1"/>
          <p:nvPr/>
        </p:nvSpPr>
        <p:spPr>
          <a:xfrm>
            <a:off x="514270" y="4322400"/>
            <a:ext cx="3528379" cy="2031325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800" dirty="0" err="1">
                <a:latin typeface="Abadi Extra Light" panose="020B0604020202020204" pitchFamily="34" charset="0"/>
              </a:rPr>
              <a:t>Ahora</a:t>
            </a:r>
            <a:r>
              <a:rPr lang="en-US" sz="1800" dirty="0">
                <a:latin typeface="Abadi Extra Light" panose="020B0604020202020204" pitchFamily="34" charset="0"/>
              </a:rPr>
              <a:t>, </a:t>
            </a:r>
            <a:r>
              <a:rPr lang="en-US" sz="1800" dirty="0" err="1">
                <a:latin typeface="Abadi Extra Light" panose="020B0604020202020204" pitchFamily="34" charset="0"/>
              </a:rPr>
              <a:t>si</a:t>
            </a:r>
            <a:r>
              <a:rPr lang="en-US" sz="1800" dirty="0">
                <a:latin typeface="Abadi Extra Light" panose="020B0604020202020204" pitchFamily="34" charset="0"/>
              </a:rPr>
              <a:t> se </a:t>
            </a:r>
            <a:r>
              <a:rPr lang="en-US" sz="1800" dirty="0" err="1">
                <a:latin typeface="Abadi Extra Light" panose="020B0604020202020204" pitchFamily="34" charset="0"/>
              </a:rPr>
              <a:t>escoge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el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riesgo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moderado</a:t>
            </a:r>
            <a:r>
              <a:rPr lang="en-US" sz="1800" dirty="0">
                <a:latin typeface="Abadi Extra Light" panose="020B0604020202020204" pitchFamily="34" charset="0"/>
              </a:rPr>
              <a:t> o </a:t>
            </a:r>
            <a:r>
              <a:rPr lang="en-US" sz="1800" dirty="0" err="1">
                <a:latin typeface="Abadi Extra Light" panose="020B0604020202020204" pitchFamily="34" charset="0"/>
              </a:rPr>
              <a:t>riesgo</a:t>
            </a:r>
            <a:r>
              <a:rPr lang="en-US" sz="1800" dirty="0">
                <a:latin typeface="Abadi Extra Light" panose="020B0604020202020204" pitchFamily="34" charset="0"/>
              </a:rPr>
              <a:t> alto, se </a:t>
            </a:r>
            <a:r>
              <a:rPr lang="en-US" sz="1800" dirty="0" err="1">
                <a:latin typeface="Abadi Extra Light" panose="020B0604020202020204" pitchFamily="34" charset="0"/>
              </a:rPr>
              <a:t>nos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habilitar</a:t>
            </a:r>
            <a:r>
              <a:rPr lang="es-MX" sz="1800" dirty="0">
                <a:latin typeface="Abadi Extra Light" panose="020B0604020202020204" pitchFamily="34" charset="0"/>
              </a:rPr>
              <a:t>á</a:t>
            </a:r>
            <a:r>
              <a:rPr lang="en-US" sz="1800" dirty="0">
                <a:latin typeface="Abadi Extra Light" panose="020B0604020202020204" pitchFamily="34" charset="0"/>
              </a:rPr>
              <a:t> un nuevo campo </a:t>
            </a:r>
            <a:r>
              <a:rPr lang="en-US" sz="1800" dirty="0" err="1">
                <a:latin typeface="Abadi Extra Light" panose="020B0604020202020204" pitchFamily="34" charset="0"/>
              </a:rPr>
              <a:t>el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cual</a:t>
            </a:r>
            <a:r>
              <a:rPr lang="en-US" sz="1800" dirty="0">
                <a:latin typeface="Abadi Extra Light" panose="020B0604020202020204" pitchFamily="34" charset="0"/>
              </a:rPr>
              <a:t> es </a:t>
            </a:r>
            <a:r>
              <a:rPr lang="en-US" sz="1800" dirty="0" err="1">
                <a:latin typeface="Abadi Extra Light" panose="020B0604020202020204" pitchFamily="34" charset="0"/>
              </a:rPr>
              <a:t>es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llamado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ruta</a:t>
            </a:r>
            <a:r>
              <a:rPr lang="en-US" sz="1800" dirty="0">
                <a:latin typeface="Abadi Extra Light" panose="020B0604020202020204" pitchFamily="34" charset="0"/>
              </a:rPr>
              <a:t> de </a:t>
            </a:r>
            <a:r>
              <a:rPr lang="en-US" sz="1800" dirty="0" err="1">
                <a:latin typeface="Abadi Extra Light" panose="020B0604020202020204" pitchFamily="34" charset="0"/>
              </a:rPr>
              <a:t>apoyo</a:t>
            </a:r>
            <a:r>
              <a:rPr lang="en-US" sz="1800" dirty="0">
                <a:latin typeface="Abadi Extra Light" panose="020B0604020202020204" pitchFamily="34" charset="0"/>
              </a:rPr>
              <a:t>, </a:t>
            </a:r>
            <a:r>
              <a:rPr lang="en-US" sz="1800" dirty="0" err="1">
                <a:latin typeface="Abadi Extra Light" panose="020B0604020202020204" pitchFamily="34" charset="0"/>
              </a:rPr>
              <a:t>desde</a:t>
            </a:r>
            <a:r>
              <a:rPr lang="en-US" sz="1800" dirty="0">
                <a:latin typeface="Abadi Extra Light" panose="020B0604020202020204" pitchFamily="34" charset="0"/>
              </a:rPr>
              <a:t> la </a:t>
            </a:r>
            <a:r>
              <a:rPr lang="en-US" sz="1800" dirty="0" err="1">
                <a:latin typeface="Abadi Extra Light" panose="020B0604020202020204" pitchFamily="34" charset="0"/>
              </a:rPr>
              <a:t>cual</a:t>
            </a:r>
            <a:r>
              <a:rPr lang="en-US" sz="1800" dirty="0">
                <a:latin typeface="Abadi Extra Light" panose="020B0604020202020204" pitchFamily="34" charset="0"/>
              </a:rPr>
              <a:t> se </a:t>
            </a:r>
            <a:r>
              <a:rPr lang="en-US" sz="1800" dirty="0" err="1">
                <a:latin typeface="Abadi Extra Light" panose="020B0604020202020204" pitchFamily="34" charset="0"/>
              </a:rPr>
              <a:t>pueden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hacer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remisiones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hacia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otros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servicios</a:t>
            </a:r>
            <a:r>
              <a:rPr lang="en-US" sz="1800" dirty="0">
                <a:latin typeface="Abadi Extra Light" panose="020B0604020202020204" pitchFamily="34" charset="0"/>
              </a:rPr>
              <a:t> de Desarrollo </a:t>
            </a:r>
            <a:r>
              <a:rPr lang="en-US" sz="1800" dirty="0" err="1">
                <a:latin typeface="Abadi Extra Light" panose="020B0604020202020204" pitchFamily="34" charset="0"/>
              </a:rPr>
              <a:t>humano</a:t>
            </a:r>
            <a:endParaRPr lang="es-CO" sz="1800" dirty="0">
              <a:latin typeface="Abadi Extra Light" panose="020B0604020202020204" pitchFamily="34" charset="0"/>
            </a:endParaRPr>
          </a:p>
        </p:txBody>
      </p: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8B01BF70-D69C-8BCF-AA72-82E470664175}"/>
              </a:ext>
            </a:extLst>
          </p:cNvPr>
          <p:cNvCxnSpPr>
            <a:cxnSpLocks/>
            <a:endCxn id="23" idx="0"/>
          </p:cNvCxnSpPr>
          <p:nvPr/>
        </p:nvCxnSpPr>
        <p:spPr>
          <a:xfrm flipH="1">
            <a:off x="2278460" y="2148746"/>
            <a:ext cx="2453328" cy="2173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17556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AA46EE65-8D89-57C4-AF3E-870C1EB4B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522" y="1595814"/>
            <a:ext cx="10106955" cy="4879583"/>
          </a:xfrm>
          <a:prstGeom prst="rect">
            <a:avLst/>
          </a:prstGeom>
        </p:spPr>
      </p:pic>
      <p:sp>
        <p:nvSpPr>
          <p:cNvPr id="114" name="Google Shape;114;p17"/>
          <p:cNvSpPr txBox="1"/>
          <p:nvPr/>
        </p:nvSpPr>
        <p:spPr>
          <a:xfrm>
            <a:off x="225083" y="1042882"/>
            <a:ext cx="11086082" cy="552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400" b="1" dirty="0" err="1">
                <a:solidFill>
                  <a:schemeClr val="dk1"/>
                </a:solidFill>
              </a:rPr>
              <a:t>Servicio</a:t>
            </a:r>
            <a:r>
              <a:rPr lang="en-US" sz="2400" b="1" dirty="0">
                <a:solidFill>
                  <a:schemeClr val="dk1"/>
                </a:solidFill>
              </a:rPr>
              <a:t> </a:t>
            </a:r>
            <a:r>
              <a:rPr lang="en-US" sz="2400" b="1" dirty="0" err="1">
                <a:solidFill>
                  <a:schemeClr val="dk1"/>
                </a:solidFill>
              </a:rPr>
              <a:t>Caracterizaci</a:t>
            </a:r>
            <a:r>
              <a:rPr lang="es-MX" sz="2400" b="1" dirty="0" err="1">
                <a:solidFill>
                  <a:schemeClr val="dk1"/>
                </a:solidFill>
              </a:rPr>
              <a:t>ó</a:t>
            </a:r>
            <a:r>
              <a:rPr lang="en-US" sz="2400" b="1" dirty="0">
                <a:solidFill>
                  <a:schemeClr val="dk1"/>
                </a:solidFill>
              </a:rPr>
              <a:t>n (</a:t>
            </a:r>
            <a:r>
              <a:rPr lang="en-US" sz="2400" b="1" dirty="0" err="1">
                <a:solidFill>
                  <a:schemeClr val="dk1"/>
                </a:solidFill>
              </a:rPr>
              <a:t>Ruta</a:t>
            </a:r>
            <a:r>
              <a:rPr lang="en-US" sz="2400" b="1" dirty="0">
                <a:solidFill>
                  <a:schemeClr val="dk1"/>
                </a:solidFill>
              </a:rPr>
              <a:t> de </a:t>
            </a:r>
            <a:r>
              <a:rPr lang="en-US" sz="2400" b="1" dirty="0" err="1">
                <a:solidFill>
                  <a:schemeClr val="dk1"/>
                </a:solidFill>
              </a:rPr>
              <a:t>apoyo</a:t>
            </a:r>
            <a:r>
              <a:rPr lang="en-US" sz="2400" b="1" dirty="0">
                <a:solidFill>
                  <a:schemeClr val="dk1"/>
                </a:solidFill>
              </a:rPr>
              <a:t>)</a:t>
            </a:r>
            <a:endParaRPr sz="2400" dirty="0"/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F2AF2FE5-4D98-E496-D90A-ED1F65A76CAC}"/>
              </a:ext>
            </a:extLst>
          </p:cNvPr>
          <p:cNvSpPr/>
          <p:nvPr/>
        </p:nvSpPr>
        <p:spPr>
          <a:xfrm>
            <a:off x="4497049" y="2653259"/>
            <a:ext cx="5895180" cy="1860684"/>
          </a:xfrm>
          <a:prstGeom prst="roundRect">
            <a:avLst>
              <a:gd name="adj" fmla="val 603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49E64378-9A48-98C3-F127-837251C6457E}"/>
              </a:ext>
            </a:extLst>
          </p:cNvPr>
          <p:cNvSpPr txBox="1"/>
          <p:nvPr/>
        </p:nvSpPr>
        <p:spPr>
          <a:xfrm>
            <a:off x="514270" y="4322400"/>
            <a:ext cx="3528379" cy="923330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800" dirty="0" err="1">
                <a:latin typeface="Abadi Extra Light" panose="020B0604020202020204" pitchFamily="34" charset="0"/>
              </a:rPr>
              <a:t>Luego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elegimos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el</a:t>
            </a:r>
            <a:r>
              <a:rPr lang="en-US" sz="1800" dirty="0">
                <a:latin typeface="Abadi Extra Light" panose="020B0604020202020204" pitchFamily="34" charset="0"/>
              </a:rPr>
              <a:t> o </a:t>
            </a:r>
            <a:r>
              <a:rPr lang="en-US" sz="1800" dirty="0" err="1">
                <a:latin typeface="Abadi Extra Light" panose="020B0604020202020204" pitchFamily="34" charset="0"/>
              </a:rPr>
              <a:t>los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motivos</a:t>
            </a:r>
            <a:r>
              <a:rPr lang="en-US" sz="1800" dirty="0">
                <a:latin typeface="Abadi Extra Light" panose="020B0604020202020204" pitchFamily="34" charset="0"/>
              </a:rPr>
              <a:t> de </a:t>
            </a:r>
            <a:r>
              <a:rPr lang="en-US" sz="1800" dirty="0" err="1">
                <a:latin typeface="Abadi Extra Light" panose="020B0604020202020204" pitchFamily="34" charset="0"/>
              </a:rPr>
              <a:t>remisi</a:t>
            </a:r>
            <a:r>
              <a:rPr lang="es-MX" sz="1800" dirty="0" err="1">
                <a:latin typeface="Abadi Extra Light" panose="020B0604020202020204" pitchFamily="34" charset="0"/>
              </a:rPr>
              <a:t>ó</a:t>
            </a:r>
            <a:r>
              <a:rPr lang="en-US" sz="1800" dirty="0">
                <a:latin typeface="Abadi Extra Light" panose="020B0604020202020204" pitchFamily="34" charset="0"/>
              </a:rPr>
              <a:t>n a ese </a:t>
            </a:r>
            <a:r>
              <a:rPr lang="en-US" sz="1800" dirty="0" err="1">
                <a:latin typeface="Abadi Extra Light" panose="020B0604020202020204" pitchFamily="34" charset="0"/>
              </a:rPr>
              <a:t>servicio</a:t>
            </a:r>
            <a:r>
              <a:rPr lang="en-US" sz="1800" dirty="0">
                <a:latin typeface="Abadi Extra Light" panose="020B0604020202020204" pitchFamily="34" charset="0"/>
              </a:rPr>
              <a:t> que </a:t>
            </a:r>
            <a:r>
              <a:rPr lang="en-US" sz="1800" dirty="0" err="1">
                <a:latin typeface="Abadi Extra Light" panose="020B0604020202020204" pitchFamily="34" charset="0"/>
              </a:rPr>
              <a:t>eligio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previamente</a:t>
            </a:r>
            <a:endParaRPr lang="es-CO" sz="1800" dirty="0">
              <a:latin typeface="Abadi Extra Light" panose="020B0604020202020204" pitchFamily="34" charset="0"/>
            </a:endParaRPr>
          </a:p>
        </p:txBody>
      </p: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8B01BF70-D69C-8BCF-AA72-82E470664175}"/>
              </a:ext>
            </a:extLst>
          </p:cNvPr>
          <p:cNvCxnSpPr>
            <a:cxnSpLocks/>
            <a:stCxn id="6" idx="1"/>
            <a:endCxn id="23" idx="0"/>
          </p:cNvCxnSpPr>
          <p:nvPr/>
        </p:nvCxnSpPr>
        <p:spPr>
          <a:xfrm flipH="1">
            <a:off x="2278460" y="3427961"/>
            <a:ext cx="2422203" cy="8944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F05D7323-9196-4D9D-85F2-65BD36D09EB4}"/>
              </a:ext>
            </a:extLst>
          </p:cNvPr>
          <p:cNvSpPr txBox="1"/>
          <p:nvPr/>
        </p:nvSpPr>
        <p:spPr>
          <a:xfrm>
            <a:off x="497057" y="1637596"/>
            <a:ext cx="3528379" cy="64633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latin typeface="Abadi Extra Light" panose="020B0604020202020204" pitchFamily="34" charset="0"/>
              </a:rPr>
              <a:t>Primero </a:t>
            </a:r>
            <a:r>
              <a:rPr lang="en-US" sz="1800" dirty="0" err="1">
                <a:latin typeface="Abadi Extra Light" panose="020B0604020202020204" pitchFamily="34" charset="0"/>
              </a:rPr>
              <a:t>elegimos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el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servicio</a:t>
            </a:r>
            <a:r>
              <a:rPr lang="en-US" sz="1800" dirty="0">
                <a:latin typeface="Abadi Extra Light" panose="020B0604020202020204" pitchFamily="34" charset="0"/>
              </a:rPr>
              <a:t> al </a:t>
            </a:r>
            <a:r>
              <a:rPr lang="en-US" sz="1800" dirty="0" err="1">
                <a:latin typeface="Abadi Extra Light" panose="020B0604020202020204" pitchFamily="34" charset="0"/>
              </a:rPr>
              <a:t>cual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queremos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remitir</a:t>
            </a:r>
            <a:r>
              <a:rPr lang="en-US" sz="1800" dirty="0">
                <a:latin typeface="Abadi Extra Light" panose="020B0604020202020204" pitchFamily="34" charset="0"/>
              </a:rPr>
              <a:t> al </a:t>
            </a:r>
            <a:r>
              <a:rPr lang="en-US" sz="1800" dirty="0" err="1">
                <a:latin typeface="Abadi Extra Light" panose="020B0604020202020204" pitchFamily="34" charset="0"/>
              </a:rPr>
              <a:t>estudiante</a:t>
            </a:r>
            <a:endParaRPr lang="es-CO" sz="1800" dirty="0">
              <a:latin typeface="Abadi Extra Light" panose="020B0604020202020204" pitchFamily="34" charset="0"/>
            </a:endParaRP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4161C0FB-AA5C-4516-95E0-9D6E67C3A30C}"/>
              </a:ext>
            </a:extLst>
          </p:cNvPr>
          <p:cNvSpPr/>
          <p:nvPr/>
        </p:nvSpPr>
        <p:spPr>
          <a:xfrm>
            <a:off x="4700664" y="2808753"/>
            <a:ext cx="5567598" cy="412112"/>
          </a:xfrm>
          <a:prstGeom prst="roundRect">
            <a:avLst>
              <a:gd name="adj" fmla="val 6038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2BFD4699-A5AA-4ED6-D128-9014F34B60DE}"/>
              </a:ext>
            </a:extLst>
          </p:cNvPr>
          <p:cNvSpPr/>
          <p:nvPr/>
        </p:nvSpPr>
        <p:spPr>
          <a:xfrm>
            <a:off x="4700663" y="3220865"/>
            <a:ext cx="5567599" cy="414191"/>
          </a:xfrm>
          <a:prstGeom prst="roundRect">
            <a:avLst>
              <a:gd name="adj" fmla="val 6038"/>
            </a:avLst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2AF2CD9D-7D2D-32D5-CD93-0C9A0F30BADC}"/>
              </a:ext>
            </a:extLst>
          </p:cNvPr>
          <p:cNvCxnSpPr>
            <a:cxnSpLocks/>
            <a:stCxn id="5" idx="1"/>
            <a:endCxn id="4" idx="3"/>
          </p:cNvCxnSpPr>
          <p:nvPr/>
        </p:nvCxnSpPr>
        <p:spPr>
          <a:xfrm flipH="1" flipV="1">
            <a:off x="4025436" y="1960762"/>
            <a:ext cx="675228" cy="10540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4" name="CuadroTexto 23">
            <a:extLst>
              <a:ext uri="{FF2B5EF4-FFF2-40B4-BE49-F238E27FC236}">
                <a16:creationId xmlns:a16="http://schemas.microsoft.com/office/drawing/2014/main" id="{213440E0-5C47-03A1-1C8A-77BCAB180159}"/>
              </a:ext>
            </a:extLst>
          </p:cNvPr>
          <p:cNvSpPr txBox="1"/>
          <p:nvPr/>
        </p:nvSpPr>
        <p:spPr>
          <a:xfrm>
            <a:off x="6739883" y="4800521"/>
            <a:ext cx="3528379" cy="646331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800" dirty="0">
                <a:latin typeface="Abadi Extra Light"/>
              </a:rPr>
              <a:t>Para </a:t>
            </a:r>
            <a:r>
              <a:rPr lang="en-US" sz="1800" dirty="0" err="1">
                <a:latin typeface="Abadi Extra Light"/>
              </a:rPr>
              <a:t>finalizar</a:t>
            </a:r>
            <a:r>
              <a:rPr lang="en-US" sz="1800" dirty="0">
                <a:latin typeface="Abadi Extra Light"/>
              </a:rPr>
              <a:t> la </a:t>
            </a:r>
            <a:r>
              <a:rPr lang="en-US" sz="1800" dirty="0" err="1">
                <a:latin typeface="Abadi Extra Light"/>
              </a:rPr>
              <a:t>remisi</a:t>
            </a:r>
            <a:r>
              <a:rPr lang="es-MX" sz="1800" dirty="0" err="1">
                <a:latin typeface="Abadi Extra Light"/>
              </a:rPr>
              <a:t>ó</a:t>
            </a:r>
            <a:r>
              <a:rPr lang="en-US" sz="1800" dirty="0">
                <a:latin typeface="Abadi Extra Light"/>
              </a:rPr>
              <a:t>n que se </a:t>
            </a:r>
            <a:r>
              <a:rPr lang="en-US" sz="1800" dirty="0" err="1">
                <a:latin typeface="Abadi Extra Light"/>
              </a:rPr>
              <a:t>esta</a:t>
            </a:r>
            <a:r>
              <a:rPr lang="en-US" sz="1800" dirty="0">
                <a:latin typeface="Abadi Extra Light"/>
              </a:rPr>
              <a:t> </a:t>
            </a:r>
            <a:r>
              <a:rPr lang="en-US" sz="1800" dirty="0" err="1">
                <a:latin typeface="Abadi Extra Light"/>
              </a:rPr>
              <a:t>haciendo</a:t>
            </a:r>
            <a:r>
              <a:rPr lang="en-US" sz="1800" dirty="0">
                <a:latin typeface="Abadi Extra Light"/>
              </a:rPr>
              <a:t>, se da click </a:t>
            </a:r>
            <a:r>
              <a:rPr lang="en-US" sz="1800" dirty="0" err="1">
                <a:latin typeface="Abadi Extra Light"/>
              </a:rPr>
              <a:t>en</a:t>
            </a:r>
            <a:r>
              <a:rPr lang="en-US" sz="1800" dirty="0">
                <a:latin typeface="Abadi Extra Light"/>
              </a:rPr>
              <a:t> “Grabar </a:t>
            </a:r>
            <a:r>
              <a:rPr lang="en-US" sz="1800" dirty="0" err="1">
                <a:latin typeface="Abadi Extra Light"/>
              </a:rPr>
              <a:t>ruta</a:t>
            </a:r>
            <a:r>
              <a:rPr lang="en-US" sz="1800" dirty="0">
                <a:latin typeface="Abadi Extra Light"/>
              </a:rPr>
              <a:t>”</a:t>
            </a:r>
            <a:endParaRPr lang="es-CO" sz="1800" dirty="0">
              <a:latin typeface="Abadi Extra Light"/>
            </a:endParaRPr>
          </a:p>
        </p:txBody>
      </p: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A191AAF3-4FAB-7F7C-0234-234533AEBE1C}"/>
              </a:ext>
            </a:extLst>
          </p:cNvPr>
          <p:cNvCxnSpPr>
            <a:cxnSpLocks/>
            <a:endCxn id="24" idx="0"/>
          </p:cNvCxnSpPr>
          <p:nvPr/>
        </p:nvCxnSpPr>
        <p:spPr>
          <a:xfrm flipH="1">
            <a:off x="8504073" y="3841112"/>
            <a:ext cx="1135227" cy="9594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Rectángulo: esquinas redondeadas 28">
            <a:extLst>
              <a:ext uri="{FF2B5EF4-FFF2-40B4-BE49-F238E27FC236}">
                <a16:creationId xmlns:a16="http://schemas.microsoft.com/office/drawing/2014/main" id="{DD4E1CEF-B8A7-842F-D906-D64E1F0F806A}"/>
              </a:ext>
            </a:extLst>
          </p:cNvPr>
          <p:cNvSpPr/>
          <p:nvPr/>
        </p:nvSpPr>
        <p:spPr>
          <a:xfrm>
            <a:off x="9446953" y="3632977"/>
            <a:ext cx="756154" cy="259712"/>
          </a:xfrm>
          <a:prstGeom prst="roundRect">
            <a:avLst>
              <a:gd name="adj" fmla="val 6038"/>
            </a:avLst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615476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EB697BE-5316-7E2E-F72A-87EA0C6E92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354" y="1653217"/>
            <a:ext cx="9913540" cy="4794041"/>
          </a:xfrm>
          <a:prstGeom prst="rect">
            <a:avLst/>
          </a:prstGeom>
        </p:spPr>
      </p:pic>
      <p:sp>
        <p:nvSpPr>
          <p:cNvPr id="114" name="Google Shape;114;p17"/>
          <p:cNvSpPr txBox="1"/>
          <p:nvPr/>
        </p:nvSpPr>
        <p:spPr>
          <a:xfrm>
            <a:off x="225083" y="1042882"/>
            <a:ext cx="11086082" cy="552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400" b="1" dirty="0" err="1">
                <a:solidFill>
                  <a:schemeClr val="dk1"/>
                </a:solidFill>
              </a:rPr>
              <a:t>Servicio</a:t>
            </a:r>
            <a:r>
              <a:rPr lang="en-US" sz="2400" b="1" dirty="0">
                <a:solidFill>
                  <a:schemeClr val="dk1"/>
                </a:solidFill>
              </a:rPr>
              <a:t> </a:t>
            </a:r>
            <a:r>
              <a:rPr lang="en-US" sz="2400" b="1" dirty="0" err="1">
                <a:solidFill>
                  <a:schemeClr val="dk1"/>
                </a:solidFill>
              </a:rPr>
              <a:t>Caracterizaci</a:t>
            </a:r>
            <a:r>
              <a:rPr lang="es-MX" sz="2400" b="1" dirty="0" err="1">
                <a:solidFill>
                  <a:schemeClr val="dk1"/>
                </a:solidFill>
              </a:rPr>
              <a:t>ó</a:t>
            </a:r>
            <a:r>
              <a:rPr lang="en-US" sz="2400" b="1" dirty="0">
                <a:solidFill>
                  <a:schemeClr val="dk1"/>
                </a:solidFill>
              </a:rPr>
              <a:t>n (</a:t>
            </a:r>
            <a:r>
              <a:rPr lang="en-US" sz="2400" b="1" dirty="0" err="1">
                <a:solidFill>
                  <a:schemeClr val="dk1"/>
                </a:solidFill>
              </a:rPr>
              <a:t>Ruta</a:t>
            </a:r>
            <a:r>
              <a:rPr lang="en-US" sz="2400" b="1" dirty="0">
                <a:solidFill>
                  <a:schemeClr val="dk1"/>
                </a:solidFill>
              </a:rPr>
              <a:t> de </a:t>
            </a:r>
            <a:r>
              <a:rPr lang="en-US" sz="2400" b="1" dirty="0" err="1">
                <a:solidFill>
                  <a:schemeClr val="dk1"/>
                </a:solidFill>
              </a:rPr>
              <a:t>apoyo</a:t>
            </a:r>
            <a:r>
              <a:rPr lang="en-US" sz="2400" b="1" dirty="0">
                <a:solidFill>
                  <a:schemeClr val="dk1"/>
                </a:solidFill>
              </a:rPr>
              <a:t>)</a:t>
            </a:r>
            <a:endParaRPr sz="2400" dirty="0"/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F2AF2FE5-4D98-E496-D90A-ED1F65A76CAC}"/>
              </a:ext>
            </a:extLst>
          </p:cNvPr>
          <p:cNvSpPr/>
          <p:nvPr/>
        </p:nvSpPr>
        <p:spPr>
          <a:xfrm>
            <a:off x="4244031" y="2798406"/>
            <a:ext cx="5771213" cy="2503665"/>
          </a:xfrm>
          <a:prstGeom prst="roundRect">
            <a:avLst>
              <a:gd name="adj" fmla="val 603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49E64378-9A48-98C3-F127-837251C6457E}"/>
              </a:ext>
            </a:extLst>
          </p:cNvPr>
          <p:cNvSpPr txBox="1"/>
          <p:nvPr/>
        </p:nvSpPr>
        <p:spPr>
          <a:xfrm>
            <a:off x="225083" y="4549676"/>
            <a:ext cx="3528379" cy="2308324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latin typeface="Abadi Extra Light" panose="020B0604020202020204" pitchFamily="34" charset="0"/>
              </a:rPr>
              <a:t>Si </a:t>
            </a:r>
            <a:r>
              <a:rPr lang="en-US" sz="1800" dirty="0" err="1">
                <a:latin typeface="Abadi Extra Light" panose="020B0604020202020204" pitchFamily="34" charset="0"/>
              </a:rPr>
              <a:t>queremos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ver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todas</a:t>
            </a:r>
            <a:r>
              <a:rPr lang="en-US" sz="1800" dirty="0">
                <a:latin typeface="Abadi Extra Light" panose="020B0604020202020204" pitchFamily="34" charset="0"/>
              </a:rPr>
              <a:t> las </a:t>
            </a:r>
            <a:r>
              <a:rPr lang="en-US" sz="1800" dirty="0" err="1">
                <a:latin typeface="Abadi Extra Light" panose="020B0604020202020204" pitchFamily="34" charset="0"/>
              </a:rPr>
              <a:t>remisiones</a:t>
            </a:r>
            <a:r>
              <a:rPr lang="en-US" sz="1800" dirty="0">
                <a:latin typeface="Abadi Extra Light" panose="020B0604020202020204" pitchFamily="34" charset="0"/>
              </a:rPr>
              <a:t> con sus </a:t>
            </a:r>
            <a:r>
              <a:rPr lang="en-US" sz="1800" dirty="0" err="1">
                <a:latin typeface="Abadi Extra Light" panose="020B0604020202020204" pitchFamily="34" charset="0"/>
              </a:rPr>
              <a:t>respectivos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motivos</a:t>
            </a:r>
            <a:r>
              <a:rPr lang="en-US" sz="1800" dirty="0">
                <a:latin typeface="Abadi Extra Light" panose="020B0604020202020204" pitchFamily="34" charset="0"/>
              </a:rPr>
              <a:t> de </a:t>
            </a:r>
            <a:r>
              <a:rPr lang="en-US" sz="1800" dirty="0" err="1">
                <a:latin typeface="Abadi Extra Light" panose="020B0604020202020204" pitchFamily="34" charset="0"/>
              </a:rPr>
              <a:t>remisi</a:t>
            </a:r>
            <a:r>
              <a:rPr lang="es-MX" sz="1800" dirty="0" err="1">
                <a:latin typeface="Abadi Extra Light" panose="020B0604020202020204" pitchFamily="34" charset="0"/>
              </a:rPr>
              <a:t>ó</a:t>
            </a:r>
            <a:r>
              <a:rPr lang="en-US" sz="1800" dirty="0">
                <a:latin typeface="Abadi Extra Light" panose="020B0604020202020204" pitchFamily="34" charset="0"/>
              </a:rPr>
              <a:t>n, </a:t>
            </a:r>
            <a:r>
              <a:rPr lang="en-US" sz="1800" dirty="0" err="1">
                <a:latin typeface="Abadi Extra Light" panose="020B0604020202020204" pitchFamily="34" charset="0"/>
              </a:rPr>
              <a:t>damos</a:t>
            </a:r>
            <a:r>
              <a:rPr lang="en-US" sz="1800" dirty="0">
                <a:latin typeface="Abadi Extra Light" panose="020B0604020202020204" pitchFamily="34" charset="0"/>
              </a:rPr>
              <a:t> click </a:t>
            </a:r>
            <a:r>
              <a:rPr lang="en-US" sz="1800" dirty="0" err="1">
                <a:latin typeface="Abadi Extra Light" panose="020B0604020202020204" pitchFamily="34" charset="0"/>
              </a:rPr>
              <a:t>en</a:t>
            </a:r>
            <a:r>
              <a:rPr lang="en-US" sz="1800" dirty="0">
                <a:latin typeface="Abadi Extra Light" panose="020B0604020202020204" pitchFamily="34" charset="0"/>
              </a:rPr>
              <a:t> “</a:t>
            </a:r>
            <a:r>
              <a:rPr lang="en-US" sz="1800" dirty="0" err="1">
                <a:latin typeface="Abadi Extra Light" panose="020B0604020202020204" pitchFamily="34" charset="0"/>
              </a:rPr>
              <a:t>Detalle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ruta</a:t>
            </a:r>
            <a:r>
              <a:rPr lang="en-US" sz="1800" dirty="0">
                <a:latin typeface="Abadi Extra Light" panose="020B0604020202020204" pitchFamily="34" charset="0"/>
              </a:rPr>
              <a:t> de </a:t>
            </a:r>
            <a:r>
              <a:rPr lang="en-US" sz="1800" dirty="0" err="1">
                <a:latin typeface="Abadi Extra Light" panose="020B0604020202020204" pitchFamily="34" charset="0"/>
              </a:rPr>
              <a:t>apoyo</a:t>
            </a:r>
            <a:r>
              <a:rPr lang="en-US" sz="1800" dirty="0">
                <a:latin typeface="Abadi Extra Light" panose="020B0604020202020204" pitchFamily="34" charset="0"/>
              </a:rPr>
              <a:t>”, y se </a:t>
            </a:r>
            <a:r>
              <a:rPr lang="en-US" sz="1800" dirty="0" err="1">
                <a:latin typeface="Abadi Extra Light" panose="020B0604020202020204" pitchFamily="34" charset="0"/>
              </a:rPr>
              <a:t>nos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desplegaran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todas</a:t>
            </a:r>
            <a:r>
              <a:rPr lang="en-US" sz="1800" dirty="0">
                <a:latin typeface="Abadi Extra Light" panose="020B0604020202020204" pitchFamily="34" charset="0"/>
              </a:rPr>
              <a:t> las </a:t>
            </a:r>
            <a:r>
              <a:rPr lang="en-US" sz="1800" dirty="0" err="1">
                <a:latin typeface="Abadi Extra Light" panose="020B0604020202020204" pitchFamily="34" charset="0"/>
              </a:rPr>
              <a:t>remisiones</a:t>
            </a:r>
            <a:r>
              <a:rPr lang="en-US" sz="1800" dirty="0">
                <a:latin typeface="Abadi Extra Light" panose="020B0604020202020204" pitchFamily="34" charset="0"/>
              </a:rPr>
              <a:t> con </a:t>
            </a:r>
            <a:r>
              <a:rPr lang="en-US" sz="1800" dirty="0" err="1">
                <a:latin typeface="Abadi Extra Light" panose="020B0604020202020204" pitchFamily="34" charset="0"/>
              </a:rPr>
              <a:t>su</a:t>
            </a:r>
            <a:r>
              <a:rPr lang="en-US" sz="1800" dirty="0">
                <a:latin typeface="Abadi Extra Light" panose="020B0604020202020204" pitchFamily="34" charset="0"/>
              </a:rPr>
              <a:t> motive </a:t>
            </a:r>
            <a:r>
              <a:rPr lang="en-US" sz="1800" dirty="0" err="1">
                <a:latin typeface="Abadi Extra Light" panose="020B0604020202020204" pitchFamily="34" charset="0"/>
              </a:rPr>
              <a:t>elegido</a:t>
            </a:r>
            <a:r>
              <a:rPr lang="en-US" sz="1800" dirty="0">
                <a:latin typeface="Abadi Extra Light" panose="020B0604020202020204" pitchFamily="34" charset="0"/>
              </a:rPr>
              <a:t> y </a:t>
            </a:r>
            <a:r>
              <a:rPr lang="en-US" sz="1800" dirty="0" err="1">
                <a:latin typeface="Abadi Extra Light" panose="020B0604020202020204" pitchFamily="34" charset="0"/>
              </a:rPr>
              <a:t>una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acción</a:t>
            </a:r>
            <a:r>
              <a:rPr lang="en-US" sz="1800" dirty="0">
                <a:latin typeface="Abadi Extra Light" panose="020B0604020202020204" pitchFamily="34" charset="0"/>
              </a:rPr>
              <a:t> para </a:t>
            </a:r>
            <a:r>
              <a:rPr lang="en-US" sz="1800" dirty="0" err="1">
                <a:latin typeface="Abadi Extra Light" panose="020B0604020202020204" pitchFamily="34" charset="0"/>
              </a:rPr>
              <a:t>eleminar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el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motivo</a:t>
            </a:r>
            <a:r>
              <a:rPr lang="en-US" sz="1800" dirty="0">
                <a:latin typeface="Abadi Extra Light" panose="020B0604020202020204" pitchFamily="34" charset="0"/>
              </a:rPr>
              <a:t> que </a:t>
            </a:r>
            <a:r>
              <a:rPr lang="en-US" sz="1800" dirty="0" err="1">
                <a:latin typeface="Abadi Extra Light" panose="020B0604020202020204" pitchFamily="34" charset="0"/>
              </a:rPr>
              <a:t>seleccionamos</a:t>
            </a:r>
            <a:r>
              <a:rPr lang="en-US" sz="1800" dirty="0">
                <a:latin typeface="Abadi Extra Light" panose="020B0604020202020204" pitchFamily="34" charset="0"/>
              </a:rPr>
              <a:t> y </a:t>
            </a:r>
            <a:r>
              <a:rPr lang="en-US" sz="1800" dirty="0" err="1">
                <a:latin typeface="Abadi Extra Light" panose="020B0604020202020204" pitchFamily="34" charset="0"/>
              </a:rPr>
              <a:t>guardamos</a:t>
            </a:r>
            <a:endParaRPr lang="es-CO" sz="1800" dirty="0">
              <a:latin typeface="Abadi Extra Light" panose="020B0604020202020204" pitchFamily="34" charset="0"/>
            </a:endParaRPr>
          </a:p>
        </p:txBody>
      </p: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8B01BF70-D69C-8BCF-AA72-82E470664175}"/>
              </a:ext>
            </a:extLst>
          </p:cNvPr>
          <p:cNvCxnSpPr>
            <a:cxnSpLocks/>
            <a:stCxn id="6" idx="1"/>
            <a:endCxn id="23" idx="0"/>
          </p:cNvCxnSpPr>
          <p:nvPr/>
        </p:nvCxnSpPr>
        <p:spPr>
          <a:xfrm flipH="1" flipV="1">
            <a:off x="1989273" y="4549676"/>
            <a:ext cx="2350460" cy="5869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F05D7323-9196-4D9D-85F2-65BD36D09EB4}"/>
              </a:ext>
            </a:extLst>
          </p:cNvPr>
          <p:cNvSpPr txBox="1"/>
          <p:nvPr/>
        </p:nvSpPr>
        <p:spPr>
          <a:xfrm>
            <a:off x="514270" y="1613454"/>
            <a:ext cx="3528379" cy="147732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latin typeface="Abadi Extra Light" panose="020B0604020202020204" pitchFamily="34" charset="0"/>
              </a:rPr>
              <a:t>Una </a:t>
            </a:r>
            <a:r>
              <a:rPr lang="en-US" sz="1800" dirty="0" err="1">
                <a:latin typeface="Abadi Extra Light" panose="020B0604020202020204" pitchFamily="34" charset="0"/>
              </a:rPr>
              <a:t>vez</a:t>
            </a:r>
            <a:r>
              <a:rPr lang="en-US" sz="1800" dirty="0">
                <a:latin typeface="Abadi Extra Light" panose="020B0604020202020204" pitchFamily="34" charset="0"/>
              </a:rPr>
              <a:t>, </a:t>
            </a:r>
            <a:r>
              <a:rPr lang="en-US" sz="1800" dirty="0" err="1">
                <a:latin typeface="Abadi Extra Light" panose="020B0604020202020204" pitchFamily="34" charset="0"/>
              </a:rPr>
              <a:t>grabamos</a:t>
            </a:r>
            <a:r>
              <a:rPr lang="en-US" sz="1800" dirty="0">
                <a:latin typeface="Abadi Extra Light" panose="020B0604020202020204" pitchFamily="34" charset="0"/>
              </a:rPr>
              <a:t> la </a:t>
            </a:r>
            <a:r>
              <a:rPr lang="en-US" sz="1800" dirty="0" err="1">
                <a:latin typeface="Abadi Extra Light" panose="020B0604020202020204" pitchFamily="34" charset="0"/>
              </a:rPr>
              <a:t>ruta</a:t>
            </a:r>
            <a:r>
              <a:rPr lang="en-US" sz="1800" dirty="0">
                <a:latin typeface="Abadi Extra Light" panose="020B0604020202020204" pitchFamily="34" charset="0"/>
              </a:rPr>
              <a:t> de </a:t>
            </a:r>
            <a:r>
              <a:rPr lang="en-US" sz="1800" dirty="0" err="1">
                <a:latin typeface="Abadi Extra Light" panose="020B0604020202020204" pitchFamily="34" charset="0"/>
              </a:rPr>
              <a:t>apoyo</a:t>
            </a:r>
            <a:r>
              <a:rPr lang="en-US" sz="1800" dirty="0">
                <a:latin typeface="Abadi Extra Light" panose="020B0604020202020204" pitchFamily="34" charset="0"/>
              </a:rPr>
              <a:t>, </a:t>
            </a:r>
            <a:r>
              <a:rPr lang="en-US" sz="1800" dirty="0" err="1">
                <a:latin typeface="Abadi Extra Light" panose="020B0604020202020204" pitchFamily="34" charset="0"/>
              </a:rPr>
              <a:t>nos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saldra</a:t>
            </a:r>
            <a:r>
              <a:rPr lang="en-US" sz="1800" dirty="0">
                <a:latin typeface="Abadi Extra Light" panose="020B0604020202020204" pitchFamily="34" charset="0"/>
              </a:rPr>
              <a:t> un </a:t>
            </a:r>
            <a:r>
              <a:rPr lang="en-US" sz="1800" dirty="0" err="1">
                <a:latin typeface="Abadi Extra Light" panose="020B0604020202020204" pitchFamily="34" charset="0"/>
              </a:rPr>
              <a:t>mensaje</a:t>
            </a:r>
            <a:r>
              <a:rPr lang="en-US" sz="1800" dirty="0">
                <a:latin typeface="Abadi Extra Light" panose="020B0604020202020204" pitchFamily="34" charset="0"/>
              </a:rPr>
              <a:t> de </a:t>
            </a:r>
            <a:r>
              <a:rPr lang="en-US" sz="1800" dirty="0" err="1">
                <a:latin typeface="Abadi Extra Light" panose="020B0604020202020204" pitchFamily="34" charset="0"/>
              </a:rPr>
              <a:t>confirmacion</a:t>
            </a:r>
            <a:r>
              <a:rPr lang="en-US" sz="1800" dirty="0">
                <a:latin typeface="Abadi Extra Light" panose="020B0604020202020204" pitchFamily="34" charset="0"/>
              </a:rPr>
              <a:t>, para </a:t>
            </a:r>
            <a:r>
              <a:rPr lang="en-US" sz="1800" dirty="0" err="1">
                <a:latin typeface="Abadi Extra Light" panose="020B0604020202020204" pitchFamily="34" charset="0"/>
              </a:rPr>
              <a:t>asegurarnos</a:t>
            </a:r>
            <a:r>
              <a:rPr lang="en-US" sz="1800" dirty="0">
                <a:latin typeface="Abadi Extra Light" panose="020B0604020202020204" pitchFamily="34" charset="0"/>
              </a:rPr>
              <a:t> que </a:t>
            </a:r>
            <a:r>
              <a:rPr lang="en-US" sz="1800" dirty="0" err="1">
                <a:latin typeface="Abadi Extra Light" panose="020B0604020202020204" pitchFamily="34" charset="0"/>
              </a:rPr>
              <a:t>guardamos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exitosamento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nuestra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remisi</a:t>
            </a:r>
            <a:r>
              <a:rPr lang="es-MX" sz="1800" dirty="0" err="1">
                <a:latin typeface="Abadi Extra Light" panose="020B0604020202020204" pitchFamily="34" charset="0"/>
              </a:rPr>
              <a:t>ó</a:t>
            </a:r>
            <a:r>
              <a:rPr lang="en-US" sz="1800" dirty="0">
                <a:latin typeface="Abadi Extra Light" panose="020B0604020202020204" pitchFamily="34" charset="0"/>
              </a:rPr>
              <a:t>n</a:t>
            </a:r>
            <a:endParaRPr lang="es-CO" sz="1800" dirty="0">
              <a:latin typeface="Abadi Extra Light" panose="020B0604020202020204" pitchFamily="34" charset="0"/>
            </a:endParaRP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4161C0FB-AA5C-4516-95E0-9D6E67C3A30C}"/>
              </a:ext>
            </a:extLst>
          </p:cNvPr>
          <p:cNvSpPr/>
          <p:nvPr/>
        </p:nvSpPr>
        <p:spPr>
          <a:xfrm>
            <a:off x="8928859" y="1555929"/>
            <a:ext cx="1796036" cy="646331"/>
          </a:xfrm>
          <a:prstGeom prst="roundRect">
            <a:avLst>
              <a:gd name="adj" fmla="val 6038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2BFD4699-A5AA-4ED6-D128-9014F34B60DE}"/>
              </a:ext>
            </a:extLst>
          </p:cNvPr>
          <p:cNvSpPr/>
          <p:nvPr/>
        </p:nvSpPr>
        <p:spPr>
          <a:xfrm>
            <a:off x="4339733" y="3971004"/>
            <a:ext cx="5567599" cy="1274726"/>
          </a:xfrm>
          <a:prstGeom prst="roundRect">
            <a:avLst>
              <a:gd name="adj" fmla="val 6038"/>
            </a:avLst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2AF2CD9D-7D2D-32D5-CD93-0C9A0F30BADC}"/>
              </a:ext>
            </a:extLst>
          </p:cNvPr>
          <p:cNvCxnSpPr>
            <a:cxnSpLocks/>
            <a:stCxn id="5" idx="1"/>
            <a:endCxn id="4" idx="3"/>
          </p:cNvCxnSpPr>
          <p:nvPr/>
        </p:nvCxnSpPr>
        <p:spPr>
          <a:xfrm flipH="1">
            <a:off x="4042649" y="1879095"/>
            <a:ext cx="4886210" cy="47302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51214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CE0D755D-918D-14B8-1C87-CEAF9222A0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934" y="1595814"/>
            <a:ext cx="9842132" cy="4772409"/>
          </a:xfrm>
          <a:prstGeom prst="rect">
            <a:avLst/>
          </a:prstGeom>
        </p:spPr>
      </p:pic>
      <p:sp>
        <p:nvSpPr>
          <p:cNvPr id="114" name="Google Shape;114;p17"/>
          <p:cNvSpPr txBox="1"/>
          <p:nvPr/>
        </p:nvSpPr>
        <p:spPr>
          <a:xfrm>
            <a:off x="225083" y="1042882"/>
            <a:ext cx="11086082" cy="552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400" b="1" dirty="0">
                <a:solidFill>
                  <a:schemeClr val="dk1"/>
                </a:solidFill>
              </a:rPr>
              <a:t>Datos Academicos - (</a:t>
            </a:r>
            <a:r>
              <a:rPr lang="en-US" sz="2400" b="1" dirty="0" err="1">
                <a:solidFill>
                  <a:schemeClr val="dk1"/>
                </a:solidFill>
              </a:rPr>
              <a:t>Matr</a:t>
            </a:r>
            <a:r>
              <a:rPr lang="es-MX" sz="2400" b="1" dirty="0">
                <a:solidFill>
                  <a:schemeClr val="dk1"/>
                </a:solidFill>
              </a:rPr>
              <a:t>í</a:t>
            </a:r>
            <a:r>
              <a:rPr lang="en-US" sz="2400" b="1" dirty="0" err="1">
                <a:solidFill>
                  <a:schemeClr val="dk1"/>
                </a:solidFill>
              </a:rPr>
              <a:t>cula</a:t>
            </a:r>
            <a:r>
              <a:rPr lang="en-US" sz="2400" b="1" dirty="0">
                <a:solidFill>
                  <a:schemeClr val="dk1"/>
                </a:solidFill>
              </a:rPr>
              <a:t>)</a:t>
            </a:r>
            <a:endParaRPr sz="2400" dirty="0"/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F2AF2FE5-4D98-E496-D90A-ED1F65A76CAC}"/>
              </a:ext>
            </a:extLst>
          </p:cNvPr>
          <p:cNvSpPr/>
          <p:nvPr/>
        </p:nvSpPr>
        <p:spPr>
          <a:xfrm>
            <a:off x="4436049" y="2534346"/>
            <a:ext cx="3285552" cy="2981083"/>
          </a:xfrm>
          <a:prstGeom prst="roundRect">
            <a:avLst>
              <a:gd name="adj" fmla="val 6038"/>
            </a:avLst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49E64378-9A48-98C3-F127-837251C6457E}"/>
              </a:ext>
            </a:extLst>
          </p:cNvPr>
          <p:cNvSpPr txBox="1"/>
          <p:nvPr/>
        </p:nvSpPr>
        <p:spPr>
          <a:xfrm>
            <a:off x="225083" y="4499766"/>
            <a:ext cx="3528379" cy="2031325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latin typeface="Abadi Extra Light" panose="020B0604020202020204" pitchFamily="34" charset="0"/>
              </a:rPr>
              <a:t>Si </a:t>
            </a:r>
            <a:r>
              <a:rPr lang="en-US" sz="1800" dirty="0" err="1">
                <a:latin typeface="Abadi Extra Light" panose="020B0604020202020204" pitchFamily="34" charset="0"/>
              </a:rPr>
              <a:t>ya</a:t>
            </a:r>
            <a:r>
              <a:rPr lang="en-US" sz="1800" dirty="0">
                <a:latin typeface="Abadi Extra Light" panose="020B0604020202020204" pitchFamily="34" charset="0"/>
              </a:rPr>
              <a:t> ha </a:t>
            </a:r>
            <a:r>
              <a:rPr lang="en-US" sz="1800" dirty="0" err="1">
                <a:latin typeface="Abadi Extra Light" panose="020B0604020202020204" pitchFamily="34" charset="0"/>
              </a:rPr>
              <a:t>diligenciado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alguno</a:t>
            </a:r>
            <a:r>
              <a:rPr lang="en-US" sz="1800" dirty="0">
                <a:latin typeface="Abadi Extra Light" panose="020B0604020202020204" pitchFamily="34" charset="0"/>
              </a:rPr>
              <a:t> de </a:t>
            </a:r>
            <a:r>
              <a:rPr lang="en-US" sz="1800" dirty="0" err="1">
                <a:latin typeface="Abadi Extra Light" panose="020B0604020202020204" pitchFamily="34" charset="0"/>
              </a:rPr>
              <a:t>los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campos</a:t>
            </a:r>
            <a:r>
              <a:rPr lang="en-US" sz="1800" dirty="0">
                <a:latin typeface="Abadi Extra Light" panose="020B0604020202020204" pitchFamily="34" charset="0"/>
              </a:rPr>
              <a:t> del </a:t>
            </a:r>
            <a:r>
              <a:rPr lang="en-US" sz="1800" dirty="0" err="1">
                <a:latin typeface="Abadi Extra Light" panose="020B0604020202020204" pitchFamily="34" charset="0"/>
              </a:rPr>
              <a:t>servicio</a:t>
            </a:r>
            <a:r>
              <a:rPr lang="en-US" sz="1800" dirty="0">
                <a:latin typeface="Abadi Extra Light" panose="020B0604020202020204" pitchFamily="34" charset="0"/>
              </a:rPr>
              <a:t> que </a:t>
            </a:r>
            <a:r>
              <a:rPr lang="en-US" sz="1800" dirty="0" err="1">
                <a:latin typeface="Abadi Extra Light" panose="020B0604020202020204" pitchFamily="34" charset="0"/>
              </a:rPr>
              <a:t>escogio</a:t>
            </a:r>
            <a:r>
              <a:rPr lang="en-US" sz="1800" dirty="0">
                <a:latin typeface="Abadi Extra Light" panose="020B0604020202020204" pitchFamily="34" charset="0"/>
              </a:rPr>
              <a:t>, y </a:t>
            </a:r>
            <a:r>
              <a:rPr lang="en-US" sz="1800" dirty="0" err="1">
                <a:latin typeface="Abadi Extra Light" panose="020B0604020202020204" pitchFamily="34" charset="0"/>
              </a:rPr>
              <a:t>intenta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salir</a:t>
            </a:r>
            <a:r>
              <a:rPr lang="en-US" sz="1800" dirty="0">
                <a:latin typeface="Abadi Extra Light" panose="020B0604020202020204" pitchFamily="34" charset="0"/>
              </a:rPr>
              <a:t> del </a:t>
            </a:r>
            <a:r>
              <a:rPr lang="en-US" sz="1800" dirty="0" err="1">
                <a:latin typeface="Abadi Extra Light" panose="020B0604020202020204" pitchFamily="34" charset="0"/>
              </a:rPr>
              <a:t>servicio</a:t>
            </a:r>
            <a:r>
              <a:rPr lang="en-US" sz="1800" dirty="0">
                <a:latin typeface="Abadi Extra Light" panose="020B0604020202020204" pitchFamily="34" charset="0"/>
              </a:rPr>
              <a:t> sin </a:t>
            </a:r>
            <a:r>
              <a:rPr lang="en-US" sz="1800" dirty="0" err="1">
                <a:latin typeface="Abadi Extra Light" panose="020B0604020202020204" pitchFamily="34" charset="0"/>
              </a:rPr>
              <a:t>guardarlo</a:t>
            </a:r>
            <a:r>
              <a:rPr lang="en-US" sz="1800" dirty="0">
                <a:latin typeface="Abadi Extra Light" panose="020B0604020202020204" pitchFamily="34" charset="0"/>
              </a:rPr>
              <a:t>,  </a:t>
            </a:r>
            <a:r>
              <a:rPr lang="en-US" sz="1800" dirty="0" err="1">
                <a:latin typeface="Abadi Extra Light" panose="020B0604020202020204" pitchFamily="34" charset="0"/>
              </a:rPr>
              <a:t>entonces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aparecera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este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recuador</a:t>
            </a:r>
            <a:r>
              <a:rPr lang="en-US" sz="1800" dirty="0">
                <a:latin typeface="Abadi Extra Light" panose="020B0604020202020204" pitchFamily="34" charset="0"/>
              </a:rPr>
              <a:t> de </a:t>
            </a:r>
            <a:r>
              <a:rPr lang="en-US" sz="1800" dirty="0" err="1">
                <a:latin typeface="Abadi Extra Light" panose="020B0604020202020204" pitchFamily="34" charset="0"/>
              </a:rPr>
              <a:t>confirmacion</a:t>
            </a:r>
            <a:r>
              <a:rPr lang="en-US" sz="1800" dirty="0">
                <a:latin typeface="Abadi Extra Light" panose="020B0604020202020204" pitchFamily="34" charset="0"/>
              </a:rPr>
              <a:t>, </a:t>
            </a:r>
            <a:r>
              <a:rPr lang="en-US" sz="1800" dirty="0" err="1">
                <a:latin typeface="Abadi Extra Light" panose="020B0604020202020204" pitchFamily="34" charset="0"/>
              </a:rPr>
              <a:t>en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donde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puede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elegir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si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continuar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el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servicio</a:t>
            </a:r>
            <a:r>
              <a:rPr lang="en-US" sz="1800" dirty="0">
                <a:latin typeface="Abadi Extra Light" panose="020B0604020202020204" pitchFamily="34" charset="0"/>
              </a:rPr>
              <a:t> o </a:t>
            </a:r>
            <a:r>
              <a:rPr lang="en-US" sz="1800" dirty="0" err="1">
                <a:latin typeface="Abadi Extra Light" panose="020B0604020202020204" pitchFamily="34" charset="0"/>
              </a:rPr>
              <a:t>perder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el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progreso</a:t>
            </a:r>
            <a:r>
              <a:rPr lang="en-US" sz="1800" dirty="0">
                <a:latin typeface="Abadi Extra Light" panose="020B0604020202020204" pitchFamily="34" charset="0"/>
              </a:rPr>
              <a:t> que </a:t>
            </a:r>
            <a:r>
              <a:rPr lang="en-US" sz="1800" dirty="0" err="1">
                <a:latin typeface="Abadi Extra Light" panose="020B0604020202020204" pitchFamily="34" charset="0"/>
              </a:rPr>
              <a:t>han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hecho</a:t>
            </a:r>
            <a:endParaRPr lang="es-CO" sz="1800" dirty="0">
              <a:latin typeface="Abadi Extra Light" panose="020B0604020202020204" pitchFamily="34" charset="0"/>
            </a:endParaRPr>
          </a:p>
        </p:txBody>
      </p: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8B01BF70-D69C-8BCF-AA72-82E470664175}"/>
              </a:ext>
            </a:extLst>
          </p:cNvPr>
          <p:cNvCxnSpPr>
            <a:cxnSpLocks/>
            <a:stCxn id="18" idx="1"/>
            <a:endCxn id="23" idx="0"/>
          </p:cNvCxnSpPr>
          <p:nvPr/>
        </p:nvCxnSpPr>
        <p:spPr>
          <a:xfrm flipH="1">
            <a:off x="1989273" y="4024888"/>
            <a:ext cx="2446776" cy="4748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6313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1A74AFE-F09F-5C33-CA17-C33E22A1FC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546" y="1565436"/>
            <a:ext cx="10311619" cy="4986547"/>
          </a:xfrm>
          <a:prstGeom prst="rect">
            <a:avLst/>
          </a:prstGeom>
        </p:spPr>
      </p:pic>
      <p:sp>
        <p:nvSpPr>
          <p:cNvPr id="114" name="Google Shape;114;p17"/>
          <p:cNvSpPr txBox="1"/>
          <p:nvPr/>
        </p:nvSpPr>
        <p:spPr>
          <a:xfrm>
            <a:off x="225083" y="1042882"/>
            <a:ext cx="11086082" cy="552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400" b="1" dirty="0">
                <a:solidFill>
                  <a:schemeClr val="dk1"/>
                </a:solidFill>
              </a:rPr>
              <a:t>Datos Academicos - (</a:t>
            </a:r>
            <a:r>
              <a:rPr lang="en-US" sz="2400" b="1" dirty="0" err="1">
                <a:solidFill>
                  <a:schemeClr val="dk1"/>
                </a:solidFill>
              </a:rPr>
              <a:t>Matr</a:t>
            </a:r>
            <a:r>
              <a:rPr lang="es-MX" sz="2400" b="1" dirty="0">
                <a:solidFill>
                  <a:schemeClr val="dk1"/>
                </a:solidFill>
              </a:rPr>
              <a:t>í</a:t>
            </a:r>
            <a:r>
              <a:rPr lang="en-US" sz="2400" b="1" dirty="0" err="1">
                <a:solidFill>
                  <a:schemeClr val="dk1"/>
                </a:solidFill>
              </a:rPr>
              <a:t>cula</a:t>
            </a:r>
            <a:r>
              <a:rPr lang="en-US" sz="2400" b="1" dirty="0">
                <a:solidFill>
                  <a:schemeClr val="dk1"/>
                </a:solidFill>
              </a:rPr>
              <a:t>)</a:t>
            </a:r>
            <a:endParaRPr sz="2400" dirty="0"/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F2AF2FE5-4D98-E496-D90A-ED1F65A76CAC}"/>
              </a:ext>
            </a:extLst>
          </p:cNvPr>
          <p:cNvSpPr/>
          <p:nvPr/>
        </p:nvSpPr>
        <p:spPr>
          <a:xfrm>
            <a:off x="4436048" y="2534346"/>
            <a:ext cx="6072517" cy="4218146"/>
          </a:xfrm>
          <a:prstGeom prst="roundRect">
            <a:avLst>
              <a:gd name="adj" fmla="val 603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49E64378-9A48-98C3-F127-837251C6457E}"/>
              </a:ext>
            </a:extLst>
          </p:cNvPr>
          <p:cNvSpPr txBox="1"/>
          <p:nvPr/>
        </p:nvSpPr>
        <p:spPr>
          <a:xfrm>
            <a:off x="360595" y="3824438"/>
            <a:ext cx="3528379" cy="1477328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800" dirty="0" err="1">
                <a:latin typeface="Abadi Extra Light" panose="020B0604020202020204" pitchFamily="34" charset="0"/>
              </a:rPr>
              <a:t>Esta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secci</a:t>
            </a:r>
            <a:r>
              <a:rPr lang="es-MX" sz="1800" dirty="0" err="1">
                <a:latin typeface="Abadi Extra Light" panose="020B0604020202020204" pitchFamily="34" charset="0"/>
              </a:rPr>
              <a:t>ó</a:t>
            </a:r>
            <a:r>
              <a:rPr lang="en-US" sz="1800" dirty="0">
                <a:latin typeface="Abadi Extra Light" panose="020B0604020202020204" pitchFamily="34" charset="0"/>
              </a:rPr>
              <a:t>n de la </a:t>
            </a:r>
            <a:r>
              <a:rPr lang="en-US" sz="1800" dirty="0" err="1">
                <a:latin typeface="Abadi Extra Light" panose="020B0604020202020204" pitchFamily="34" charset="0"/>
              </a:rPr>
              <a:t>pagina</a:t>
            </a:r>
            <a:r>
              <a:rPr lang="en-US" sz="1800" dirty="0">
                <a:latin typeface="Abadi Extra Light" panose="020B0604020202020204" pitchFamily="34" charset="0"/>
              </a:rPr>
              <a:t> se </a:t>
            </a:r>
            <a:r>
              <a:rPr lang="en-US" sz="1800" dirty="0" err="1">
                <a:latin typeface="Abadi Extra Light" panose="020B0604020202020204" pitchFamily="34" charset="0"/>
              </a:rPr>
              <a:t>compone</a:t>
            </a:r>
            <a:r>
              <a:rPr lang="en-US" sz="1800" dirty="0">
                <a:latin typeface="Abadi Extra Light" panose="020B0604020202020204" pitchFamily="34" charset="0"/>
              </a:rPr>
              <a:t> de 3 </a:t>
            </a:r>
            <a:r>
              <a:rPr lang="en-US" sz="1800" dirty="0" err="1">
                <a:latin typeface="Abadi Extra Light" panose="020B0604020202020204" pitchFamily="34" charset="0"/>
              </a:rPr>
              <a:t>apartados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internos</a:t>
            </a:r>
            <a:r>
              <a:rPr lang="en-US" sz="1800" dirty="0">
                <a:latin typeface="Abadi Extra Light" panose="020B0604020202020204" pitchFamily="34" charset="0"/>
              </a:rPr>
              <a:t>, </a:t>
            </a:r>
            <a:r>
              <a:rPr lang="en-US" sz="1800" dirty="0" err="1">
                <a:latin typeface="Abadi Extra Light" panose="020B0604020202020204" pitchFamily="34" charset="0"/>
              </a:rPr>
              <a:t>los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cuales</a:t>
            </a:r>
            <a:r>
              <a:rPr lang="en-US" sz="1800" dirty="0">
                <a:latin typeface="Abadi Extra Light" panose="020B0604020202020204" pitchFamily="34" charset="0"/>
              </a:rPr>
              <a:t> son:</a:t>
            </a:r>
          </a:p>
          <a:p>
            <a:pPr algn="ctr"/>
            <a:r>
              <a:rPr lang="en-US" sz="1800" dirty="0" err="1">
                <a:latin typeface="Abadi Extra Light" panose="020B0604020202020204" pitchFamily="34" charset="0"/>
              </a:rPr>
              <a:t>Matr</a:t>
            </a:r>
            <a:r>
              <a:rPr lang="es-MX" sz="1800" dirty="0">
                <a:latin typeface="Abadi Extra Light" panose="020B0604020202020204" pitchFamily="34" charset="0"/>
              </a:rPr>
              <a:t>í</a:t>
            </a:r>
            <a:r>
              <a:rPr lang="en-US" sz="1800" dirty="0" err="1">
                <a:latin typeface="Abadi Extra Light" panose="020B0604020202020204" pitchFamily="34" charset="0"/>
              </a:rPr>
              <a:t>cula</a:t>
            </a:r>
            <a:r>
              <a:rPr lang="en-US" sz="1800" dirty="0">
                <a:latin typeface="Abadi Extra Light" panose="020B0604020202020204" pitchFamily="34" charset="0"/>
              </a:rPr>
              <a:t>, </a:t>
            </a:r>
            <a:r>
              <a:rPr lang="en-US" sz="1800" dirty="0" err="1">
                <a:latin typeface="Abadi Extra Light" panose="020B0604020202020204" pitchFamily="34" charset="0"/>
              </a:rPr>
              <a:t>calficaciones</a:t>
            </a:r>
            <a:r>
              <a:rPr lang="en-US" sz="1800" dirty="0">
                <a:latin typeface="Abadi Extra Light" panose="020B0604020202020204" pitchFamily="34" charset="0"/>
              </a:rPr>
              <a:t> y </a:t>
            </a:r>
            <a:r>
              <a:rPr lang="en-US" sz="1800" dirty="0" err="1">
                <a:latin typeface="Abadi Extra Light" panose="020B0604020202020204" pitchFamily="34" charset="0"/>
              </a:rPr>
              <a:t>resultados</a:t>
            </a:r>
            <a:r>
              <a:rPr lang="en-US" sz="1800" dirty="0">
                <a:latin typeface="Abadi Extra Light" panose="020B0604020202020204" pitchFamily="34" charset="0"/>
              </a:rPr>
              <a:t> ICFES</a:t>
            </a:r>
            <a:endParaRPr lang="es-CO" sz="1800" dirty="0">
              <a:latin typeface="Abadi Extra Light" panose="020B0604020202020204" pitchFamily="34" charset="0"/>
            </a:endParaRPr>
          </a:p>
        </p:txBody>
      </p: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8B01BF70-D69C-8BCF-AA72-82E470664175}"/>
              </a:ext>
            </a:extLst>
          </p:cNvPr>
          <p:cNvCxnSpPr>
            <a:cxnSpLocks/>
            <a:endCxn id="23" idx="0"/>
          </p:cNvCxnSpPr>
          <p:nvPr/>
        </p:nvCxnSpPr>
        <p:spPr>
          <a:xfrm flipH="1">
            <a:off x="2124785" y="3249637"/>
            <a:ext cx="2601960" cy="5748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23689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1A74AFE-F09F-5C33-CA17-C33E22A1FC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546" y="1565436"/>
            <a:ext cx="10311619" cy="4986547"/>
          </a:xfrm>
          <a:prstGeom prst="rect">
            <a:avLst/>
          </a:prstGeom>
        </p:spPr>
      </p:pic>
      <p:sp>
        <p:nvSpPr>
          <p:cNvPr id="114" name="Google Shape;114;p17"/>
          <p:cNvSpPr txBox="1"/>
          <p:nvPr/>
        </p:nvSpPr>
        <p:spPr>
          <a:xfrm>
            <a:off x="225083" y="1042882"/>
            <a:ext cx="11086082" cy="552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400" b="1" dirty="0">
                <a:solidFill>
                  <a:schemeClr val="dk1"/>
                </a:solidFill>
              </a:rPr>
              <a:t>Datos Academicos - (</a:t>
            </a:r>
            <a:r>
              <a:rPr lang="en-US" sz="2400" b="1" dirty="0" err="1">
                <a:solidFill>
                  <a:schemeClr val="dk1"/>
                </a:solidFill>
              </a:rPr>
              <a:t>Matr</a:t>
            </a:r>
            <a:r>
              <a:rPr lang="es-MX" sz="2400" b="1" dirty="0">
                <a:solidFill>
                  <a:schemeClr val="dk1"/>
                </a:solidFill>
              </a:rPr>
              <a:t>í</a:t>
            </a:r>
            <a:r>
              <a:rPr lang="en-US" sz="2400" b="1" dirty="0" err="1">
                <a:solidFill>
                  <a:schemeClr val="dk1"/>
                </a:solidFill>
              </a:rPr>
              <a:t>cula</a:t>
            </a:r>
            <a:r>
              <a:rPr lang="en-US" sz="2400" b="1" dirty="0">
                <a:solidFill>
                  <a:schemeClr val="dk1"/>
                </a:solidFill>
              </a:rPr>
              <a:t>)</a:t>
            </a:r>
            <a:endParaRPr sz="2400" dirty="0"/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F2AF2FE5-4D98-E496-D90A-ED1F65A76CAC}"/>
              </a:ext>
            </a:extLst>
          </p:cNvPr>
          <p:cNvSpPr/>
          <p:nvPr/>
        </p:nvSpPr>
        <p:spPr>
          <a:xfrm>
            <a:off x="4436048" y="2534346"/>
            <a:ext cx="6072517" cy="4218146"/>
          </a:xfrm>
          <a:prstGeom prst="roundRect">
            <a:avLst>
              <a:gd name="adj" fmla="val 603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49E64378-9A48-98C3-F127-837251C6457E}"/>
              </a:ext>
            </a:extLst>
          </p:cNvPr>
          <p:cNvSpPr txBox="1"/>
          <p:nvPr/>
        </p:nvSpPr>
        <p:spPr>
          <a:xfrm>
            <a:off x="360595" y="3824438"/>
            <a:ext cx="3528379" cy="1477328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800" dirty="0" err="1">
                <a:latin typeface="Abadi Extra Light" panose="020B0604020202020204" pitchFamily="34" charset="0"/>
              </a:rPr>
              <a:t>Esta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secci</a:t>
            </a:r>
            <a:r>
              <a:rPr lang="es-MX" sz="1800" dirty="0" err="1">
                <a:latin typeface="Abadi Extra Light" panose="020B0604020202020204" pitchFamily="34" charset="0"/>
              </a:rPr>
              <a:t>ó</a:t>
            </a:r>
            <a:r>
              <a:rPr lang="en-US" sz="1800" dirty="0">
                <a:latin typeface="Abadi Extra Light" panose="020B0604020202020204" pitchFamily="34" charset="0"/>
              </a:rPr>
              <a:t>n de la </a:t>
            </a:r>
            <a:r>
              <a:rPr lang="en-US" sz="1800" dirty="0" err="1">
                <a:latin typeface="Abadi Extra Light" panose="020B0604020202020204" pitchFamily="34" charset="0"/>
              </a:rPr>
              <a:t>pagina</a:t>
            </a:r>
            <a:r>
              <a:rPr lang="en-US" sz="1800" dirty="0">
                <a:latin typeface="Abadi Extra Light" panose="020B0604020202020204" pitchFamily="34" charset="0"/>
              </a:rPr>
              <a:t> se </a:t>
            </a:r>
            <a:r>
              <a:rPr lang="en-US" sz="1800" dirty="0" err="1">
                <a:latin typeface="Abadi Extra Light" panose="020B0604020202020204" pitchFamily="34" charset="0"/>
              </a:rPr>
              <a:t>compone</a:t>
            </a:r>
            <a:r>
              <a:rPr lang="en-US" sz="1800" dirty="0">
                <a:latin typeface="Abadi Extra Light" panose="020B0604020202020204" pitchFamily="34" charset="0"/>
              </a:rPr>
              <a:t> de 3 </a:t>
            </a:r>
            <a:r>
              <a:rPr lang="en-US" sz="1800" dirty="0" err="1">
                <a:latin typeface="Abadi Extra Light" panose="020B0604020202020204" pitchFamily="34" charset="0"/>
              </a:rPr>
              <a:t>apartados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internos</a:t>
            </a:r>
            <a:r>
              <a:rPr lang="en-US" sz="1800" dirty="0">
                <a:latin typeface="Abadi Extra Light" panose="020B0604020202020204" pitchFamily="34" charset="0"/>
              </a:rPr>
              <a:t>, </a:t>
            </a:r>
            <a:r>
              <a:rPr lang="en-US" sz="1800" dirty="0" err="1">
                <a:latin typeface="Abadi Extra Light" panose="020B0604020202020204" pitchFamily="34" charset="0"/>
              </a:rPr>
              <a:t>los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cuales</a:t>
            </a:r>
            <a:r>
              <a:rPr lang="en-US" sz="1800" dirty="0">
                <a:latin typeface="Abadi Extra Light" panose="020B0604020202020204" pitchFamily="34" charset="0"/>
              </a:rPr>
              <a:t> son:</a:t>
            </a:r>
          </a:p>
          <a:p>
            <a:pPr algn="ctr"/>
            <a:r>
              <a:rPr lang="en-US" sz="1800" dirty="0" err="1">
                <a:latin typeface="Abadi Extra Light" panose="020B0604020202020204" pitchFamily="34" charset="0"/>
              </a:rPr>
              <a:t>Matr</a:t>
            </a:r>
            <a:r>
              <a:rPr lang="es-MX" sz="1800" dirty="0">
                <a:latin typeface="Abadi Extra Light" panose="020B0604020202020204" pitchFamily="34" charset="0"/>
              </a:rPr>
              <a:t>í</a:t>
            </a:r>
            <a:r>
              <a:rPr lang="en-US" sz="1800" dirty="0" err="1">
                <a:latin typeface="Abadi Extra Light" panose="020B0604020202020204" pitchFamily="34" charset="0"/>
              </a:rPr>
              <a:t>cula</a:t>
            </a:r>
            <a:r>
              <a:rPr lang="en-US" sz="1800" dirty="0">
                <a:latin typeface="Abadi Extra Light" panose="020B0604020202020204" pitchFamily="34" charset="0"/>
              </a:rPr>
              <a:t>, </a:t>
            </a:r>
            <a:r>
              <a:rPr lang="en-US" sz="1800" dirty="0" err="1">
                <a:latin typeface="Abadi Extra Light" panose="020B0604020202020204" pitchFamily="34" charset="0"/>
              </a:rPr>
              <a:t>calficaciones</a:t>
            </a:r>
            <a:r>
              <a:rPr lang="en-US" sz="1800" dirty="0">
                <a:latin typeface="Abadi Extra Light" panose="020B0604020202020204" pitchFamily="34" charset="0"/>
              </a:rPr>
              <a:t> y </a:t>
            </a:r>
            <a:r>
              <a:rPr lang="en-US" sz="1800" dirty="0" err="1">
                <a:latin typeface="Abadi Extra Light" panose="020B0604020202020204" pitchFamily="34" charset="0"/>
              </a:rPr>
              <a:t>resultados</a:t>
            </a:r>
            <a:r>
              <a:rPr lang="en-US" sz="1800" dirty="0">
                <a:latin typeface="Abadi Extra Light" panose="020B0604020202020204" pitchFamily="34" charset="0"/>
              </a:rPr>
              <a:t> ICFES</a:t>
            </a:r>
            <a:endParaRPr lang="es-CO" sz="1800" dirty="0">
              <a:latin typeface="Abadi Extra Light" panose="020B0604020202020204" pitchFamily="34" charset="0"/>
            </a:endParaRPr>
          </a:p>
        </p:txBody>
      </p: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8B01BF70-D69C-8BCF-AA72-82E470664175}"/>
              </a:ext>
            </a:extLst>
          </p:cNvPr>
          <p:cNvCxnSpPr>
            <a:cxnSpLocks/>
            <a:endCxn id="23" idx="0"/>
          </p:cNvCxnSpPr>
          <p:nvPr/>
        </p:nvCxnSpPr>
        <p:spPr>
          <a:xfrm flipH="1">
            <a:off x="2124785" y="3249637"/>
            <a:ext cx="2601960" cy="5748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34487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BE81A8BF-31AD-54BC-0814-1ECE9485B5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321" y="1556234"/>
            <a:ext cx="10274844" cy="4950120"/>
          </a:xfrm>
          <a:prstGeom prst="rect">
            <a:avLst/>
          </a:prstGeom>
        </p:spPr>
      </p:pic>
      <p:sp>
        <p:nvSpPr>
          <p:cNvPr id="114" name="Google Shape;114;p17"/>
          <p:cNvSpPr txBox="1"/>
          <p:nvPr/>
        </p:nvSpPr>
        <p:spPr>
          <a:xfrm>
            <a:off x="225083" y="1042882"/>
            <a:ext cx="11086082" cy="552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400" b="1" dirty="0">
                <a:solidFill>
                  <a:schemeClr val="dk1"/>
                </a:solidFill>
              </a:rPr>
              <a:t>Datos Academicos - (</a:t>
            </a:r>
            <a:r>
              <a:rPr lang="en-US" sz="2400" b="1" dirty="0" err="1">
                <a:solidFill>
                  <a:schemeClr val="dk1"/>
                </a:solidFill>
              </a:rPr>
              <a:t>Calificaciones</a:t>
            </a:r>
            <a:r>
              <a:rPr lang="en-US" sz="2400" b="1" dirty="0">
                <a:solidFill>
                  <a:schemeClr val="dk1"/>
                </a:solidFill>
              </a:rPr>
              <a:t>)</a:t>
            </a:r>
            <a:endParaRPr sz="2400" dirty="0"/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F2AF2FE5-4D98-E496-D90A-ED1F65A76CAC}"/>
              </a:ext>
            </a:extLst>
          </p:cNvPr>
          <p:cNvSpPr/>
          <p:nvPr/>
        </p:nvSpPr>
        <p:spPr>
          <a:xfrm>
            <a:off x="4436048" y="2534346"/>
            <a:ext cx="6072517" cy="4218146"/>
          </a:xfrm>
          <a:prstGeom prst="roundRect">
            <a:avLst>
              <a:gd name="adj" fmla="val 603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49E64378-9A48-98C3-F127-837251C6457E}"/>
              </a:ext>
            </a:extLst>
          </p:cNvPr>
          <p:cNvSpPr txBox="1"/>
          <p:nvPr/>
        </p:nvSpPr>
        <p:spPr>
          <a:xfrm>
            <a:off x="360595" y="3824438"/>
            <a:ext cx="3528379" cy="1477328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800" dirty="0" err="1">
                <a:latin typeface="Abadi Extra Light" panose="020B0604020202020204" pitchFamily="34" charset="0"/>
              </a:rPr>
              <a:t>Esta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secci</a:t>
            </a:r>
            <a:r>
              <a:rPr lang="es-MX" sz="1800" dirty="0" err="1">
                <a:latin typeface="Abadi Extra Light" panose="020B0604020202020204" pitchFamily="34" charset="0"/>
              </a:rPr>
              <a:t>ó</a:t>
            </a:r>
            <a:r>
              <a:rPr lang="en-US" sz="1800" dirty="0">
                <a:latin typeface="Abadi Extra Light" panose="020B0604020202020204" pitchFamily="34" charset="0"/>
              </a:rPr>
              <a:t>n de la </a:t>
            </a:r>
            <a:r>
              <a:rPr lang="en-US" sz="1800" dirty="0" err="1">
                <a:latin typeface="Abadi Extra Light" panose="020B0604020202020204" pitchFamily="34" charset="0"/>
              </a:rPr>
              <a:t>pagina</a:t>
            </a:r>
            <a:r>
              <a:rPr lang="en-US" sz="1800" dirty="0">
                <a:latin typeface="Abadi Extra Light" panose="020B0604020202020204" pitchFamily="34" charset="0"/>
              </a:rPr>
              <a:t> se </a:t>
            </a:r>
            <a:r>
              <a:rPr lang="en-US" sz="1800" dirty="0" err="1">
                <a:latin typeface="Abadi Extra Light" panose="020B0604020202020204" pitchFamily="34" charset="0"/>
              </a:rPr>
              <a:t>compone</a:t>
            </a:r>
            <a:r>
              <a:rPr lang="en-US" sz="1800" dirty="0">
                <a:latin typeface="Abadi Extra Light" panose="020B0604020202020204" pitchFamily="34" charset="0"/>
              </a:rPr>
              <a:t> de 3 </a:t>
            </a:r>
            <a:r>
              <a:rPr lang="en-US" sz="1800" dirty="0" err="1">
                <a:latin typeface="Abadi Extra Light" panose="020B0604020202020204" pitchFamily="34" charset="0"/>
              </a:rPr>
              <a:t>apartados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internos</a:t>
            </a:r>
            <a:r>
              <a:rPr lang="en-US" sz="1800" dirty="0">
                <a:latin typeface="Abadi Extra Light" panose="020B0604020202020204" pitchFamily="34" charset="0"/>
              </a:rPr>
              <a:t>, </a:t>
            </a:r>
            <a:r>
              <a:rPr lang="en-US" sz="1800" dirty="0" err="1">
                <a:latin typeface="Abadi Extra Light" panose="020B0604020202020204" pitchFamily="34" charset="0"/>
              </a:rPr>
              <a:t>los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cuales</a:t>
            </a:r>
            <a:r>
              <a:rPr lang="en-US" sz="1800" dirty="0">
                <a:latin typeface="Abadi Extra Light" panose="020B0604020202020204" pitchFamily="34" charset="0"/>
              </a:rPr>
              <a:t> son:</a:t>
            </a:r>
          </a:p>
          <a:p>
            <a:pPr algn="ctr"/>
            <a:r>
              <a:rPr lang="en-US" sz="1800" dirty="0" err="1">
                <a:latin typeface="Abadi Extra Light" panose="020B0604020202020204" pitchFamily="34" charset="0"/>
              </a:rPr>
              <a:t>Matr</a:t>
            </a:r>
            <a:r>
              <a:rPr lang="es-MX" sz="1800" dirty="0">
                <a:latin typeface="Abadi Extra Light" panose="020B0604020202020204" pitchFamily="34" charset="0"/>
              </a:rPr>
              <a:t>í</a:t>
            </a:r>
            <a:r>
              <a:rPr lang="en-US" sz="1800" dirty="0" err="1">
                <a:latin typeface="Abadi Extra Light" panose="020B0604020202020204" pitchFamily="34" charset="0"/>
              </a:rPr>
              <a:t>cula</a:t>
            </a:r>
            <a:r>
              <a:rPr lang="en-US" sz="1800" dirty="0">
                <a:latin typeface="Abadi Extra Light" panose="020B0604020202020204" pitchFamily="34" charset="0"/>
              </a:rPr>
              <a:t>, </a:t>
            </a:r>
            <a:r>
              <a:rPr lang="en-US" sz="1800" dirty="0" err="1">
                <a:latin typeface="Abadi Extra Light" panose="020B0604020202020204" pitchFamily="34" charset="0"/>
              </a:rPr>
              <a:t>calficaciones</a:t>
            </a:r>
            <a:r>
              <a:rPr lang="en-US" sz="1800" dirty="0">
                <a:latin typeface="Abadi Extra Light" panose="020B0604020202020204" pitchFamily="34" charset="0"/>
              </a:rPr>
              <a:t> y </a:t>
            </a:r>
            <a:r>
              <a:rPr lang="en-US" sz="1800" dirty="0" err="1">
                <a:latin typeface="Abadi Extra Light" panose="020B0604020202020204" pitchFamily="34" charset="0"/>
              </a:rPr>
              <a:t>resultados</a:t>
            </a:r>
            <a:r>
              <a:rPr lang="en-US" sz="1800" dirty="0">
                <a:latin typeface="Abadi Extra Light" panose="020B0604020202020204" pitchFamily="34" charset="0"/>
              </a:rPr>
              <a:t> ICFES</a:t>
            </a:r>
            <a:endParaRPr lang="es-CO" sz="1800" dirty="0">
              <a:latin typeface="Abadi Extra Light" panose="020B0604020202020204" pitchFamily="34" charset="0"/>
            </a:endParaRPr>
          </a:p>
        </p:txBody>
      </p: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8B01BF70-D69C-8BCF-AA72-82E470664175}"/>
              </a:ext>
            </a:extLst>
          </p:cNvPr>
          <p:cNvCxnSpPr>
            <a:cxnSpLocks/>
            <a:endCxn id="23" idx="0"/>
          </p:cNvCxnSpPr>
          <p:nvPr/>
        </p:nvCxnSpPr>
        <p:spPr>
          <a:xfrm flipH="1">
            <a:off x="2124785" y="3249637"/>
            <a:ext cx="2601960" cy="5748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56552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FFED55C-4407-C245-8F47-C0930E6F67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817" y="1668314"/>
            <a:ext cx="10255348" cy="4942724"/>
          </a:xfrm>
          <a:prstGeom prst="rect">
            <a:avLst/>
          </a:prstGeom>
        </p:spPr>
      </p:pic>
      <p:sp>
        <p:nvSpPr>
          <p:cNvPr id="114" name="Google Shape;114;p17"/>
          <p:cNvSpPr txBox="1"/>
          <p:nvPr/>
        </p:nvSpPr>
        <p:spPr>
          <a:xfrm>
            <a:off x="225083" y="1042882"/>
            <a:ext cx="11086082" cy="552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400" b="1" dirty="0">
                <a:solidFill>
                  <a:schemeClr val="dk1"/>
                </a:solidFill>
              </a:rPr>
              <a:t>Datos Academicos - (</a:t>
            </a:r>
            <a:r>
              <a:rPr lang="en-US" sz="2400" b="1" dirty="0" err="1">
                <a:solidFill>
                  <a:schemeClr val="dk1"/>
                </a:solidFill>
              </a:rPr>
              <a:t>Resultados</a:t>
            </a:r>
            <a:r>
              <a:rPr lang="en-US" sz="2400" b="1" dirty="0">
                <a:solidFill>
                  <a:schemeClr val="dk1"/>
                </a:solidFill>
              </a:rPr>
              <a:t> ICFES)</a:t>
            </a:r>
            <a:endParaRPr sz="2400" dirty="0"/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F2AF2FE5-4D98-E496-D90A-ED1F65A76CAC}"/>
              </a:ext>
            </a:extLst>
          </p:cNvPr>
          <p:cNvSpPr/>
          <p:nvPr/>
        </p:nvSpPr>
        <p:spPr>
          <a:xfrm>
            <a:off x="4436048" y="2534346"/>
            <a:ext cx="6241330" cy="3388152"/>
          </a:xfrm>
          <a:prstGeom prst="roundRect">
            <a:avLst>
              <a:gd name="adj" fmla="val 603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49E64378-9A48-98C3-F127-837251C6457E}"/>
              </a:ext>
            </a:extLst>
          </p:cNvPr>
          <p:cNvSpPr txBox="1"/>
          <p:nvPr/>
        </p:nvSpPr>
        <p:spPr>
          <a:xfrm>
            <a:off x="360595" y="3824438"/>
            <a:ext cx="3528379" cy="1477328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800" dirty="0" err="1">
                <a:latin typeface="Abadi Extra Light" panose="020B0604020202020204" pitchFamily="34" charset="0"/>
              </a:rPr>
              <a:t>Esta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secci</a:t>
            </a:r>
            <a:r>
              <a:rPr lang="es-MX" sz="1800" dirty="0" err="1">
                <a:latin typeface="Abadi Extra Light" panose="020B0604020202020204" pitchFamily="34" charset="0"/>
              </a:rPr>
              <a:t>ó</a:t>
            </a:r>
            <a:r>
              <a:rPr lang="en-US" sz="1800" dirty="0">
                <a:latin typeface="Abadi Extra Light" panose="020B0604020202020204" pitchFamily="34" charset="0"/>
              </a:rPr>
              <a:t>n de la </a:t>
            </a:r>
            <a:r>
              <a:rPr lang="en-US" sz="1800" dirty="0" err="1">
                <a:latin typeface="Abadi Extra Light" panose="020B0604020202020204" pitchFamily="34" charset="0"/>
              </a:rPr>
              <a:t>pagina</a:t>
            </a:r>
            <a:r>
              <a:rPr lang="en-US" sz="1800" dirty="0">
                <a:latin typeface="Abadi Extra Light" panose="020B0604020202020204" pitchFamily="34" charset="0"/>
              </a:rPr>
              <a:t> se </a:t>
            </a:r>
            <a:r>
              <a:rPr lang="en-US" sz="1800" dirty="0" err="1">
                <a:latin typeface="Abadi Extra Light" panose="020B0604020202020204" pitchFamily="34" charset="0"/>
              </a:rPr>
              <a:t>compone</a:t>
            </a:r>
            <a:r>
              <a:rPr lang="en-US" sz="1800" dirty="0">
                <a:latin typeface="Abadi Extra Light" panose="020B0604020202020204" pitchFamily="34" charset="0"/>
              </a:rPr>
              <a:t> de 3 </a:t>
            </a:r>
            <a:r>
              <a:rPr lang="en-US" sz="1800" dirty="0" err="1">
                <a:latin typeface="Abadi Extra Light" panose="020B0604020202020204" pitchFamily="34" charset="0"/>
              </a:rPr>
              <a:t>apartados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internos</a:t>
            </a:r>
            <a:r>
              <a:rPr lang="en-US" sz="1800" dirty="0">
                <a:latin typeface="Abadi Extra Light" panose="020B0604020202020204" pitchFamily="34" charset="0"/>
              </a:rPr>
              <a:t>, </a:t>
            </a:r>
            <a:r>
              <a:rPr lang="en-US" sz="1800" dirty="0" err="1">
                <a:latin typeface="Abadi Extra Light" panose="020B0604020202020204" pitchFamily="34" charset="0"/>
              </a:rPr>
              <a:t>los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cuales</a:t>
            </a:r>
            <a:r>
              <a:rPr lang="en-US" sz="1800" dirty="0">
                <a:latin typeface="Abadi Extra Light" panose="020B0604020202020204" pitchFamily="34" charset="0"/>
              </a:rPr>
              <a:t> son:</a:t>
            </a:r>
          </a:p>
          <a:p>
            <a:pPr algn="ctr"/>
            <a:r>
              <a:rPr lang="en-US" sz="1800" dirty="0" err="1">
                <a:latin typeface="Abadi Extra Light" panose="020B0604020202020204" pitchFamily="34" charset="0"/>
              </a:rPr>
              <a:t>Matr</a:t>
            </a:r>
            <a:r>
              <a:rPr lang="es-MX" sz="1800" dirty="0">
                <a:latin typeface="Abadi Extra Light" panose="020B0604020202020204" pitchFamily="34" charset="0"/>
              </a:rPr>
              <a:t>í</a:t>
            </a:r>
            <a:r>
              <a:rPr lang="en-US" sz="1800" dirty="0" err="1">
                <a:latin typeface="Abadi Extra Light" panose="020B0604020202020204" pitchFamily="34" charset="0"/>
              </a:rPr>
              <a:t>cula</a:t>
            </a:r>
            <a:r>
              <a:rPr lang="en-US" sz="1800" dirty="0">
                <a:latin typeface="Abadi Extra Light" panose="020B0604020202020204" pitchFamily="34" charset="0"/>
              </a:rPr>
              <a:t>, </a:t>
            </a:r>
            <a:r>
              <a:rPr lang="en-US" sz="1800" dirty="0" err="1">
                <a:latin typeface="Abadi Extra Light" panose="020B0604020202020204" pitchFamily="34" charset="0"/>
              </a:rPr>
              <a:t>calficaciones</a:t>
            </a:r>
            <a:r>
              <a:rPr lang="en-US" sz="1800" dirty="0">
                <a:latin typeface="Abadi Extra Light" panose="020B0604020202020204" pitchFamily="34" charset="0"/>
              </a:rPr>
              <a:t> y </a:t>
            </a:r>
            <a:r>
              <a:rPr lang="en-US" sz="1800" dirty="0" err="1">
                <a:latin typeface="Abadi Extra Light" panose="020B0604020202020204" pitchFamily="34" charset="0"/>
              </a:rPr>
              <a:t>resultados</a:t>
            </a:r>
            <a:r>
              <a:rPr lang="en-US" sz="1800" dirty="0">
                <a:latin typeface="Abadi Extra Light" panose="020B0604020202020204" pitchFamily="34" charset="0"/>
              </a:rPr>
              <a:t> ICFES</a:t>
            </a:r>
            <a:endParaRPr lang="es-CO" sz="1800" dirty="0">
              <a:latin typeface="Abadi Extra Light" panose="020B0604020202020204" pitchFamily="34" charset="0"/>
            </a:endParaRPr>
          </a:p>
        </p:txBody>
      </p: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8B01BF70-D69C-8BCF-AA72-82E470664175}"/>
              </a:ext>
            </a:extLst>
          </p:cNvPr>
          <p:cNvCxnSpPr>
            <a:cxnSpLocks/>
            <a:endCxn id="23" idx="0"/>
          </p:cNvCxnSpPr>
          <p:nvPr/>
        </p:nvCxnSpPr>
        <p:spPr>
          <a:xfrm flipH="1">
            <a:off x="2124785" y="3249637"/>
            <a:ext cx="2601960" cy="5748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89814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CDB5163C-969A-0491-AF8A-4A25894646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392" y="1595814"/>
            <a:ext cx="10067215" cy="4854962"/>
          </a:xfrm>
          <a:prstGeom prst="rect">
            <a:avLst/>
          </a:prstGeom>
        </p:spPr>
      </p:pic>
      <p:sp>
        <p:nvSpPr>
          <p:cNvPr id="114" name="Google Shape;114;p17"/>
          <p:cNvSpPr txBox="1"/>
          <p:nvPr/>
        </p:nvSpPr>
        <p:spPr>
          <a:xfrm>
            <a:off x="225083" y="1042882"/>
            <a:ext cx="11086082" cy="552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400" b="1" dirty="0" err="1">
                <a:solidFill>
                  <a:schemeClr val="dk1"/>
                </a:solidFill>
              </a:rPr>
              <a:t>Registros</a:t>
            </a:r>
            <a:r>
              <a:rPr lang="en-US" sz="2400" b="1" dirty="0">
                <a:solidFill>
                  <a:schemeClr val="dk1"/>
                </a:solidFill>
              </a:rPr>
              <a:t> </a:t>
            </a:r>
            <a:r>
              <a:rPr lang="en-US" sz="2400" b="1" dirty="0" err="1">
                <a:solidFill>
                  <a:schemeClr val="dk1"/>
                </a:solidFill>
              </a:rPr>
              <a:t>Asistidos</a:t>
            </a:r>
            <a:endParaRPr sz="2400" dirty="0"/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F2AF2FE5-4D98-E496-D90A-ED1F65A76CAC}"/>
              </a:ext>
            </a:extLst>
          </p:cNvPr>
          <p:cNvSpPr/>
          <p:nvPr/>
        </p:nvSpPr>
        <p:spPr>
          <a:xfrm>
            <a:off x="4388625" y="2729218"/>
            <a:ext cx="6241330" cy="3721558"/>
          </a:xfrm>
          <a:prstGeom prst="roundRect">
            <a:avLst>
              <a:gd name="adj" fmla="val 603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49E64378-9A48-98C3-F127-837251C6457E}"/>
              </a:ext>
            </a:extLst>
          </p:cNvPr>
          <p:cNvSpPr txBox="1"/>
          <p:nvPr/>
        </p:nvSpPr>
        <p:spPr>
          <a:xfrm>
            <a:off x="360595" y="3824438"/>
            <a:ext cx="3528379" cy="1477328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800" dirty="0" err="1">
                <a:latin typeface="Abadi Extra Light" panose="020B0604020202020204" pitchFamily="34" charset="0"/>
              </a:rPr>
              <a:t>Esta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secci</a:t>
            </a:r>
            <a:r>
              <a:rPr lang="es-MX" sz="1800" dirty="0" err="1">
                <a:latin typeface="Abadi Extra Light" panose="020B0604020202020204" pitchFamily="34" charset="0"/>
              </a:rPr>
              <a:t>ó</a:t>
            </a:r>
            <a:r>
              <a:rPr lang="en-US" sz="1800" dirty="0">
                <a:latin typeface="Abadi Extra Light" panose="020B0604020202020204" pitchFamily="34" charset="0"/>
              </a:rPr>
              <a:t>n de la </a:t>
            </a:r>
            <a:r>
              <a:rPr lang="en-US" sz="1800" dirty="0" err="1">
                <a:latin typeface="Abadi Extra Light" panose="020B0604020202020204" pitchFamily="34" charset="0"/>
              </a:rPr>
              <a:t>pagina</a:t>
            </a:r>
            <a:r>
              <a:rPr lang="en-US" sz="1800" dirty="0">
                <a:latin typeface="Abadi Extra Light" panose="020B0604020202020204" pitchFamily="34" charset="0"/>
              </a:rPr>
              <a:t> se </a:t>
            </a:r>
            <a:r>
              <a:rPr lang="en-US" sz="1800" dirty="0" err="1">
                <a:latin typeface="Abadi Extra Light" panose="020B0604020202020204" pitchFamily="34" charset="0"/>
              </a:rPr>
              <a:t>compone</a:t>
            </a:r>
            <a:r>
              <a:rPr lang="en-US" sz="1800" dirty="0">
                <a:latin typeface="Abadi Extra Light" panose="020B0604020202020204" pitchFamily="34" charset="0"/>
              </a:rPr>
              <a:t> de 3 </a:t>
            </a:r>
            <a:r>
              <a:rPr lang="en-US" sz="1800" dirty="0" err="1">
                <a:latin typeface="Abadi Extra Light" panose="020B0604020202020204" pitchFamily="34" charset="0"/>
              </a:rPr>
              <a:t>apartados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internos</a:t>
            </a:r>
            <a:r>
              <a:rPr lang="en-US" sz="1800" dirty="0">
                <a:latin typeface="Abadi Extra Light" panose="020B0604020202020204" pitchFamily="34" charset="0"/>
              </a:rPr>
              <a:t>, </a:t>
            </a:r>
            <a:r>
              <a:rPr lang="en-US" sz="1800" dirty="0" err="1">
                <a:latin typeface="Abadi Extra Light" panose="020B0604020202020204" pitchFamily="34" charset="0"/>
              </a:rPr>
              <a:t>los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cuales</a:t>
            </a:r>
            <a:r>
              <a:rPr lang="en-US" sz="1800" dirty="0">
                <a:latin typeface="Abadi Extra Light" panose="020B0604020202020204" pitchFamily="34" charset="0"/>
              </a:rPr>
              <a:t> son:</a:t>
            </a:r>
          </a:p>
          <a:p>
            <a:pPr algn="ctr"/>
            <a:r>
              <a:rPr lang="en-US" sz="1800" dirty="0" err="1">
                <a:latin typeface="Abadi Extra Light" panose="020B0604020202020204" pitchFamily="34" charset="0"/>
              </a:rPr>
              <a:t>Matr</a:t>
            </a:r>
            <a:r>
              <a:rPr lang="es-MX" sz="1800" dirty="0">
                <a:latin typeface="Abadi Extra Light" panose="020B0604020202020204" pitchFamily="34" charset="0"/>
              </a:rPr>
              <a:t>í</a:t>
            </a:r>
            <a:r>
              <a:rPr lang="en-US" sz="1800" dirty="0" err="1">
                <a:latin typeface="Abadi Extra Light" panose="020B0604020202020204" pitchFamily="34" charset="0"/>
              </a:rPr>
              <a:t>cula</a:t>
            </a:r>
            <a:r>
              <a:rPr lang="en-US" sz="1800" dirty="0">
                <a:latin typeface="Abadi Extra Light" panose="020B0604020202020204" pitchFamily="34" charset="0"/>
              </a:rPr>
              <a:t>, </a:t>
            </a:r>
            <a:r>
              <a:rPr lang="en-US" sz="1800" dirty="0" err="1">
                <a:latin typeface="Abadi Extra Light" panose="020B0604020202020204" pitchFamily="34" charset="0"/>
              </a:rPr>
              <a:t>calficaciones</a:t>
            </a:r>
            <a:r>
              <a:rPr lang="en-US" sz="1800" dirty="0">
                <a:latin typeface="Abadi Extra Light" panose="020B0604020202020204" pitchFamily="34" charset="0"/>
              </a:rPr>
              <a:t> y </a:t>
            </a:r>
            <a:r>
              <a:rPr lang="en-US" sz="1800" dirty="0" err="1">
                <a:latin typeface="Abadi Extra Light" panose="020B0604020202020204" pitchFamily="34" charset="0"/>
              </a:rPr>
              <a:t>resultados</a:t>
            </a:r>
            <a:r>
              <a:rPr lang="en-US" sz="1800" dirty="0">
                <a:latin typeface="Abadi Extra Light" panose="020B0604020202020204" pitchFamily="34" charset="0"/>
              </a:rPr>
              <a:t> ICFES</a:t>
            </a:r>
            <a:endParaRPr lang="es-CO" sz="1800" dirty="0">
              <a:latin typeface="Abadi Extra Light" panose="020B0604020202020204" pitchFamily="34" charset="0"/>
            </a:endParaRPr>
          </a:p>
        </p:txBody>
      </p: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8B01BF70-D69C-8BCF-AA72-82E470664175}"/>
              </a:ext>
            </a:extLst>
          </p:cNvPr>
          <p:cNvCxnSpPr>
            <a:cxnSpLocks/>
            <a:endCxn id="23" idx="0"/>
          </p:cNvCxnSpPr>
          <p:nvPr/>
        </p:nvCxnSpPr>
        <p:spPr>
          <a:xfrm flipH="1">
            <a:off x="2124785" y="3249637"/>
            <a:ext cx="2601960" cy="5748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D76937DB-702B-234A-C481-B7AAC281868A}"/>
              </a:ext>
            </a:extLst>
          </p:cNvPr>
          <p:cNvSpPr txBox="1"/>
          <p:nvPr/>
        </p:nvSpPr>
        <p:spPr>
          <a:xfrm>
            <a:off x="8560660" y="1351060"/>
            <a:ext cx="3057845" cy="9541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s-MX" dirty="0">
                <a:latin typeface="Abadi Extra Light" panose="020B0604020202020204" pitchFamily="34" charset="0"/>
              </a:rPr>
              <a:t>Desarrollo Humano</a:t>
            </a:r>
          </a:p>
          <a:p>
            <a:pPr algn="ctr"/>
            <a:r>
              <a:rPr lang="es-MX" dirty="0">
                <a:latin typeface="Abadi Extra Light" panose="020B0604020202020204" pitchFamily="34" charset="0"/>
              </a:rPr>
              <a:t>Salud Integral</a:t>
            </a:r>
          </a:p>
          <a:p>
            <a:pPr algn="ctr"/>
            <a:r>
              <a:rPr lang="es-MX" dirty="0">
                <a:latin typeface="Abadi Extra Light" panose="020B0604020202020204" pitchFamily="34" charset="0"/>
              </a:rPr>
              <a:t>Actividad física, recreación y deporte</a:t>
            </a:r>
          </a:p>
          <a:p>
            <a:pPr algn="ctr"/>
            <a:r>
              <a:rPr lang="es-MX" dirty="0">
                <a:latin typeface="Abadi Extra Light" panose="020B0604020202020204" pitchFamily="34" charset="0"/>
              </a:rPr>
              <a:t>Expresión cultural y </a:t>
            </a:r>
            <a:r>
              <a:rPr lang="es-MX" dirty="0" err="1">
                <a:latin typeface="Abadi Extra Light" panose="020B0604020202020204" pitchFamily="34" charset="0"/>
              </a:rPr>
              <a:t>artistica</a:t>
            </a:r>
            <a:endParaRPr lang="es-MX" dirty="0">
              <a:latin typeface="Abadi Extra Light" panose="020B06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E181DB8-B220-A12E-F37B-6293EC9FDF8F}"/>
              </a:ext>
            </a:extLst>
          </p:cNvPr>
          <p:cNvSpPr txBox="1"/>
          <p:nvPr/>
        </p:nvSpPr>
        <p:spPr>
          <a:xfrm>
            <a:off x="8578687" y="826373"/>
            <a:ext cx="3057845" cy="584775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Abadi Extra Light" panose="020B0604020202020204" pitchFamily="34" charset="0"/>
              </a:rPr>
              <a:t>Posibles</a:t>
            </a:r>
            <a:r>
              <a:rPr lang="en-US" sz="1600" dirty="0">
                <a:latin typeface="Abadi Extra Light" panose="020B0604020202020204" pitchFamily="34" charset="0"/>
              </a:rPr>
              <a:t> </a:t>
            </a:r>
            <a:r>
              <a:rPr lang="en-US" sz="1600" dirty="0" err="1">
                <a:latin typeface="Abadi Extra Light" panose="020B0604020202020204" pitchFamily="34" charset="0"/>
              </a:rPr>
              <a:t>filtros</a:t>
            </a:r>
            <a:r>
              <a:rPr lang="en-US" sz="1600" dirty="0">
                <a:latin typeface="Abadi Extra Light" panose="020B0604020202020204" pitchFamily="34" charset="0"/>
              </a:rPr>
              <a:t> para la </a:t>
            </a:r>
            <a:r>
              <a:rPr lang="en-US" sz="1600" dirty="0" err="1">
                <a:latin typeface="Abadi Extra Light" panose="020B0604020202020204" pitchFamily="34" charset="0"/>
              </a:rPr>
              <a:t>realizar</a:t>
            </a:r>
            <a:r>
              <a:rPr lang="en-US" sz="1600" dirty="0">
                <a:latin typeface="Abadi Extra Light" panose="020B0604020202020204" pitchFamily="34" charset="0"/>
              </a:rPr>
              <a:t> la </a:t>
            </a:r>
            <a:r>
              <a:rPr lang="en-US" sz="1600" dirty="0" err="1">
                <a:latin typeface="Abadi Extra Light" panose="020B0604020202020204" pitchFamily="34" charset="0"/>
              </a:rPr>
              <a:t>busqueda</a:t>
            </a:r>
            <a:r>
              <a:rPr lang="en-US" sz="1600" dirty="0">
                <a:latin typeface="Abadi Extra Light" panose="020B0604020202020204" pitchFamily="34" charset="0"/>
              </a:rPr>
              <a:t> de </a:t>
            </a:r>
            <a:r>
              <a:rPr lang="en-US" sz="1600" dirty="0" err="1">
                <a:latin typeface="Abadi Extra Light" panose="020B0604020202020204" pitchFamily="34" charset="0"/>
              </a:rPr>
              <a:t>registros</a:t>
            </a:r>
            <a:r>
              <a:rPr lang="en-US" sz="1600" dirty="0">
                <a:latin typeface="Abadi Extra Light" panose="020B0604020202020204" pitchFamily="34" charset="0"/>
              </a:rPr>
              <a:t> </a:t>
            </a:r>
            <a:r>
              <a:rPr lang="en-US" sz="1600" dirty="0" err="1">
                <a:latin typeface="Abadi Extra Light" panose="020B0604020202020204" pitchFamily="34" charset="0"/>
              </a:rPr>
              <a:t>en</a:t>
            </a:r>
            <a:r>
              <a:rPr lang="en-US" sz="1600" dirty="0">
                <a:latin typeface="Abadi Extra Light" panose="020B0604020202020204" pitchFamily="34" charset="0"/>
              </a:rPr>
              <a:t> las areas</a:t>
            </a:r>
            <a:endParaRPr lang="es-CO" sz="1600" dirty="0">
              <a:latin typeface="Abadi Extra Light" panose="020B0604020202020204" pitchFamily="34" charset="0"/>
            </a:endParaRP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592EC3E4-7AFA-2001-A2F4-24EFFD8766EC}"/>
              </a:ext>
            </a:extLst>
          </p:cNvPr>
          <p:cNvCxnSpPr>
            <a:cxnSpLocks/>
          </p:cNvCxnSpPr>
          <p:nvPr/>
        </p:nvCxnSpPr>
        <p:spPr>
          <a:xfrm flipV="1">
            <a:off x="7828356" y="2134624"/>
            <a:ext cx="985860" cy="12943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22608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7202F9C-BCBE-FD07-45A9-7C33382CA9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9518" y="1706440"/>
            <a:ext cx="9812964" cy="4755631"/>
          </a:xfrm>
          <a:prstGeom prst="rect">
            <a:avLst/>
          </a:prstGeom>
        </p:spPr>
      </p:pic>
      <p:sp>
        <p:nvSpPr>
          <p:cNvPr id="114" name="Google Shape;114;p17"/>
          <p:cNvSpPr txBox="1"/>
          <p:nvPr/>
        </p:nvSpPr>
        <p:spPr>
          <a:xfrm>
            <a:off x="225083" y="1042882"/>
            <a:ext cx="11086082" cy="552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400" b="1" dirty="0" err="1">
                <a:solidFill>
                  <a:schemeClr val="dk1"/>
                </a:solidFill>
              </a:rPr>
              <a:t>Registros</a:t>
            </a:r>
            <a:r>
              <a:rPr lang="en-US" sz="2400" b="1" dirty="0">
                <a:solidFill>
                  <a:schemeClr val="dk1"/>
                </a:solidFill>
              </a:rPr>
              <a:t> </a:t>
            </a:r>
            <a:r>
              <a:rPr lang="en-US" sz="2400" b="1" dirty="0" err="1">
                <a:solidFill>
                  <a:schemeClr val="dk1"/>
                </a:solidFill>
              </a:rPr>
              <a:t>Asistidos</a:t>
            </a:r>
            <a:endParaRPr sz="2400" dirty="0"/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F2AF2FE5-4D98-E496-D90A-ED1F65A76CAC}"/>
              </a:ext>
            </a:extLst>
          </p:cNvPr>
          <p:cNvSpPr/>
          <p:nvPr/>
        </p:nvSpPr>
        <p:spPr>
          <a:xfrm>
            <a:off x="4388625" y="2729217"/>
            <a:ext cx="6241330" cy="3843479"/>
          </a:xfrm>
          <a:prstGeom prst="roundRect">
            <a:avLst>
              <a:gd name="adj" fmla="val 603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49E64378-9A48-98C3-F127-837251C6457E}"/>
              </a:ext>
            </a:extLst>
          </p:cNvPr>
          <p:cNvSpPr txBox="1"/>
          <p:nvPr/>
        </p:nvSpPr>
        <p:spPr>
          <a:xfrm>
            <a:off x="360595" y="3824438"/>
            <a:ext cx="3528379" cy="1754326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latin typeface="Abadi Extra Light" panose="020B0604020202020204" pitchFamily="34" charset="0"/>
              </a:rPr>
              <a:t>Una </a:t>
            </a:r>
            <a:r>
              <a:rPr lang="en-US" sz="1800" dirty="0" err="1">
                <a:latin typeface="Abadi Extra Light" panose="020B0604020202020204" pitchFamily="34" charset="0"/>
              </a:rPr>
              <a:t>vez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seleccinado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el</a:t>
            </a:r>
            <a:r>
              <a:rPr lang="en-US" sz="1800" dirty="0">
                <a:latin typeface="Abadi Extra Light" panose="020B0604020202020204" pitchFamily="34" charset="0"/>
              </a:rPr>
              <a:t> area a </a:t>
            </a:r>
            <a:r>
              <a:rPr lang="en-US" sz="1800" dirty="0" err="1">
                <a:latin typeface="Abadi Extra Light" panose="020B0604020202020204" pitchFamily="34" charset="0"/>
              </a:rPr>
              <a:t>consultar</a:t>
            </a:r>
            <a:r>
              <a:rPr lang="en-US" sz="1800" dirty="0">
                <a:latin typeface="Abadi Extra Light" panose="020B0604020202020204" pitchFamily="34" charset="0"/>
              </a:rPr>
              <a:t>, se </a:t>
            </a:r>
            <a:r>
              <a:rPr lang="en-US" sz="1800" dirty="0" err="1">
                <a:latin typeface="Abadi Extra Light" panose="020B0604020202020204" pitchFamily="34" charset="0"/>
              </a:rPr>
              <a:t>nos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podran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desplegar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varios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registros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los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cuales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corresponden</a:t>
            </a:r>
            <a:r>
              <a:rPr lang="en-US" sz="1800" dirty="0">
                <a:latin typeface="Abadi Extra Light" panose="020B0604020202020204" pitchFamily="34" charset="0"/>
              </a:rPr>
              <a:t> al </a:t>
            </a:r>
            <a:r>
              <a:rPr lang="en-US" sz="1800" dirty="0" err="1">
                <a:latin typeface="Abadi Extra Light" panose="020B0604020202020204" pitchFamily="34" charset="0"/>
              </a:rPr>
              <a:t>numero</a:t>
            </a:r>
            <a:r>
              <a:rPr lang="en-US" sz="1800" dirty="0">
                <a:latin typeface="Abadi Extra Light" panose="020B0604020202020204" pitchFamily="34" charset="0"/>
              </a:rPr>
              <a:t> de </a:t>
            </a:r>
            <a:r>
              <a:rPr lang="en-US" sz="1800" dirty="0" err="1">
                <a:latin typeface="Abadi Extra Light" panose="020B0604020202020204" pitchFamily="34" charset="0"/>
              </a:rPr>
              <a:t>veces</a:t>
            </a:r>
            <a:r>
              <a:rPr lang="en-US" sz="1800" dirty="0">
                <a:latin typeface="Abadi Extra Light" panose="020B0604020202020204" pitchFamily="34" charset="0"/>
              </a:rPr>
              <a:t> que se le ha </a:t>
            </a:r>
            <a:r>
              <a:rPr lang="en-US" sz="1800" dirty="0" err="1">
                <a:latin typeface="Abadi Extra Light" panose="020B0604020202020204" pitchFamily="34" charset="0"/>
              </a:rPr>
              <a:t>prestado</a:t>
            </a:r>
            <a:r>
              <a:rPr lang="en-US" sz="1800" dirty="0">
                <a:latin typeface="Abadi Extra Light" panose="020B0604020202020204" pitchFamily="34" charset="0"/>
              </a:rPr>
              <a:t> ese </a:t>
            </a:r>
            <a:r>
              <a:rPr lang="en-US" sz="1800" dirty="0" err="1">
                <a:latin typeface="Abadi Extra Light" panose="020B0604020202020204" pitchFamily="34" charset="0"/>
              </a:rPr>
              <a:t>servicio</a:t>
            </a:r>
            <a:r>
              <a:rPr lang="en-US" sz="1800" dirty="0">
                <a:latin typeface="Abadi Extra Light" panose="020B0604020202020204" pitchFamily="34" charset="0"/>
              </a:rPr>
              <a:t> y </a:t>
            </a:r>
            <a:r>
              <a:rPr lang="en-US" sz="1800" dirty="0" err="1">
                <a:latin typeface="Abadi Extra Light" panose="020B0604020202020204" pitchFamily="34" charset="0"/>
              </a:rPr>
              <a:t>ademas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el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nombre</a:t>
            </a:r>
            <a:r>
              <a:rPr lang="en-US" sz="1800" dirty="0">
                <a:latin typeface="Abadi Extra Light" panose="020B0604020202020204" pitchFamily="34" charset="0"/>
              </a:rPr>
              <a:t> del </a:t>
            </a:r>
            <a:r>
              <a:rPr lang="en-US" sz="1800" dirty="0" err="1">
                <a:latin typeface="Abadi Extra Light" panose="020B0604020202020204" pitchFamily="34" charset="0"/>
              </a:rPr>
              <a:t>mismo</a:t>
            </a:r>
            <a:endParaRPr lang="es-CO" sz="1800" dirty="0">
              <a:latin typeface="Abadi Extra Light" panose="020B0604020202020204" pitchFamily="34" charset="0"/>
            </a:endParaRPr>
          </a:p>
        </p:txBody>
      </p: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8B01BF70-D69C-8BCF-AA72-82E470664175}"/>
              </a:ext>
            </a:extLst>
          </p:cNvPr>
          <p:cNvCxnSpPr>
            <a:cxnSpLocks/>
            <a:endCxn id="23" idx="0"/>
          </p:cNvCxnSpPr>
          <p:nvPr/>
        </p:nvCxnSpPr>
        <p:spPr>
          <a:xfrm flipH="1">
            <a:off x="2124785" y="3824438"/>
            <a:ext cx="307680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26272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568610BD-B75D-5D73-1095-FF5ABDD73E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318" y="1595814"/>
            <a:ext cx="10311612" cy="4986543"/>
          </a:xfrm>
          <a:prstGeom prst="rect">
            <a:avLst/>
          </a:prstGeom>
        </p:spPr>
      </p:pic>
      <p:sp>
        <p:nvSpPr>
          <p:cNvPr id="114" name="Google Shape;114;p17"/>
          <p:cNvSpPr txBox="1"/>
          <p:nvPr/>
        </p:nvSpPr>
        <p:spPr>
          <a:xfrm>
            <a:off x="225083" y="1042882"/>
            <a:ext cx="11086082" cy="552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400" b="1" dirty="0" err="1">
                <a:solidFill>
                  <a:schemeClr val="dk1"/>
                </a:solidFill>
              </a:rPr>
              <a:t>Registros</a:t>
            </a:r>
            <a:r>
              <a:rPr lang="en-US" sz="2400" b="1" dirty="0">
                <a:solidFill>
                  <a:schemeClr val="dk1"/>
                </a:solidFill>
              </a:rPr>
              <a:t> </a:t>
            </a:r>
            <a:r>
              <a:rPr lang="en-US" sz="2400" b="1" dirty="0" err="1">
                <a:solidFill>
                  <a:schemeClr val="dk1"/>
                </a:solidFill>
              </a:rPr>
              <a:t>Asistidos</a:t>
            </a:r>
            <a:endParaRPr sz="2400" dirty="0"/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F2AF2FE5-4D98-E496-D90A-ED1F65A76CAC}"/>
              </a:ext>
            </a:extLst>
          </p:cNvPr>
          <p:cNvSpPr/>
          <p:nvPr/>
        </p:nvSpPr>
        <p:spPr>
          <a:xfrm>
            <a:off x="4140697" y="1971639"/>
            <a:ext cx="6127565" cy="4773933"/>
          </a:xfrm>
          <a:prstGeom prst="roundRect">
            <a:avLst>
              <a:gd name="adj" fmla="val 603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49E64378-9A48-98C3-F127-837251C6457E}"/>
              </a:ext>
            </a:extLst>
          </p:cNvPr>
          <p:cNvSpPr txBox="1"/>
          <p:nvPr/>
        </p:nvSpPr>
        <p:spPr>
          <a:xfrm>
            <a:off x="360595" y="3824438"/>
            <a:ext cx="3528379" cy="1754326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latin typeface="Abadi Extra Light" panose="020B0604020202020204" pitchFamily="34" charset="0"/>
              </a:rPr>
              <a:t>Cada uno de </a:t>
            </a:r>
            <a:r>
              <a:rPr lang="en-US" sz="1800" dirty="0" err="1">
                <a:latin typeface="Abadi Extra Light" panose="020B0604020202020204" pitchFamily="34" charset="0"/>
              </a:rPr>
              <a:t>los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siguientes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registros</a:t>
            </a:r>
            <a:r>
              <a:rPr lang="en-US" sz="1800" dirty="0">
                <a:latin typeface="Abadi Extra Light" panose="020B0604020202020204" pitchFamily="34" charset="0"/>
              </a:rPr>
              <a:t> es un </a:t>
            </a:r>
            <a:r>
              <a:rPr lang="en-US" sz="1800" dirty="0" err="1">
                <a:latin typeface="Abadi Extra Light" panose="020B0604020202020204" pitchFamily="34" charset="0"/>
              </a:rPr>
              <a:t>formulario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diligenciado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por</a:t>
            </a:r>
            <a:r>
              <a:rPr lang="en-US" sz="1800" dirty="0">
                <a:latin typeface="Abadi Extra Light" panose="020B0604020202020204" pitchFamily="34" charset="0"/>
              </a:rPr>
              <a:t> un </a:t>
            </a:r>
            <a:r>
              <a:rPr lang="en-US" sz="1800" dirty="0" err="1">
                <a:latin typeface="Abadi Extra Light" panose="020B0604020202020204" pitchFamily="34" charset="0"/>
              </a:rPr>
              <a:t>usuario</a:t>
            </a:r>
            <a:r>
              <a:rPr lang="en-US" sz="1800" dirty="0">
                <a:latin typeface="Abadi Extra Light" panose="020B0604020202020204" pitchFamily="34" charset="0"/>
              </a:rPr>
              <a:t> con </a:t>
            </a:r>
            <a:r>
              <a:rPr lang="en-US" sz="1800" dirty="0" err="1">
                <a:latin typeface="Abadi Extra Light" panose="020B0604020202020204" pitchFamily="34" charset="0"/>
              </a:rPr>
              <a:t>permiso</a:t>
            </a:r>
            <a:r>
              <a:rPr lang="en-US" sz="1800" dirty="0">
                <a:latin typeface="Abadi Extra Light" panose="020B0604020202020204" pitchFamily="34" charset="0"/>
              </a:rPr>
              <a:t> de </a:t>
            </a:r>
            <a:r>
              <a:rPr lang="en-US" sz="1800" dirty="0" err="1">
                <a:latin typeface="Abadi Extra Light" panose="020B0604020202020204" pitchFamily="34" charset="0"/>
              </a:rPr>
              <a:t>creacion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en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el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servicio</a:t>
            </a:r>
            <a:r>
              <a:rPr lang="en-US" sz="1800" dirty="0">
                <a:latin typeface="Abadi Extra Light" panose="020B0604020202020204" pitchFamily="34" charset="0"/>
              </a:rPr>
              <a:t>, y </a:t>
            </a:r>
            <a:r>
              <a:rPr lang="en-US" sz="1800" dirty="0" err="1">
                <a:latin typeface="Abadi Extra Light" panose="020B0604020202020204" pitchFamily="34" charset="0"/>
              </a:rPr>
              <a:t>este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mismo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cuenta</a:t>
            </a:r>
            <a:r>
              <a:rPr lang="en-US" sz="1800" dirty="0">
                <a:latin typeface="Abadi Extra Light" panose="020B0604020202020204" pitchFamily="34" charset="0"/>
              </a:rPr>
              <a:t> con </a:t>
            </a:r>
            <a:r>
              <a:rPr lang="en-US" sz="1800" dirty="0" err="1">
                <a:latin typeface="Abadi Extra Light" panose="020B0604020202020204" pitchFamily="34" charset="0"/>
              </a:rPr>
              <a:t>el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nombre</a:t>
            </a:r>
            <a:r>
              <a:rPr lang="en-US" sz="1800" dirty="0">
                <a:latin typeface="Abadi Extra Light" panose="020B0604020202020204" pitchFamily="34" charset="0"/>
              </a:rPr>
              <a:t> de la persona que lo </a:t>
            </a:r>
            <a:r>
              <a:rPr lang="en-US" sz="1800" dirty="0" err="1">
                <a:latin typeface="Abadi Extra Light" panose="020B0604020202020204" pitchFamily="34" charset="0"/>
              </a:rPr>
              <a:t>diligencio</a:t>
            </a:r>
            <a:r>
              <a:rPr lang="en-US" sz="1800" dirty="0">
                <a:latin typeface="Abadi Extra Light" panose="020B0604020202020204" pitchFamily="34" charset="0"/>
              </a:rPr>
              <a:t> y la </a:t>
            </a:r>
            <a:r>
              <a:rPr lang="en-US" sz="1800" dirty="0" err="1">
                <a:latin typeface="Abadi Extra Light" panose="020B0604020202020204" pitchFamily="34" charset="0"/>
              </a:rPr>
              <a:t>fecha</a:t>
            </a:r>
            <a:r>
              <a:rPr lang="en-US" sz="1800" dirty="0">
                <a:latin typeface="Abadi Extra Light" panose="020B0604020202020204" pitchFamily="34" charset="0"/>
              </a:rPr>
              <a:t> de la </a:t>
            </a:r>
            <a:r>
              <a:rPr lang="en-US" sz="1800" dirty="0" err="1">
                <a:latin typeface="Abadi Extra Light" panose="020B0604020202020204" pitchFamily="34" charset="0"/>
              </a:rPr>
              <a:t>misma</a:t>
            </a:r>
            <a:endParaRPr lang="es-CO" sz="1800" dirty="0">
              <a:latin typeface="Abadi Extra Light" panose="020B0604020202020204" pitchFamily="34" charset="0"/>
            </a:endParaRPr>
          </a:p>
        </p:txBody>
      </p: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8B01BF70-D69C-8BCF-AA72-82E470664175}"/>
              </a:ext>
            </a:extLst>
          </p:cNvPr>
          <p:cNvCxnSpPr>
            <a:cxnSpLocks/>
            <a:endCxn id="23" idx="0"/>
          </p:cNvCxnSpPr>
          <p:nvPr/>
        </p:nvCxnSpPr>
        <p:spPr>
          <a:xfrm flipH="1">
            <a:off x="2124785" y="3824438"/>
            <a:ext cx="23272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20587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FB1A8BF-C47A-1870-1ADB-81A2641E2B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2593" y="1595814"/>
            <a:ext cx="9866814" cy="4773933"/>
          </a:xfrm>
          <a:prstGeom prst="rect">
            <a:avLst/>
          </a:prstGeom>
        </p:spPr>
      </p:pic>
      <p:sp>
        <p:nvSpPr>
          <p:cNvPr id="114" name="Google Shape;114;p17"/>
          <p:cNvSpPr txBox="1"/>
          <p:nvPr/>
        </p:nvSpPr>
        <p:spPr>
          <a:xfrm>
            <a:off x="225083" y="1042882"/>
            <a:ext cx="11086082" cy="552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400" b="1" dirty="0" err="1">
                <a:solidFill>
                  <a:schemeClr val="dk1"/>
                </a:solidFill>
              </a:rPr>
              <a:t>Registros</a:t>
            </a:r>
            <a:r>
              <a:rPr lang="en-US" sz="2400" b="1" dirty="0">
                <a:solidFill>
                  <a:schemeClr val="dk1"/>
                </a:solidFill>
              </a:rPr>
              <a:t> </a:t>
            </a:r>
            <a:r>
              <a:rPr lang="en-US" sz="2400" b="1" dirty="0" err="1">
                <a:solidFill>
                  <a:schemeClr val="dk1"/>
                </a:solidFill>
              </a:rPr>
              <a:t>Asistidos</a:t>
            </a:r>
            <a:endParaRPr sz="2400" dirty="0"/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F2AF2FE5-4D98-E496-D90A-ED1F65A76CAC}"/>
              </a:ext>
            </a:extLst>
          </p:cNvPr>
          <p:cNvSpPr/>
          <p:nvPr/>
        </p:nvSpPr>
        <p:spPr>
          <a:xfrm>
            <a:off x="4452079" y="2084068"/>
            <a:ext cx="6011055" cy="4616536"/>
          </a:xfrm>
          <a:prstGeom prst="roundRect">
            <a:avLst>
              <a:gd name="adj" fmla="val 603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49E64378-9A48-98C3-F127-837251C6457E}"/>
              </a:ext>
            </a:extLst>
          </p:cNvPr>
          <p:cNvSpPr txBox="1"/>
          <p:nvPr/>
        </p:nvSpPr>
        <p:spPr>
          <a:xfrm>
            <a:off x="360595" y="3824438"/>
            <a:ext cx="3528379" cy="1200329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800" dirty="0" err="1">
                <a:latin typeface="Abadi Extra Light" panose="020B0604020202020204" pitchFamily="34" charset="0"/>
              </a:rPr>
              <a:t>Luego</a:t>
            </a:r>
            <a:r>
              <a:rPr lang="en-US" sz="1800" dirty="0">
                <a:latin typeface="Abadi Extra Light" panose="020B0604020202020204" pitchFamily="34" charset="0"/>
              </a:rPr>
              <a:t> de </a:t>
            </a:r>
            <a:r>
              <a:rPr lang="en-US" sz="1800" dirty="0" err="1">
                <a:latin typeface="Abadi Extra Light" panose="020B0604020202020204" pitchFamily="34" charset="0"/>
              </a:rPr>
              <a:t>presionar</a:t>
            </a:r>
            <a:r>
              <a:rPr lang="en-US" sz="1800" dirty="0">
                <a:latin typeface="Abadi Extra Light" panose="020B0604020202020204" pitchFamily="34" charset="0"/>
              </a:rPr>
              <a:t> “</a:t>
            </a:r>
            <a:r>
              <a:rPr lang="en-US" sz="1800" dirty="0" err="1">
                <a:latin typeface="Abadi Extra Light" panose="020B0604020202020204" pitchFamily="34" charset="0"/>
              </a:rPr>
              <a:t>ver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servicio</a:t>
            </a:r>
            <a:r>
              <a:rPr lang="en-US" sz="1800" dirty="0">
                <a:latin typeface="Abadi Extra Light" panose="020B0604020202020204" pitchFamily="34" charset="0"/>
              </a:rPr>
              <a:t>”, </a:t>
            </a:r>
            <a:r>
              <a:rPr lang="en-US" sz="1800" dirty="0" err="1">
                <a:latin typeface="Abadi Extra Light" panose="020B0604020202020204" pitchFamily="34" charset="0"/>
              </a:rPr>
              <a:t>nos</a:t>
            </a:r>
            <a:r>
              <a:rPr lang="en-US" sz="1800" dirty="0">
                <a:latin typeface="Abadi Extra Light" panose="020B0604020202020204" pitchFamily="34" charset="0"/>
              </a:rPr>
              <a:t> mandar</a:t>
            </a:r>
            <a:r>
              <a:rPr lang="es-MX" sz="1800" dirty="0">
                <a:latin typeface="Abadi Extra Light" panose="020B0604020202020204" pitchFamily="34" charset="0"/>
              </a:rPr>
              <a:t>á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hacia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el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formulario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diligenciado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por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esa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persana</a:t>
            </a:r>
            <a:r>
              <a:rPr lang="en-US" sz="1800" dirty="0">
                <a:latin typeface="Abadi Extra Light" panose="020B0604020202020204" pitchFamily="34" charset="0"/>
              </a:rPr>
              <a:t> al </a:t>
            </a:r>
            <a:r>
              <a:rPr lang="en-US" sz="1800" dirty="0" err="1">
                <a:latin typeface="Abadi Extra Light" panose="020B0604020202020204" pitchFamily="34" charset="0"/>
              </a:rPr>
              <a:t>estudiante</a:t>
            </a:r>
            <a:endParaRPr lang="es-CO" sz="1800" dirty="0">
              <a:latin typeface="Abadi Extra Light" panose="020B0604020202020204" pitchFamily="34" charset="0"/>
            </a:endParaRPr>
          </a:p>
        </p:txBody>
      </p: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8B01BF70-D69C-8BCF-AA72-82E470664175}"/>
              </a:ext>
            </a:extLst>
          </p:cNvPr>
          <p:cNvCxnSpPr>
            <a:cxnSpLocks/>
            <a:endCxn id="23" idx="0"/>
          </p:cNvCxnSpPr>
          <p:nvPr/>
        </p:nvCxnSpPr>
        <p:spPr>
          <a:xfrm flipH="1">
            <a:off x="2124785" y="3824438"/>
            <a:ext cx="23272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98515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672390B7-5C34-F053-5D50-BA92E44F7B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392" y="1796778"/>
            <a:ext cx="10067215" cy="4863288"/>
          </a:xfrm>
          <a:prstGeom prst="rect">
            <a:avLst/>
          </a:prstGeom>
        </p:spPr>
      </p:pic>
      <p:sp>
        <p:nvSpPr>
          <p:cNvPr id="114" name="Google Shape;114;p17"/>
          <p:cNvSpPr txBox="1"/>
          <p:nvPr/>
        </p:nvSpPr>
        <p:spPr>
          <a:xfrm>
            <a:off x="225083" y="1042882"/>
            <a:ext cx="11086082" cy="552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400" b="1" dirty="0" err="1">
                <a:solidFill>
                  <a:schemeClr val="dk1"/>
                </a:solidFill>
              </a:rPr>
              <a:t>Encuesta</a:t>
            </a:r>
            <a:r>
              <a:rPr lang="en-US" sz="2400" b="1" dirty="0">
                <a:solidFill>
                  <a:schemeClr val="dk1"/>
                </a:solidFill>
              </a:rPr>
              <a:t> </a:t>
            </a:r>
            <a:r>
              <a:rPr lang="en-US" sz="2400" b="1" dirty="0" err="1">
                <a:solidFill>
                  <a:schemeClr val="dk1"/>
                </a:solidFill>
              </a:rPr>
              <a:t>Poblacional</a:t>
            </a:r>
            <a:endParaRPr sz="2400" dirty="0"/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F2AF2FE5-4D98-E496-D90A-ED1F65A76CAC}"/>
              </a:ext>
            </a:extLst>
          </p:cNvPr>
          <p:cNvSpPr/>
          <p:nvPr/>
        </p:nvSpPr>
        <p:spPr>
          <a:xfrm>
            <a:off x="4388625" y="2869026"/>
            <a:ext cx="6241330" cy="3988974"/>
          </a:xfrm>
          <a:prstGeom prst="roundRect">
            <a:avLst>
              <a:gd name="adj" fmla="val 603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49E64378-9A48-98C3-F127-837251C6457E}"/>
              </a:ext>
            </a:extLst>
          </p:cNvPr>
          <p:cNvSpPr txBox="1"/>
          <p:nvPr/>
        </p:nvSpPr>
        <p:spPr>
          <a:xfrm>
            <a:off x="360595" y="3824438"/>
            <a:ext cx="3528379" cy="923330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800" dirty="0" err="1">
                <a:latin typeface="Abadi Extra Light" panose="020B0604020202020204" pitchFamily="34" charset="0"/>
              </a:rPr>
              <a:t>Esta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secci</a:t>
            </a:r>
            <a:r>
              <a:rPr lang="es-MX" sz="1800" dirty="0" err="1">
                <a:latin typeface="Abadi Extra Light" panose="020B0604020202020204" pitchFamily="34" charset="0"/>
              </a:rPr>
              <a:t>ó</a:t>
            </a:r>
            <a:r>
              <a:rPr lang="en-US" sz="1800" dirty="0">
                <a:latin typeface="Abadi Extra Light" panose="020B0604020202020204" pitchFamily="34" charset="0"/>
              </a:rPr>
              <a:t>n de la </a:t>
            </a:r>
            <a:r>
              <a:rPr lang="en-US" sz="1800" dirty="0" err="1">
                <a:latin typeface="Abadi Extra Light" panose="020B0604020202020204" pitchFamily="34" charset="0"/>
              </a:rPr>
              <a:t>pagina</a:t>
            </a:r>
            <a:r>
              <a:rPr lang="en-US" sz="1800" dirty="0">
                <a:latin typeface="Abadi Extra Light" panose="020B0604020202020204" pitchFamily="34" charset="0"/>
              </a:rPr>
              <a:t> es la </a:t>
            </a:r>
            <a:r>
              <a:rPr lang="en-US" sz="1800" dirty="0" err="1">
                <a:latin typeface="Abadi Extra Light" panose="020B0604020202020204" pitchFamily="34" charset="0"/>
              </a:rPr>
              <a:t>encuesta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poblacional</a:t>
            </a:r>
            <a:r>
              <a:rPr lang="en-US" sz="1800" dirty="0">
                <a:latin typeface="Abadi Extra Light" panose="020B0604020202020204" pitchFamily="34" charset="0"/>
              </a:rPr>
              <a:t> del </a:t>
            </a:r>
            <a:r>
              <a:rPr lang="en-US" sz="1800" dirty="0" err="1">
                <a:latin typeface="Abadi Extra Light" panose="020B0604020202020204" pitchFamily="34" charset="0"/>
              </a:rPr>
              <a:t>estudiante</a:t>
            </a:r>
            <a:r>
              <a:rPr lang="en-US" sz="1800" dirty="0">
                <a:latin typeface="Abadi Extra Light" panose="020B0604020202020204" pitchFamily="34" charset="0"/>
              </a:rPr>
              <a:t> </a:t>
            </a:r>
            <a:r>
              <a:rPr lang="en-US" sz="1800" dirty="0" err="1">
                <a:latin typeface="Abadi Extra Light" panose="020B0604020202020204" pitchFamily="34" charset="0"/>
              </a:rPr>
              <a:t>elegido</a:t>
            </a:r>
            <a:endParaRPr lang="es-CO" sz="1800" dirty="0">
              <a:latin typeface="Abadi Extra Light" panose="020B0604020202020204" pitchFamily="34" charset="0"/>
            </a:endParaRPr>
          </a:p>
        </p:txBody>
      </p: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8B01BF70-D69C-8BCF-AA72-82E470664175}"/>
              </a:ext>
            </a:extLst>
          </p:cNvPr>
          <p:cNvCxnSpPr>
            <a:cxnSpLocks/>
            <a:endCxn id="23" idx="0"/>
          </p:cNvCxnSpPr>
          <p:nvPr/>
        </p:nvCxnSpPr>
        <p:spPr>
          <a:xfrm flipH="1">
            <a:off x="2124785" y="3319975"/>
            <a:ext cx="2263840" cy="5044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50111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322430" y="2244060"/>
            <a:ext cx="7105892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SzPts val="4400"/>
            </a:pPr>
            <a:r>
              <a:rPr lang="es-CO" sz="4400" dirty="0">
                <a:solidFill>
                  <a:schemeClr val="lt1"/>
                </a:solidFill>
              </a:rPr>
              <a:t>Registro masivos</a:t>
            </a:r>
            <a:endParaRPr lang="es-CO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321775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9D9F823-4244-6DB9-B11B-8E948A375F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763" y="1643853"/>
            <a:ext cx="9272154" cy="4929770"/>
          </a:xfrm>
          <a:prstGeom prst="rect">
            <a:avLst/>
          </a:prstGeom>
        </p:spPr>
      </p:pic>
      <p:sp>
        <p:nvSpPr>
          <p:cNvPr id="108" name="Google Shape;108;p16"/>
          <p:cNvSpPr txBox="1"/>
          <p:nvPr/>
        </p:nvSpPr>
        <p:spPr>
          <a:xfrm>
            <a:off x="467431" y="1305751"/>
            <a:ext cx="11086082" cy="497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buSzPts val="1100"/>
            </a:pPr>
            <a:r>
              <a:rPr lang="es-MX" sz="2000" dirty="0">
                <a:solidFill>
                  <a:schemeClr val="dk1"/>
                </a:solidFill>
                <a:ea typeface="Calibri"/>
              </a:rPr>
              <a:t>Hacemos clic en el </a:t>
            </a:r>
            <a:r>
              <a:rPr lang="es-MX" sz="2000" dirty="0" err="1">
                <a:solidFill>
                  <a:schemeClr val="dk1"/>
                </a:solidFill>
                <a:ea typeface="Calibri"/>
              </a:rPr>
              <a:t>area</a:t>
            </a:r>
            <a:r>
              <a:rPr lang="es-MX" sz="2000" dirty="0">
                <a:solidFill>
                  <a:schemeClr val="dk1"/>
                </a:solidFill>
                <a:ea typeface="Calibri"/>
              </a:rPr>
              <a:t> de asistencias </a:t>
            </a:r>
            <a:endParaRPr lang="es-MX" sz="2000" b="0" i="0" u="none" strike="noStrike" cap="none" dirty="0">
              <a:solidFill>
                <a:schemeClr val="dk1"/>
              </a:solidFill>
              <a:ea typeface="Calibri"/>
            </a:endParaRPr>
          </a:p>
        </p:txBody>
      </p:sp>
      <p:sp>
        <p:nvSpPr>
          <p:cNvPr id="7" name="Flecha: a la derecha 6">
            <a:extLst>
              <a:ext uri="{FF2B5EF4-FFF2-40B4-BE49-F238E27FC236}">
                <a16:creationId xmlns:a16="http://schemas.microsoft.com/office/drawing/2014/main" id="{FDAF9314-E466-6B8A-F1FA-688AF8C463D9}"/>
              </a:ext>
            </a:extLst>
          </p:cNvPr>
          <p:cNvSpPr/>
          <p:nvPr/>
        </p:nvSpPr>
        <p:spPr>
          <a:xfrm>
            <a:off x="4196974" y="3175781"/>
            <a:ext cx="759655" cy="464234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772938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7903BEE4-2ECE-B01D-3052-CC085C1EF0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491" y="1736321"/>
            <a:ext cx="8960427" cy="4770812"/>
          </a:xfrm>
          <a:prstGeom prst="rect">
            <a:avLst/>
          </a:prstGeom>
        </p:spPr>
      </p:pic>
      <p:sp>
        <p:nvSpPr>
          <p:cNvPr id="108" name="Google Shape;108;p16"/>
          <p:cNvSpPr txBox="1"/>
          <p:nvPr/>
        </p:nvSpPr>
        <p:spPr>
          <a:xfrm>
            <a:off x="467431" y="1305751"/>
            <a:ext cx="11086082" cy="497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buSzPts val="1100"/>
            </a:pPr>
            <a:r>
              <a:rPr lang="es-MX" sz="2000" dirty="0">
                <a:solidFill>
                  <a:schemeClr val="dk1"/>
                </a:solidFill>
                <a:ea typeface="Calibri"/>
              </a:rPr>
              <a:t>Hacemos clic en el icono para abrir la actividad </a:t>
            </a:r>
            <a:endParaRPr lang="es-MX" sz="2000" b="0" i="0" u="none" strike="noStrike" cap="none" dirty="0">
              <a:solidFill>
                <a:schemeClr val="dk1"/>
              </a:solidFill>
              <a:ea typeface="Calibri"/>
            </a:endParaRPr>
          </a:p>
        </p:txBody>
      </p:sp>
      <p:sp>
        <p:nvSpPr>
          <p:cNvPr id="7" name="Flecha: a la derecha 6">
            <a:extLst>
              <a:ext uri="{FF2B5EF4-FFF2-40B4-BE49-F238E27FC236}">
                <a16:creationId xmlns:a16="http://schemas.microsoft.com/office/drawing/2014/main" id="{FDAF9314-E466-6B8A-F1FA-688AF8C463D9}"/>
              </a:ext>
            </a:extLst>
          </p:cNvPr>
          <p:cNvSpPr/>
          <p:nvPr/>
        </p:nvSpPr>
        <p:spPr>
          <a:xfrm>
            <a:off x="8630428" y="2794781"/>
            <a:ext cx="352678" cy="230439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585394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50F2AF1-E818-440F-DD27-E8A8E7BFDB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1" y="1641071"/>
            <a:ext cx="8657358" cy="4623607"/>
          </a:xfrm>
          <a:prstGeom prst="rect">
            <a:avLst/>
          </a:prstGeom>
        </p:spPr>
      </p:pic>
      <p:sp>
        <p:nvSpPr>
          <p:cNvPr id="108" name="Google Shape;108;p16"/>
          <p:cNvSpPr txBox="1"/>
          <p:nvPr/>
        </p:nvSpPr>
        <p:spPr>
          <a:xfrm>
            <a:off x="467431" y="1305751"/>
            <a:ext cx="11086082" cy="497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</a:pPr>
            <a:r>
              <a:rPr lang="es-MX" sz="2000" dirty="0">
                <a:solidFill>
                  <a:schemeClr val="dk1"/>
                </a:solidFill>
              </a:rPr>
              <a:t>Al entrar en la actividad vemos cada uno de los detalles que seleccionamos al crearla</a:t>
            </a:r>
            <a:endParaRPr lang="es-MX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43797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 txBox="1"/>
          <p:nvPr/>
        </p:nvSpPr>
        <p:spPr>
          <a:xfrm>
            <a:off x="424136" y="1071956"/>
            <a:ext cx="11086082" cy="497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</a:pPr>
            <a:r>
              <a:rPr lang="es-MX" sz="2000" dirty="0">
                <a:solidFill>
                  <a:schemeClr val="dk1"/>
                </a:solidFill>
              </a:rPr>
              <a:t>Al presionar editar, accedemos al formulario para realizar modificaciones de la actividad</a:t>
            </a:r>
            <a:endParaRPr lang="es-MX" dirty="0">
              <a:solidFill>
                <a:schemeClr val="dk1"/>
              </a:solidFill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8AD3E5F1-9F34-A8A0-EFF4-B5FD4E345A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787" y="1454582"/>
            <a:ext cx="9298131" cy="4935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28759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3F17545-09FB-41A8-B550-5DA279D6760D}">
  <ds:schemaRefs>
    <ds:schemaRef ds:uri="http://purl.org/dc/dcmitype/"/>
    <ds:schemaRef ds:uri="http://schemas.openxmlformats.org/package/2006/metadata/core-properties"/>
    <ds:schemaRef ds:uri="http://schemas.microsoft.com/office/2006/metadata/properties"/>
    <ds:schemaRef ds:uri="http://purl.org/dc/terms/"/>
    <ds:schemaRef ds:uri="http://schemas.microsoft.com/office/infopath/2007/PartnerControls"/>
    <ds:schemaRef ds:uri="http://www.w3.org/XML/1998/namespace"/>
    <ds:schemaRef ds:uri="d5c1a6a5-0428-459c-81cd-cf402d4ff623"/>
    <ds:schemaRef ds:uri="http://schemas.microsoft.com/office/2006/documentManagement/types"/>
    <ds:schemaRef ds:uri="http://purl.org/dc/elements/1.1/"/>
    <ds:schemaRef ds:uri="4b5fc4ab-1594-4dd7-8d7e-2e0a7577b23f"/>
  </ds:schemaRefs>
</ds:datastoreItem>
</file>

<file path=customXml/itemProps2.xml><?xml version="1.0" encoding="utf-8"?>
<ds:datastoreItem xmlns:ds="http://schemas.openxmlformats.org/officeDocument/2006/customXml" ds:itemID="{2A23D148-5857-4E5B-8ABA-8CE6E3B8123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32F58E5-86A9-45E7-8A3A-272AB6FB78EA}"/>
</file>

<file path=docProps/app.xml><?xml version="1.0" encoding="utf-8"?>
<Properties xmlns="http://schemas.openxmlformats.org/officeDocument/2006/extended-properties" xmlns:vt="http://schemas.openxmlformats.org/officeDocument/2006/docPropsVTypes">
  <TotalTime>3691</TotalTime>
  <Words>930</Words>
  <Application>Microsoft Office PowerPoint</Application>
  <PresentationFormat>Panorámica</PresentationFormat>
  <Paragraphs>77</Paragraphs>
  <Slides>34</Slides>
  <Notes>34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34</vt:i4>
      </vt:variant>
    </vt:vector>
  </HeadingPairs>
  <TitlesOfParts>
    <vt:vector size="35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Microsoft Office User</dc:creator>
  <cp:lastModifiedBy>KEVIN MANUEL ACUÑA AREVALO</cp:lastModifiedBy>
  <cp:revision>136</cp:revision>
  <dcterms:created xsi:type="dcterms:W3CDTF">2021-08-30T16:06:06Z</dcterms:created>
  <dcterms:modified xsi:type="dcterms:W3CDTF">2023-10-20T14:32:24Z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  <property fmtid="{D5CDD505-2E9C-101B-9397-08002B2CF9AE}" pid="3" name="MediaServiceImageTags">
    <vt:lpwstr/>
  </property>
  <property fmtid="{D5CDD505-2E9C-101B-9397-08002B2CF9AE}" pid="4" name="MSIP_Label_f535a957-b352-4c2d-aa57-80f72177303d_Enabled">
    <vt:lpwstr>true</vt:lpwstr>
  </property>
  <property fmtid="{D5CDD505-2E9C-101B-9397-08002B2CF9AE}" pid="5" name="MSIP_Label_f535a957-b352-4c2d-aa57-80f72177303d_SetDate">
    <vt:lpwstr>2023-10-20T14:32:24Z</vt:lpwstr>
  </property>
  <property fmtid="{D5CDD505-2E9C-101B-9397-08002B2CF9AE}" pid="6" name="MSIP_Label_f535a957-b352-4c2d-aa57-80f72177303d_Method">
    <vt:lpwstr>Standard</vt:lpwstr>
  </property>
  <property fmtid="{D5CDD505-2E9C-101B-9397-08002B2CF9AE}" pid="7" name="MSIP_Label_f535a957-b352-4c2d-aa57-80f72177303d_Name">
    <vt:lpwstr>defa4170-0d19-0005-0004-bc88714345d2</vt:lpwstr>
  </property>
  <property fmtid="{D5CDD505-2E9C-101B-9397-08002B2CF9AE}" pid="8" name="MSIP_Label_f535a957-b352-4c2d-aa57-80f72177303d_SiteId">
    <vt:lpwstr>34303541-74ec-4d4a-8c5a-8049d2fd6ce6</vt:lpwstr>
  </property>
  <property fmtid="{D5CDD505-2E9C-101B-9397-08002B2CF9AE}" pid="9" name="MSIP_Label_f535a957-b352-4c2d-aa57-80f72177303d_ActionId">
    <vt:lpwstr>c5ebc7fb-8322-4eec-a010-94fef85104b8</vt:lpwstr>
  </property>
  <property fmtid="{D5CDD505-2E9C-101B-9397-08002B2CF9AE}" pid="10" name="MSIP_Label_f535a957-b352-4c2d-aa57-80f72177303d_ContentBits">
    <vt:lpwstr>0</vt:lpwstr>
  </property>
</Properties>
</file>