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71" r:id="rId7"/>
    <p:sldId id="262" r:id="rId8"/>
    <p:sldId id="272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INFORME DE INSCRIPCIONES Y MATRICULAS – ESTUDIANTES ANTIGUOS PREGRADO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1647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Informe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«Rectoría»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62162" y="1603320"/>
            <a:ext cx="700088" cy="180551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1113182" y="2990107"/>
            <a:ext cx="824948" cy="6774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3" t="21893" r="68805" b="35086"/>
          <a:stretch/>
        </p:blipFill>
        <p:spPr bwMode="auto">
          <a:xfrm>
            <a:off x="1186769" y="3029137"/>
            <a:ext cx="635764" cy="63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013540" y="298534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83" y="1708002"/>
            <a:ext cx="8483600" cy="42045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Informe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seleccionar el informe </a:t>
            </a:r>
            <a:r>
              <a:rPr lang="es-CO" sz="1600" dirty="0" smtClean="0"/>
              <a:t>«Estudiantes Antiguos Pregrado»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2463518" y="1523557"/>
            <a:ext cx="343951" cy="1696471"/>
            <a:chOff x="5729176" y="1788714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0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821741" y="176633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836044" y="2745977"/>
            <a:ext cx="1335906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120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78" y="2024300"/>
            <a:ext cx="8402774" cy="4152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crear el reporte deberá aplicar los filtros solicitados de: Año, Periodo y Fecha. Posteriormente presionar el botón «Generar», este creará el reporte en un documento PDF para su visualización.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54395" y="2944243"/>
            <a:ext cx="6741536" cy="53445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329160" y="1790632"/>
            <a:ext cx="0" cy="114367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46" t="1949" r="22568"/>
          <a:stretch/>
        </p:blipFill>
        <p:spPr bwMode="auto">
          <a:xfrm>
            <a:off x="1531543" y="1325887"/>
            <a:ext cx="6063256" cy="53007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887944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Reporte Generado </a:t>
            </a:r>
            <a:endParaRPr lang="es-CO" sz="1600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9" name="7 Rectángulo"/>
          <p:cNvSpPr/>
          <p:nvPr/>
        </p:nvSpPr>
        <p:spPr>
          <a:xfrm>
            <a:off x="5547338" y="1745544"/>
            <a:ext cx="1569079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5115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01AF71C7-50B5-4847-B7C3-E3EC6374B388}"/>
</file>

<file path=customXml/itemProps2.xml><?xml version="1.0" encoding="utf-8"?>
<ds:datastoreItem xmlns:ds="http://schemas.openxmlformats.org/officeDocument/2006/customXml" ds:itemID="{F0A8A8C5-FD9A-4640-8E05-79E869EDEC8C}"/>
</file>

<file path=customXml/itemProps3.xml><?xml version="1.0" encoding="utf-8"?>
<ds:datastoreItem xmlns:ds="http://schemas.openxmlformats.org/officeDocument/2006/customXml" ds:itemID="{778BE647-1402-4F3C-88BA-CEA5DF379C64}"/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135</Words>
  <Application>Microsoft Office PowerPoint</Application>
  <PresentationFormat>Presentación en pantalla (4:3)</PresentationFormat>
  <Paragraphs>13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50</cp:revision>
  <dcterms:created xsi:type="dcterms:W3CDTF">2017-01-26T20:10:20Z</dcterms:created>
  <dcterms:modified xsi:type="dcterms:W3CDTF">2018-02-26T21:37:19Z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