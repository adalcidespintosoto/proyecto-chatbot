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71" r:id="rId3"/>
    <p:sldId id="272" r:id="rId4"/>
    <p:sldId id="273" r:id="rId5"/>
    <p:sldId id="261" r:id="rId6"/>
    <p:sldId id="262" r:id="rId7"/>
    <p:sldId id="268" r:id="rId8"/>
    <p:sldId id="269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4" autoAdjust="0"/>
    <p:restoredTop sz="98090" autoAdjust="0"/>
  </p:normalViewPr>
  <p:slideViewPr>
    <p:cSldViewPr snapToGrid="0" snapToObjects="1" showGuides="1">
      <p:cViewPr>
        <p:scale>
          <a:sx n="103" d="100"/>
          <a:sy n="103" d="100"/>
        </p:scale>
        <p:origin x="-64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FC2F0-45E8-461B-87BF-1D692BC061F3}" type="slidenum">
              <a:rPr lang="es-CO" smtClean="0"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8731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CONFIGURACIÓN </a:t>
            </a:r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DEL MÓDULO DE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EVALUACIÓN</a:t>
            </a:r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103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17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246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2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módulo </a:t>
            </a:r>
            <a:r>
              <a:rPr lang="es-CO" sz="1600" dirty="0" smtClean="0"/>
              <a:t>“Evaluaciones”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60062" y="3774390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25985" y="1504791"/>
            <a:ext cx="2375141" cy="2693092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90631"/>
            <a:ext cx="8322624" cy="46641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configuración de las preguntas y respuestas de cada tipo de evaluación dirigirse la sección «Parametrización»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484213" y="2744628"/>
            <a:ext cx="116568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1699591" y="1708036"/>
            <a:ext cx="2763077" cy="118264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755999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Parametrización</a:t>
            </a:r>
            <a:endParaRPr lang="es-CO" sz="2200" b="1" dirty="0"/>
          </a:p>
        </p:txBody>
      </p:sp>
      <p:sp>
        <p:nvSpPr>
          <p:cNvPr id="10" name="CuadroTexto 2"/>
          <p:cNvSpPr txBox="1"/>
          <p:nvPr/>
        </p:nvSpPr>
        <p:spPr>
          <a:xfrm>
            <a:off x="330200" y="6123586"/>
            <a:ext cx="848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Al seleccionar un bloque, este desplegará automáticamente la información del siguiente, y así sucesivamente. Se permite, editar </a:t>
            </a:r>
            <a:r>
              <a:rPr lang="es-CO" sz="1400" dirty="0" smtClean="0"/>
              <a:t>«      </a:t>
            </a:r>
            <a:r>
              <a:rPr lang="es-CO" sz="1400" dirty="0"/>
              <a:t>» y eliminar «   </a:t>
            </a:r>
            <a:r>
              <a:rPr lang="es-CO" sz="1400" dirty="0" smtClean="0"/>
              <a:t>   </a:t>
            </a:r>
            <a:r>
              <a:rPr lang="es-CO" sz="1400" dirty="0" smtClean="0"/>
              <a:t>»</a:t>
            </a:r>
            <a:endParaRPr lang="es-CO" sz="1400" dirty="0"/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351" y="6398580"/>
            <a:ext cx="17145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150" y="6385196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05" y="1835787"/>
            <a:ext cx="8242048" cy="46189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configuración de las ofertas, es decir, las fechas de apertura y cierre en las cuales estará permitido al estudiante realizar una Evaluación, dirigirse la sección «Ofertas»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553786" y="3003042"/>
            <a:ext cx="1165684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1759225" y="1727914"/>
            <a:ext cx="2763077" cy="143192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766047" y="187598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Ofertas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68236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05" y="1835787"/>
            <a:ext cx="8242048" cy="46189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 smtClean="0"/>
              <a:t>Las </a:t>
            </a:r>
            <a:r>
              <a:rPr lang="es-CO" sz="1600" dirty="0"/>
              <a:t>ofertas se configuran por tipo de Evaluación, fecha de apertura y cierre, periodo académico y programa si así lo requiere. Para agregar una oferta presionar el botón «Crear».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65750" y="2805589"/>
            <a:ext cx="6792708" cy="2853532"/>
          </a:xfrm>
          <a:prstGeom prst="roundRect">
            <a:avLst>
              <a:gd name="adj" fmla="val 3651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5017091" y="1751011"/>
            <a:ext cx="0" cy="99361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7766047" y="187598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" name="CuadroTexto 2"/>
          <p:cNvSpPr txBox="1"/>
          <p:nvPr/>
        </p:nvSpPr>
        <p:spPr>
          <a:xfrm>
            <a:off x="330200" y="6215026"/>
            <a:ext cx="848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 smtClean="0"/>
              <a:t>Se </a:t>
            </a:r>
            <a:r>
              <a:rPr lang="es-CO" sz="1400" dirty="0"/>
              <a:t>permite, editar </a:t>
            </a:r>
            <a:r>
              <a:rPr lang="es-CO" sz="1400" dirty="0" smtClean="0"/>
              <a:t>«      </a:t>
            </a:r>
            <a:r>
              <a:rPr lang="es-CO" sz="1400" dirty="0"/>
              <a:t>» y eliminar «   </a:t>
            </a:r>
            <a:r>
              <a:rPr lang="es-CO" sz="1400" dirty="0" smtClean="0"/>
              <a:t>   » ofertas con los iconos indicados.</a:t>
            </a:r>
            <a:endParaRPr lang="es-CO" sz="1400" dirty="0"/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871" y="6276660"/>
            <a:ext cx="17145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990" y="6273436"/>
            <a:ext cx="228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Ofertas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189297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31FDE47-9F00-4265-9B0D-DA460559E212}"/>
</file>

<file path=customXml/itemProps2.xml><?xml version="1.0" encoding="utf-8"?>
<ds:datastoreItem xmlns:ds="http://schemas.openxmlformats.org/officeDocument/2006/customXml" ds:itemID="{12307DDC-F917-4F4F-B616-D7E24F26C98F}"/>
</file>

<file path=customXml/itemProps3.xml><?xml version="1.0" encoding="utf-8"?>
<ds:datastoreItem xmlns:ds="http://schemas.openxmlformats.org/officeDocument/2006/customXml" ds:itemID="{D6DD9BD6-42FD-43A0-B134-7ABC83FE7151}"/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208</Words>
  <Application>Microsoft Office PowerPoint</Application>
  <PresentationFormat>Presentación en pantalla (4:3)</PresentationFormat>
  <Paragraphs>18</Paragraphs>
  <Slides>8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44</cp:revision>
  <dcterms:created xsi:type="dcterms:W3CDTF">2017-01-26T20:10:20Z</dcterms:created>
  <dcterms:modified xsi:type="dcterms:W3CDTF">2018-02-26T22:16:35Z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