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265" r:id="rId3"/>
    <p:sldId id="266" r:id="rId4"/>
    <p:sldId id="268" r:id="rId5"/>
    <p:sldId id="267" r:id="rId6"/>
    <p:sldId id="271" r:id="rId7"/>
    <p:sldId id="262" r:id="rId8"/>
    <p:sldId id="272" r:id="rId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669" autoAdjust="0"/>
  </p:normalViewPr>
  <p:slideViewPr>
    <p:cSldViewPr snapToGrid="0" snapToObjects="1" showGuides="1">
      <p:cViewPr>
        <p:scale>
          <a:sx n="104" d="100"/>
          <a:sy n="104" d="100"/>
        </p:scale>
        <p:origin x="-58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26/02/2018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CONSULTAR PROVEEDORES ACTIVOS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49348"/>
            <a:ext cx="8400178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«Compras»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2551176" y="1621608"/>
            <a:ext cx="400892" cy="2738204"/>
            <a:chOff x="5729176" y="177971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2" y="177971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1113182" y="2990107"/>
            <a:ext cx="824948" cy="6774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3" t="21893" r="68805" b="35086"/>
          <a:stretch/>
        </p:blipFill>
        <p:spPr bwMode="auto">
          <a:xfrm>
            <a:off x="1186769" y="3029137"/>
            <a:ext cx="635764" cy="63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2979500" y="3918031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1760362"/>
            <a:ext cx="8377953" cy="41521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al módulo deberá seleccionar el informe </a:t>
            </a:r>
            <a:r>
              <a:rPr lang="es-CO" sz="1600" dirty="0" smtClean="0"/>
              <a:t>«Proveedores activos»</a:t>
            </a:r>
            <a:endParaRPr lang="es-CO" sz="1600" dirty="0"/>
          </a:p>
        </p:txBody>
      </p: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923543" y="2748395"/>
            <a:ext cx="1051561" cy="808621"/>
          </a:xfrm>
          <a:prstGeom prst="roundRect">
            <a:avLst>
              <a:gd name="adj" fmla="val 8532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03491" y="1753059"/>
            <a:ext cx="0" cy="100368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20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24298"/>
            <a:ext cx="8377952" cy="41521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crear la deberá aplicar los filtros solicitados de: </a:t>
            </a:r>
            <a:r>
              <a:rPr lang="es-CO" sz="1600" dirty="0"/>
              <a:t>F</a:t>
            </a:r>
            <a:r>
              <a:rPr lang="es-CO" sz="1600" dirty="0" smtClean="0"/>
              <a:t>echa inicio y Fecha fin. Posteriormente presionar el botón «Generar», este creará el reporte para su visualización.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54395" y="2944243"/>
            <a:ext cx="6741536" cy="53445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4329160" y="1750876"/>
            <a:ext cx="0" cy="1143672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24299"/>
            <a:ext cx="8377952" cy="4152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finalizar el proceso, puede imprimir el reporte o exportarlo a Excel con los botones correspondientes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7040879" y="3604663"/>
            <a:ext cx="1480931" cy="267229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grpSp>
        <p:nvGrpSpPr>
          <p:cNvPr id="10" name="9 Grupo"/>
          <p:cNvGrpSpPr/>
          <p:nvPr/>
        </p:nvGrpSpPr>
        <p:grpSpPr>
          <a:xfrm flipH="1">
            <a:off x="5943600" y="1545337"/>
            <a:ext cx="1059260" cy="2202084"/>
            <a:chOff x="5729176" y="1779712"/>
            <a:chExt cx="1191284" cy="1140874"/>
          </a:xfrm>
        </p:grpSpPr>
        <p:cxnSp>
          <p:nvCxnSpPr>
            <p:cNvPr id="11" name="10 Conector recto de flecha"/>
            <p:cNvCxnSpPr/>
            <p:nvPr/>
          </p:nvCxnSpPr>
          <p:spPr>
            <a:xfrm flipH="1">
              <a:off x="6917812" y="177971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83178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DFECAA15-4634-48D8-B137-367BEA791B44}"/>
</file>

<file path=customXml/itemProps2.xml><?xml version="1.0" encoding="utf-8"?>
<ds:datastoreItem xmlns:ds="http://schemas.openxmlformats.org/officeDocument/2006/customXml" ds:itemID="{47EED041-B598-45CD-A66B-E6116ACC70B7}"/>
</file>

<file path=customXml/itemProps3.xml><?xml version="1.0" encoding="utf-8"?>
<ds:datastoreItem xmlns:ds="http://schemas.openxmlformats.org/officeDocument/2006/customXml" ds:itemID="{C520F86D-F237-49CC-AD1B-1EEBAA315F7D}"/>
</file>

<file path=docProps/app.xml><?xml version="1.0" encoding="utf-8"?>
<Properties xmlns="http://schemas.openxmlformats.org/officeDocument/2006/extended-properties" xmlns:vt="http://schemas.openxmlformats.org/officeDocument/2006/docPropsVTypes">
  <TotalTime>1693</TotalTime>
  <Words>136</Words>
  <Application>Microsoft Office PowerPoint</Application>
  <PresentationFormat>Presentación en pantalla (4:3)</PresentationFormat>
  <Paragraphs>13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55</cp:revision>
  <dcterms:created xsi:type="dcterms:W3CDTF">2017-01-26T20:10:20Z</dcterms:created>
  <dcterms:modified xsi:type="dcterms:W3CDTF">2018-02-26T22:32:53Z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